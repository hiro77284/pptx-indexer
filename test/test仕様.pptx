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7"/>
  </p:notesMasterIdLst>
  <p:sldIdLst>
    <p:sldId id="1685" r:id="rId2"/>
    <p:sldId id="1682" r:id="rId3"/>
    <p:sldId id="1681" r:id="rId4"/>
    <p:sldId id="1684" r:id="rId5"/>
    <p:sldId id="1683" r:id="rId6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96" d="100"/>
          <a:sy n="96" d="100"/>
        </p:scale>
        <p:origin x="72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2024/12/11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9562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9204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FOT-UD丸ゴ_ラージ Pr6 M" panose="02020400000000000000" pitchFamily="18" charset="-128"/>
                <a:ea typeface="FOT-UD丸ゴ_ラージ Pr6 M" panose="02020400000000000000" pitchFamily="18" charset="-128"/>
              </a:defRPr>
            </a:lvl1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4F4CE64-C680-CD4B-7EFE-79A07FEA1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A98933E-FADA-C9BB-8894-23618C1A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test</a:t>
            </a:r>
            <a:r>
              <a:rPr kumimoji="1" lang="ja-JP" altLang="en-US"/>
              <a:t>フォルダ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ED7D1A-951A-DA7F-F274-CF08308D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0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289209-6D63-032E-C7B2-EEB68CA72506}"/>
              </a:ext>
            </a:extLst>
          </p:cNvPr>
          <p:cNvSpPr txBox="1"/>
          <p:nvPr/>
        </p:nvSpPr>
        <p:spPr bwMode="auto">
          <a:xfrm>
            <a:off x="1127448" y="1689477"/>
            <a:ext cx="6984776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 test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フォルダ内の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test*.py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をテスト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python -m pytest</a:t>
            </a:r>
            <a:endParaRPr kumimoji="1" lang="ja-JP" altLang="en-US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6529D39-9520-C23B-5743-620E6CF2A0A7}"/>
              </a:ext>
            </a:extLst>
          </p:cNvPr>
          <p:cNvSpPr txBox="1"/>
          <p:nvPr/>
        </p:nvSpPr>
        <p:spPr bwMode="auto">
          <a:xfrm>
            <a:off x="1127448" y="1268760"/>
            <a:ext cx="6984776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ベースフォルダにて下記コマンド起動によりテストを行う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D933B6-5E44-281E-DBF0-D012C56B5B79}"/>
              </a:ext>
            </a:extLst>
          </p:cNvPr>
          <p:cNvSpPr txBox="1"/>
          <p:nvPr/>
        </p:nvSpPr>
        <p:spPr bwMode="auto">
          <a:xfrm>
            <a:off x="1127448" y="3543418"/>
            <a:ext cx="6984776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実際に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conversion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を行うテスト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python -m pytest -s  .\test\test_conversion.py</a:t>
            </a:r>
            <a:endParaRPr kumimoji="1" lang="ja-JP" altLang="en-US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A8178D-B261-107B-EA59-809AFB2F537C}"/>
              </a:ext>
            </a:extLst>
          </p:cNvPr>
          <p:cNvSpPr txBox="1"/>
          <p:nvPr/>
        </p:nvSpPr>
        <p:spPr bwMode="auto">
          <a:xfrm>
            <a:off x="1127448" y="2676745"/>
            <a:ext cx="6984776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 test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フォルダ内の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test*.py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をテスト、標準出力をキャプチャ後に表示する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python -m pytest -s </a:t>
            </a:r>
            <a:endParaRPr kumimoji="1" lang="ja-JP" altLang="en-US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1571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設定ファイルの省略記法テスト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C95F9F-AAE6-6C52-4F67-49BDC6CB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703E6838-A4DC-EC03-4104-B98CE9224123}"/>
              </a:ext>
            </a:extLst>
          </p:cNvPr>
          <p:cNvSpPr txBox="1"/>
          <p:nvPr/>
        </p:nvSpPr>
        <p:spPr bwMode="auto">
          <a:xfrm>
            <a:off x="3926099" y="1478242"/>
            <a:ext cx="2899641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verify_parameter_formats</a:t>
            </a:r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25E70A7-878A-EAC1-9A28-94FCCE5F7CDC}"/>
              </a:ext>
            </a:extLst>
          </p:cNvPr>
          <p:cNvSpPr/>
          <p:nvPr/>
        </p:nvSpPr>
        <p:spPr bwMode="auto">
          <a:xfrm>
            <a:off x="864978" y="1886049"/>
            <a:ext cx="3214798" cy="400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multifileconfig.yaml</a:t>
            </a:r>
            <a:endParaRPr kumimoji="1" lang="ja-JP" altLang="en-US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A84A6ED-CB3F-44D6-1627-50C33A7360DC}"/>
              </a:ext>
            </a:extLst>
          </p:cNvPr>
          <p:cNvSpPr/>
          <p:nvPr/>
        </p:nvSpPr>
        <p:spPr bwMode="auto">
          <a:xfrm>
            <a:off x="6672064" y="1886049"/>
            <a:ext cx="3214798" cy="400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multifileconfig_verifieddump.yaml</a:t>
            </a:r>
            <a:endParaRPr kumimoji="1" lang="ja-JP" altLang="en-US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76E8913-6B2E-D1E2-3E5D-6015E638CF13}"/>
              </a:ext>
            </a:extLst>
          </p:cNvPr>
          <p:cNvCxnSpPr>
            <a:cxnSpLocks/>
            <a:stCxn id="26" idx="3"/>
            <a:endCxn id="4" idx="1"/>
          </p:cNvCxnSpPr>
          <p:nvPr/>
        </p:nvCxnSpPr>
        <p:spPr bwMode="auto">
          <a:xfrm>
            <a:off x="4079776" y="2086105"/>
            <a:ext cx="259228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B4321C-862F-554F-7D25-1AD891712AB7}"/>
              </a:ext>
            </a:extLst>
          </p:cNvPr>
          <p:cNvSpPr txBox="1"/>
          <p:nvPr/>
        </p:nvSpPr>
        <p:spPr bwMode="auto">
          <a:xfrm>
            <a:off x="864978" y="1162681"/>
            <a:ext cx="4942990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複数ファイルの記述を正しく変換するテスト</a:t>
            </a:r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AEEE6B-5AD1-CE22-BACE-EE50542760DB}"/>
              </a:ext>
            </a:extLst>
          </p:cNvPr>
          <p:cNvSpPr txBox="1"/>
          <p:nvPr/>
        </p:nvSpPr>
        <p:spPr bwMode="auto">
          <a:xfrm>
            <a:off x="841846" y="2547860"/>
            <a:ext cx="3367362" cy="375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VERSION: 1.0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FOLDER: test/testdata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TARGETS: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A: targetA.pptx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A1: targetA1.pptx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BZ: targetBZ.pptx</a:t>
            </a:r>
          </a:p>
          <a:p>
            <a:pPr eaLnBrk="1"/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INDEXING: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INDEX: &lt;A:_index&gt;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SOURCE: &lt;A:_source&gt;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INDEX: &lt;A1:_i&gt;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SOURCE: &lt;A1:_s&gt;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CSL: ON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INDEX: &lt;BZ:index&gt;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SOURCE: &lt;BZ:source&gt;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CSL: True</a:t>
            </a:r>
          </a:p>
          <a:p>
            <a:pPr eaLnBrk="1"/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3F8F669-7175-CD54-4C30-9C8A2C90D333}"/>
              </a:ext>
            </a:extLst>
          </p:cNvPr>
          <p:cNvSpPr txBox="1"/>
          <p:nvPr/>
        </p:nvSpPr>
        <p:spPr bwMode="auto">
          <a:xfrm>
            <a:off x="6689078" y="2547860"/>
            <a:ext cx="3367362" cy="3539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VERSION: 1.0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FOLDER: test/testdata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TARGETS: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A: targetA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A1: targetA1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BZ: targetBZ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INDEXING: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 INDEX: targetA_index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SOURCE: targetA_source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CSL: false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 INDEX: targetA1_i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SOURCE: targetA1_s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CSL: true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 INDEX: targetBZindex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SOURCE: targetBZsource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CSL: true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B1AE02F-5AA7-CB81-AB6B-7D2839224C92}"/>
              </a:ext>
            </a:extLst>
          </p:cNvPr>
          <p:cNvCxnSpPr/>
          <p:nvPr/>
        </p:nvCxnSpPr>
        <p:spPr bwMode="auto">
          <a:xfrm>
            <a:off x="2838661" y="3397045"/>
            <a:ext cx="383343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28B292E-C64D-DD77-9C6C-A917E02CF129}"/>
              </a:ext>
            </a:extLst>
          </p:cNvPr>
          <p:cNvSpPr txBox="1"/>
          <p:nvPr/>
        </p:nvSpPr>
        <p:spPr bwMode="auto">
          <a:xfrm>
            <a:off x="3487839" y="3057620"/>
            <a:ext cx="2899641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拡張子は削除される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9DC2402-001B-A8A2-CAE0-F884A9898FCE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7688" y="4209854"/>
            <a:ext cx="3401390" cy="23294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2B3A556-72F6-9B90-0B3A-F9ED266F01F2}"/>
              </a:ext>
            </a:extLst>
          </p:cNvPr>
          <p:cNvSpPr txBox="1"/>
          <p:nvPr/>
        </p:nvSpPr>
        <p:spPr bwMode="auto">
          <a:xfrm>
            <a:off x="3487839" y="3934921"/>
            <a:ext cx="2899641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&lt;KEY:SUFFIX&gt;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構文を変換する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4C432F47-DE9E-C0C9-EA3A-569E85A98D7E}"/>
              </a:ext>
            </a:extLst>
          </p:cNvPr>
          <p:cNvCxnSpPr>
            <a:cxnSpLocks/>
            <a:stCxn id="39" idx="2"/>
          </p:cNvCxnSpPr>
          <p:nvPr/>
        </p:nvCxnSpPr>
        <p:spPr bwMode="auto">
          <a:xfrm flipV="1">
            <a:off x="5473118" y="4616945"/>
            <a:ext cx="1215960" cy="5673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D6EAD91-5996-4CEC-7500-5013326241BD}"/>
              </a:ext>
            </a:extLst>
          </p:cNvPr>
          <p:cNvSpPr txBox="1"/>
          <p:nvPr/>
        </p:nvSpPr>
        <p:spPr bwMode="auto">
          <a:xfrm>
            <a:off x="4023297" y="4396675"/>
            <a:ext cx="2899641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CSL: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をデフォルトで設定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C6FE6D34-A191-41F7-6CE6-3AD38D413A36}"/>
              </a:ext>
            </a:extLst>
          </p:cNvPr>
          <p:cNvCxnSpPr>
            <a:cxnSpLocks/>
          </p:cNvCxnSpPr>
          <p:nvPr/>
        </p:nvCxnSpPr>
        <p:spPr bwMode="auto">
          <a:xfrm>
            <a:off x="2279576" y="5245861"/>
            <a:ext cx="4409502" cy="3741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18F4153-A16C-E266-3222-8B257B6907D0}"/>
              </a:ext>
            </a:extLst>
          </p:cNvPr>
          <p:cNvSpPr txBox="1"/>
          <p:nvPr/>
        </p:nvSpPr>
        <p:spPr bwMode="auto">
          <a:xfrm>
            <a:off x="3287688" y="4958381"/>
            <a:ext cx="2899641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CSL: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 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 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 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0EAE1DA-5A5B-BE78-F7B6-376C12787BBF}"/>
              </a:ext>
            </a:extLst>
          </p:cNvPr>
          <p:cNvCxnSpPr>
            <a:cxnSpLocks/>
          </p:cNvCxnSpPr>
          <p:nvPr/>
        </p:nvCxnSpPr>
        <p:spPr bwMode="auto">
          <a:xfrm flipV="1">
            <a:off x="2279576" y="5932107"/>
            <a:ext cx="4546164" cy="2394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EEDE7B9-116F-E194-E8FA-E4407C09054A}"/>
              </a:ext>
            </a:extLst>
          </p:cNvPr>
          <p:cNvSpPr txBox="1"/>
          <p:nvPr/>
        </p:nvSpPr>
        <p:spPr bwMode="auto">
          <a:xfrm>
            <a:off x="3287688" y="5668575"/>
            <a:ext cx="2899641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CSL: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 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と書いてもよい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B4DFB52-7683-7F1D-5CB2-3D781E251C92}"/>
              </a:ext>
            </a:extLst>
          </p:cNvPr>
          <p:cNvCxnSpPr/>
          <p:nvPr/>
        </p:nvCxnSpPr>
        <p:spPr bwMode="auto">
          <a:xfrm>
            <a:off x="3215680" y="3812137"/>
            <a:ext cx="348494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42A9828-EF97-7536-8B7D-3D46FE1A8FCA}"/>
              </a:ext>
            </a:extLst>
          </p:cNvPr>
          <p:cNvSpPr txBox="1"/>
          <p:nvPr/>
        </p:nvSpPr>
        <p:spPr bwMode="auto">
          <a:xfrm>
            <a:off x="3487839" y="3472712"/>
            <a:ext cx="2899641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KEY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文字以上使ってもよい</a:t>
            </a:r>
            <a:endParaRPr lang="en-US" altLang="ja-JP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743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設定ファイルの省略記法テスト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C95F9F-AAE6-6C52-4F67-49BDC6CB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703E6838-A4DC-EC03-4104-B98CE9224123}"/>
              </a:ext>
            </a:extLst>
          </p:cNvPr>
          <p:cNvSpPr txBox="1"/>
          <p:nvPr/>
        </p:nvSpPr>
        <p:spPr bwMode="auto">
          <a:xfrm>
            <a:off x="3926099" y="1478242"/>
            <a:ext cx="2899641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verify_parameter_formats</a:t>
            </a:r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25E70A7-878A-EAC1-9A28-94FCCE5F7CDC}"/>
              </a:ext>
            </a:extLst>
          </p:cNvPr>
          <p:cNvSpPr/>
          <p:nvPr/>
        </p:nvSpPr>
        <p:spPr bwMode="auto">
          <a:xfrm>
            <a:off x="864978" y="1886049"/>
            <a:ext cx="3214798" cy="400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multifileconfig.yaml</a:t>
            </a:r>
            <a:endParaRPr kumimoji="1" lang="ja-JP" altLang="en-US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A84A6ED-CB3F-44D6-1627-50C33A7360DC}"/>
              </a:ext>
            </a:extLst>
          </p:cNvPr>
          <p:cNvSpPr/>
          <p:nvPr/>
        </p:nvSpPr>
        <p:spPr bwMode="auto">
          <a:xfrm>
            <a:off x="6672064" y="1886049"/>
            <a:ext cx="3214798" cy="400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multifileconfig_verifieddump.yaml</a:t>
            </a:r>
            <a:endParaRPr kumimoji="1" lang="ja-JP" altLang="en-US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76E8913-6B2E-D1E2-3E5D-6015E638CF13}"/>
              </a:ext>
            </a:extLst>
          </p:cNvPr>
          <p:cNvCxnSpPr>
            <a:cxnSpLocks/>
            <a:stCxn id="26" idx="3"/>
            <a:endCxn id="4" idx="1"/>
          </p:cNvCxnSpPr>
          <p:nvPr/>
        </p:nvCxnSpPr>
        <p:spPr bwMode="auto">
          <a:xfrm>
            <a:off x="4079776" y="2086105"/>
            <a:ext cx="259228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DAEEE6B-5AD1-CE22-BACE-EE50542760DB}"/>
              </a:ext>
            </a:extLst>
          </p:cNvPr>
          <p:cNvSpPr txBox="1"/>
          <p:nvPr/>
        </p:nvSpPr>
        <p:spPr bwMode="auto">
          <a:xfrm>
            <a:off x="841846" y="2547860"/>
            <a:ext cx="3367362" cy="3108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GENERATING: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 GENERATE: &lt;BZ&gt;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SOURCE: &lt;BZ:source&gt;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INDEX: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- &lt;BZ:index&gt;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 GENERATE: AandA1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SOURCE: &lt;A:_source&gt;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INDEX: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- &lt;A:_index&gt;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- &lt;A1:_i&gt;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- &lt;BZ:index&gt;</a:t>
            </a:r>
          </a:p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CSL: True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CSP: True</a:t>
            </a:r>
          </a:p>
          <a:p>
            <a:pPr eaLnBrk="1"/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3F8F669-7175-CD54-4C30-9C8A2C90D333}"/>
              </a:ext>
            </a:extLst>
          </p:cNvPr>
          <p:cNvSpPr txBox="1"/>
          <p:nvPr/>
        </p:nvSpPr>
        <p:spPr bwMode="auto">
          <a:xfrm>
            <a:off x="6689078" y="2547860"/>
            <a:ext cx="3367362" cy="3323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GENERATING: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 GENERATE: targetBZ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SOURCE: targetBZsource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INDEX: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targetBZindex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CSL: false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CSP: false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 GENERATE: AandA1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SOURCE: targetA_source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INDEX: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targetA_index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targetA1_i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targetBZindex</a:t>
            </a:r>
          </a:p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CSL: true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CSP: true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9DC2402-001B-A8A2-CAE0-F884A9898FCE}"/>
              </a:ext>
            </a:extLst>
          </p:cNvPr>
          <p:cNvCxnSpPr>
            <a:cxnSpLocks/>
          </p:cNvCxnSpPr>
          <p:nvPr/>
        </p:nvCxnSpPr>
        <p:spPr bwMode="auto">
          <a:xfrm flipV="1">
            <a:off x="3659035" y="3103440"/>
            <a:ext cx="2797005" cy="3752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2B3A556-72F6-9B90-0B3A-F9ED266F01F2}"/>
              </a:ext>
            </a:extLst>
          </p:cNvPr>
          <p:cNvSpPr txBox="1"/>
          <p:nvPr/>
        </p:nvSpPr>
        <p:spPr bwMode="auto">
          <a:xfrm>
            <a:off x="3700415" y="2679301"/>
            <a:ext cx="2899641" cy="461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GENERATE 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でも</a:t>
            </a:r>
            <a:endParaRPr lang="en-US" altLang="ja-JP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&lt;KEY:SUFFIX&gt;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構文を変換する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4C432F47-DE9E-C0C9-EA3A-569E85A98D7E}"/>
              </a:ext>
            </a:extLst>
          </p:cNvPr>
          <p:cNvCxnSpPr>
            <a:cxnSpLocks/>
          </p:cNvCxnSpPr>
          <p:nvPr/>
        </p:nvCxnSpPr>
        <p:spPr bwMode="auto">
          <a:xfrm>
            <a:off x="5502923" y="3822108"/>
            <a:ext cx="1186155" cy="1584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DD6EAD91-5996-4CEC-7500-5013326241BD}"/>
              </a:ext>
            </a:extLst>
          </p:cNvPr>
          <p:cNvSpPr txBox="1"/>
          <p:nvPr/>
        </p:nvSpPr>
        <p:spPr bwMode="auto">
          <a:xfrm>
            <a:off x="3503712" y="3432913"/>
            <a:ext cx="3189605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CSL, CSP 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false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をデフォルトで設定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C6FE6D34-A191-41F7-6CE6-3AD38D413A36}"/>
              </a:ext>
            </a:extLst>
          </p:cNvPr>
          <p:cNvCxnSpPr>
            <a:cxnSpLocks/>
            <a:endCxn id="20" idx="1"/>
          </p:cNvCxnSpPr>
          <p:nvPr/>
        </p:nvCxnSpPr>
        <p:spPr bwMode="auto">
          <a:xfrm>
            <a:off x="3127873" y="3797314"/>
            <a:ext cx="3561205" cy="41254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18F4153-A16C-E266-3222-8B257B6907D0}"/>
              </a:ext>
            </a:extLst>
          </p:cNvPr>
          <p:cNvSpPr txBox="1"/>
          <p:nvPr/>
        </p:nvSpPr>
        <p:spPr bwMode="auto">
          <a:xfrm>
            <a:off x="3772423" y="4098381"/>
            <a:ext cx="2899641" cy="461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ダイレクト構文は</a:t>
            </a:r>
            <a:endParaRPr lang="en-US" altLang="ja-JP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eaLnBrk="1"/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そのまま維持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0EAE1DA-5A5B-BE78-F7B6-376C12787BBF}"/>
              </a:ext>
            </a:extLst>
          </p:cNvPr>
          <p:cNvCxnSpPr>
            <a:cxnSpLocks/>
          </p:cNvCxnSpPr>
          <p:nvPr/>
        </p:nvCxnSpPr>
        <p:spPr bwMode="auto">
          <a:xfrm>
            <a:off x="2279576" y="5109254"/>
            <a:ext cx="4546164" cy="36981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EEDE7B9-116F-E194-E8FA-E4407C09054A}"/>
              </a:ext>
            </a:extLst>
          </p:cNvPr>
          <p:cNvSpPr txBox="1"/>
          <p:nvPr/>
        </p:nvSpPr>
        <p:spPr bwMode="auto">
          <a:xfrm>
            <a:off x="3376130" y="4989378"/>
            <a:ext cx="2899641" cy="2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CSL, CSP 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 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True </a:t>
            </a:r>
            <a:r>
              <a:rPr lang="ja-JP" altLang="en-US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と書いてもよい</a:t>
            </a:r>
            <a:endParaRPr lang="ja-JP" altLang="en-US" sz="12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3682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C95F9F-AAE6-6C52-4F67-49BDC6CB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設定ファイルコンバージョンのテストパラメータ仕様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703E6838-A4DC-EC03-4104-B98CE9224123}"/>
              </a:ext>
            </a:extLst>
          </p:cNvPr>
          <p:cNvSpPr txBox="1"/>
          <p:nvPr/>
        </p:nvSpPr>
        <p:spPr bwMode="auto">
          <a:xfrm>
            <a:off x="1343472" y="2713505"/>
            <a:ext cx="2899641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verify_parameter_formats</a:t>
            </a:r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925E70A7-878A-EAC1-9A28-94FCCE5F7CDC}"/>
              </a:ext>
            </a:extLst>
          </p:cNvPr>
          <p:cNvSpPr/>
          <p:nvPr/>
        </p:nvSpPr>
        <p:spPr bwMode="auto">
          <a:xfrm>
            <a:off x="864978" y="3121312"/>
            <a:ext cx="1342590" cy="400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A84A6ED-CB3F-44D6-1627-50C33A7360DC}"/>
              </a:ext>
            </a:extLst>
          </p:cNvPr>
          <p:cNvSpPr/>
          <p:nvPr/>
        </p:nvSpPr>
        <p:spPr bwMode="auto">
          <a:xfrm>
            <a:off x="6240016" y="3121312"/>
            <a:ext cx="1774638" cy="400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照合先（正解）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D76E8913-6B2E-D1E2-3E5D-6015E638CF13}"/>
              </a:ext>
            </a:extLst>
          </p:cNvPr>
          <p:cNvCxnSpPr>
            <a:cxnSpLocks/>
            <a:stCxn id="26" idx="3"/>
            <a:endCxn id="11" idx="1"/>
          </p:cNvCxnSpPr>
          <p:nvPr/>
        </p:nvCxnSpPr>
        <p:spPr bwMode="auto">
          <a:xfrm>
            <a:off x="2207568" y="3321368"/>
            <a:ext cx="889658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2BA391C-E7D8-A5E6-4209-D9A7FFFADC3C}"/>
              </a:ext>
            </a:extLst>
          </p:cNvPr>
          <p:cNvSpPr/>
          <p:nvPr/>
        </p:nvSpPr>
        <p:spPr bwMode="auto">
          <a:xfrm>
            <a:off x="3097226" y="3121312"/>
            <a:ext cx="1342590" cy="400112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変換結果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778B7A8-ED34-1DE1-491A-F165884B8973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 bwMode="auto">
          <a:xfrm>
            <a:off x="4439816" y="3321368"/>
            <a:ext cx="180020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C4A278C-CE7F-9F39-F8AE-A65F7CD4361A}"/>
              </a:ext>
            </a:extLst>
          </p:cNvPr>
          <p:cNvSpPr txBox="1"/>
          <p:nvPr/>
        </p:nvSpPr>
        <p:spPr bwMode="auto">
          <a:xfrm>
            <a:off x="898656" y="1196752"/>
            <a:ext cx="10381920" cy="1077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verify_parameter_formats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はソース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yaml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を変換する。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その変換が正しく行われるかどうかをテストするため、ソースと照合先（正解）を用意して、ソースの変換結果を照合先と照合するテストを行う。</a:t>
            </a:r>
            <a:endParaRPr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ソース、照合先（正解）の組み合わせを別な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yaml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ファイルで与える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550DF44-1E83-D427-E362-666C751E4917}"/>
              </a:ext>
            </a:extLst>
          </p:cNvPr>
          <p:cNvSpPr txBox="1"/>
          <p:nvPr/>
        </p:nvSpPr>
        <p:spPr bwMode="auto">
          <a:xfrm>
            <a:off x="928438" y="4424661"/>
            <a:ext cx="4519490" cy="1600440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DESCRIPTION: verify_parameter_formats 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DATA: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ID: 1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PURPOSE: &lt;KEY:SUFFIX&gt;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記法のテスト</a:t>
            </a:r>
          </a:p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SOURCE: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ソース１</a:t>
            </a:r>
          </a:p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VERIFIER: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照合先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正解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（以下繰り返し）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E418861-9F80-7ECC-3AA4-F6036608C94F}"/>
              </a:ext>
            </a:extLst>
          </p:cNvPr>
          <p:cNvSpPr txBox="1"/>
          <p:nvPr/>
        </p:nvSpPr>
        <p:spPr bwMode="auto">
          <a:xfrm>
            <a:off x="957895" y="4020129"/>
            <a:ext cx="2899641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vpf_parameters.yaml</a:t>
            </a:r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B3477BB2-BF3F-4C1E-A42C-09976402D233}"/>
              </a:ext>
            </a:extLst>
          </p:cNvPr>
          <p:cNvCxnSpPr>
            <a:cxnSpLocks/>
          </p:cNvCxnSpPr>
          <p:nvPr/>
        </p:nvCxnSpPr>
        <p:spPr bwMode="auto">
          <a:xfrm flipH="1">
            <a:off x="5519936" y="4581753"/>
            <a:ext cx="57606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191F69A3-F3D8-28F9-B08E-13BACBCE4BDB}"/>
              </a:ext>
            </a:extLst>
          </p:cNvPr>
          <p:cNvCxnSpPr>
            <a:cxnSpLocks/>
          </p:cNvCxnSpPr>
          <p:nvPr/>
        </p:nvCxnSpPr>
        <p:spPr bwMode="auto">
          <a:xfrm flipH="1">
            <a:off x="1919536" y="5016985"/>
            <a:ext cx="4248472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AF8C192-FA74-C09D-4BF8-CA42AF985B1D}"/>
              </a:ext>
            </a:extLst>
          </p:cNvPr>
          <p:cNvCxnSpPr>
            <a:cxnSpLocks/>
          </p:cNvCxnSpPr>
          <p:nvPr/>
        </p:nvCxnSpPr>
        <p:spPr bwMode="auto">
          <a:xfrm flipH="1">
            <a:off x="5045422" y="5190497"/>
            <a:ext cx="1122586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2D04AADA-32F3-3D39-276C-0AC18A17E5E0}"/>
              </a:ext>
            </a:extLst>
          </p:cNvPr>
          <p:cNvCxnSpPr>
            <a:cxnSpLocks/>
          </p:cNvCxnSpPr>
          <p:nvPr/>
        </p:nvCxnSpPr>
        <p:spPr bwMode="auto">
          <a:xfrm flipH="1">
            <a:off x="2965138" y="5406521"/>
            <a:ext cx="320287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A20C3935-811F-4D14-DFD3-07A02BB783F5}"/>
              </a:ext>
            </a:extLst>
          </p:cNvPr>
          <p:cNvCxnSpPr>
            <a:cxnSpLocks/>
          </p:cNvCxnSpPr>
          <p:nvPr/>
        </p:nvCxnSpPr>
        <p:spPr bwMode="auto">
          <a:xfrm flipH="1">
            <a:off x="3761644" y="5622545"/>
            <a:ext cx="240636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AABE7BA-20D8-85BD-D95D-4BC4F4DEFFB6}"/>
              </a:ext>
            </a:extLst>
          </p:cNvPr>
          <p:cNvSpPr txBox="1"/>
          <p:nvPr/>
        </p:nvSpPr>
        <p:spPr bwMode="auto">
          <a:xfrm>
            <a:off x="6240016" y="4401310"/>
            <a:ext cx="5023546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ファイル全体の用途</a:t>
            </a:r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5E1690B-61A8-4B85-5741-47BA8ADB5183}"/>
              </a:ext>
            </a:extLst>
          </p:cNvPr>
          <p:cNvSpPr txBox="1"/>
          <p:nvPr/>
        </p:nvSpPr>
        <p:spPr bwMode="auto">
          <a:xfrm>
            <a:off x="6240016" y="4853222"/>
            <a:ext cx="5023546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当ファイル内のどのテストかを識別する。　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(\w+)</a:t>
            </a:r>
            <a:endParaRPr lang="ja-JP" altLang="en-US" sz="140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47119A3-60B6-CB6B-4319-33FEC7A4F069}"/>
              </a:ext>
            </a:extLst>
          </p:cNvPr>
          <p:cNvSpPr txBox="1"/>
          <p:nvPr/>
        </p:nvSpPr>
        <p:spPr bwMode="auto">
          <a:xfrm>
            <a:off x="6240016" y="5070991"/>
            <a:ext cx="5023546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テスト内容の簡潔な説明</a:t>
            </a:r>
            <a:endParaRPr lang="ja-JP" altLang="en-US" sz="140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7FF07D9E-8875-3C68-7844-E4C234801527}"/>
              </a:ext>
            </a:extLst>
          </p:cNvPr>
          <p:cNvSpPr txBox="1"/>
          <p:nvPr/>
        </p:nvSpPr>
        <p:spPr bwMode="auto">
          <a:xfrm>
            <a:off x="6240016" y="5286558"/>
            <a:ext cx="5023546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ソースファイル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yaml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（拡張子省略可）</a:t>
            </a:r>
            <a:endParaRPr lang="ja-JP" altLang="en-US" sz="140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4F508E2-2272-19DD-D4F0-5B9A963F027D}"/>
              </a:ext>
            </a:extLst>
          </p:cNvPr>
          <p:cNvSpPr txBox="1"/>
          <p:nvPr/>
        </p:nvSpPr>
        <p:spPr bwMode="auto">
          <a:xfrm>
            <a:off x="6240016" y="5509848"/>
            <a:ext cx="5023546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照合先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yaml</a:t>
            </a:r>
            <a:r>
              <a:rPr lang="zh-TW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（拡張子省略可）</a:t>
            </a:r>
            <a:endParaRPr lang="ja-JP" altLang="en-US" sz="1400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1151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C95F9F-AAE6-6C52-4F67-49BDC6CB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2024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pptx </a:t>
            </a:r>
            <a:r>
              <a:rPr lang="ja-JP" altLang="en-US" sz="2800">
                <a:solidFill>
                  <a:schemeClr val="tx1"/>
                </a:solidFill>
              </a:rPr>
              <a:t>コンバージョンのテスト仕様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99E952-89B7-B4FF-4DAF-797808D0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C4A278C-CE7F-9F39-F8AE-A65F7CD4361A}"/>
              </a:ext>
            </a:extLst>
          </p:cNvPr>
          <p:cNvSpPr txBox="1"/>
          <p:nvPr/>
        </p:nvSpPr>
        <p:spPr bwMode="auto">
          <a:xfrm>
            <a:off x="898656" y="1196752"/>
            <a:ext cx="10381920" cy="83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collector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labeller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をコンバートするテスト。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 PPTX 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 PPTX 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の対応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SHAPE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 特殊コード 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!!S_ID!! 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を含めておき、</a:t>
            </a:r>
            <a:endParaRPr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両者を抽出して比較する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657260B-EE2E-D792-5112-6090E43C9930}"/>
              </a:ext>
            </a:extLst>
          </p:cNvPr>
          <p:cNvSpPr txBox="1"/>
          <p:nvPr/>
        </p:nvSpPr>
        <p:spPr bwMode="auto">
          <a:xfrm>
            <a:off x="928438" y="4698149"/>
            <a:ext cx="3151338" cy="307779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#DT#AA1.SZ1# title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!!S_1!!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C539321-210C-A712-E621-0224D7A6A4A2}"/>
              </a:ext>
            </a:extLst>
          </p:cNvPr>
          <p:cNvSpPr txBox="1"/>
          <p:nvPr/>
        </p:nvSpPr>
        <p:spPr bwMode="auto">
          <a:xfrm>
            <a:off x="7824192" y="4698149"/>
            <a:ext cx="3151338" cy="307779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3.1 title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!!S_1!!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42A0039-1C80-46E6-1309-7869053BCF92}"/>
              </a:ext>
            </a:extLst>
          </p:cNvPr>
          <p:cNvSpPr txBox="1"/>
          <p:nvPr/>
        </p:nvSpPr>
        <p:spPr bwMode="auto">
          <a:xfrm>
            <a:off x="928438" y="4293096"/>
            <a:ext cx="2028992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 pptx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2394273-1ACB-E63E-510E-B3B256B7E2E9}"/>
              </a:ext>
            </a:extLst>
          </p:cNvPr>
          <p:cNvSpPr txBox="1"/>
          <p:nvPr/>
        </p:nvSpPr>
        <p:spPr bwMode="auto">
          <a:xfrm>
            <a:off x="7824192" y="4293096"/>
            <a:ext cx="237626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 pptx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A52E6B04-F121-DE8D-0E6D-30C103A883DD}"/>
              </a:ext>
            </a:extLst>
          </p:cNvPr>
          <p:cNvCxnSpPr/>
          <p:nvPr/>
        </p:nvCxnSpPr>
        <p:spPr bwMode="auto">
          <a:xfrm>
            <a:off x="4367808" y="4905193"/>
            <a:ext cx="3096344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C9D42D0-3607-106A-6F26-1DB2E4F19CF3}"/>
              </a:ext>
            </a:extLst>
          </p:cNvPr>
          <p:cNvSpPr txBox="1"/>
          <p:nvPr/>
        </p:nvSpPr>
        <p:spPr bwMode="auto">
          <a:xfrm>
            <a:off x="4763852" y="4544259"/>
            <a:ext cx="2304256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collector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&amp;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labeller</a:t>
            </a:r>
            <a:endParaRPr kumimoji="1" lang="ja-JP" altLang="en-US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36A9156-0986-5151-88DA-D722E11DE17A}"/>
              </a:ext>
            </a:extLst>
          </p:cNvPr>
          <p:cNvSpPr txBox="1"/>
          <p:nvPr/>
        </p:nvSpPr>
        <p:spPr bwMode="auto">
          <a:xfrm>
            <a:off x="2827745" y="2361198"/>
            <a:ext cx="6015441" cy="1815884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DESCRIPTION: SOURCE and TARGET comparison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DATA: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- ID: 1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PURPOSE: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テスト目的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CONFIG: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&lt;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設定ファイル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&gt;</a:t>
            </a:r>
          </a:p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SOURCE: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ソース１</a:t>
            </a:r>
          </a:p>
          <a:p>
            <a:pPr eaLnBrk="1"/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VERIFIER: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照合先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変換結果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（以下繰り返し）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96C81FF6-9368-64AB-2C64-BCC94529A3A2}"/>
              </a:ext>
            </a:extLst>
          </p:cNvPr>
          <p:cNvSpPr txBox="1"/>
          <p:nvPr/>
        </p:nvSpPr>
        <p:spPr bwMode="auto">
          <a:xfrm>
            <a:off x="3605177" y="2044250"/>
            <a:ext cx="5083111" cy="307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conversion_parameters.yaml</a:t>
            </a:r>
            <a:endParaRPr lang="ja-JP" altLang="en-US" sz="1400" kern="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2525F6-AB28-D7E3-CA8B-A588998C425A}"/>
              </a:ext>
            </a:extLst>
          </p:cNvPr>
          <p:cNvSpPr txBox="1"/>
          <p:nvPr/>
        </p:nvSpPr>
        <p:spPr bwMode="auto">
          <a:xfrm>
            <a:off x="7824192" y="5911657"/>
            <a:ext cx="3151338" cy="307779"/>
          </a:xfrm>
          <a:prstGeom prst="rect">
            <a:avLst/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3.1 title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!!S_1!!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04CA3C-4AEC-7180-4C41-0F0C695D5656}"/>
              </a:ext>
            </a:extLst>
          </p:cNvPr>
          <p:cNvSpPr txBox="1"/>
          <p:nvPr/>
        </p:nvSpPr>
        <p:spPr bwMode="auto">
          <a:xfrm>
            <a:off x="7824192" y="5506604"/>
            <a:ext cx="237626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VERIFIER pptx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9778364E-BA7D-C6CC-B301-C8333D4BF995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9860362" y="5462994"/>
            <a:ext cx="648072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CA6677-44C4-F729-275C-899D4012656F}"/>
              </a:ext>
            </a:extLst>
          </p:cNvPr>
          <p:cNvSpPr txBox="1"/>
          <p:nvPr/>
        </p:nvSpPr>
        <p:spPr bwMode="auto">
          <a:xfrm>
            <a:off x="10216213" y="5293716"/>
            <a:ext cx="759317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照合</a:t>
            </a:r>
          </a:p>
        </p:txBody>
      </p:sp>
    </p:spTree>
    <p:extLst>
      <p:ext uri="{BB962C8B-B14F-4D97-AF65-F5344CB8AC3E}">
        <p14:creationId xmlns:p14="http://schemas.microsoft.com/office/powerpoint/2010/main" val="332618823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19108</TotalTime>
  <Words>794</Words>
  <Application>Microsoft Office PowerPoint</Application>
  <PresentationFormat>ワイド画面</PresentationFormat>
  <Paragraphs>143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BIZ UDPゴシック</vt:lpstr>
      <vt:lpstr>FOT-UD丸ゴ_ラージ Pr6 M</vt:lpstr>
      <vt:lpstr>Arial</vt:lpstr>
      <vt:lpstr>Garamond</vt:lpstr>
      <vt:lpstr>Wingdings</vt:lpstr>
      <vt:lpstr>Edge</vt:lpstr>
      <vt:lpstr>testフォルダ</vt:lpstr>
      <vt:lpstr>設定ファイルの省略記法テスト</vt:lpstr>
      <vt:lpstr>設定ファイルの省略記法テスト</vt:lpstr>
      <vt:lpstr>設定ファイルコンバージョンのテストパラメータ仕様</vt:lpstr>
      <vt:lpstr>pptx コンバージョンのテスト仕様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1644</cp:revision>
  <cp:lastPrinted>2024-11-10T09:08:11Z</cp:lastPrinted>
  <dcterms:modified xsi:type="dcterms:W3CDTF">2024-12-11T06:58:36Z</dcterms:modified>
</cp:coreProperties>
</file>