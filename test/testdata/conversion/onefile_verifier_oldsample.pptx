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9"/>
  </p:notesMasterIdLst>
  <p:sldIdLst>
    <p:sldId id="1682" r:id="rId2"/>
    <p:sldId id="1686" r:id="rId3"/>
    <p:sldId id="1683" r:id="rId4"/>
    <p:sldId id="1687" r:id="rId5"/>
    <p:sldId id="1681" r:id="rId6"/>
    <p:sldId id="1684" r:id="rId7"/>
    <p:sldId id="1685" r:id="rId8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A7A"/>
    <a:srgbClr val="545858"/>
    <a:srgbClr val="00B0F0"/>
    <a:srgbClr val="81D994"/>
    <a:srgbClr val="58CC72"/>
    <a:srgbClr val="00FFFF"/>
    <a:srgbClr val="FF00FF"/>
    <a:srgbClr val="F7F61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7" autoAdjust="0"/>
    <p:restoredTop sz="86408" autoAdjust="0"/>
  </p:normalViewPr>
  <p:slideViewPr>
    <p:cSldViewPr>
      <p:cViewPr varScale="1">
        <p:scale>
          <a:sx n="96" d="100"/>
          <a:sy n="96" d="100"/>
        </p:scale>
        <p:origin x="72" y="4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16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294670BC-B8C6-44A7-84E1-23632D8FD86F}" type="datetimeFigureOut">
              <a:rPr lang="ja-JP" altLang="en-US" smtClean="0"/>
              <a:pPr/>
              <a:t>2024/12/7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BA10FDB7-3E02-4363-90B3-590B3C26A88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32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CF806-E48A-4798-56B5-568A0B4BD0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/>
              <a:t>PowerPoint Indexing Labeler </a:t>
            </a:r>
            <a:br>
              <a:rPr kumimoji="1" lang="en-US" altLang="ja-JP"/>
            </a:br>
            <a:r>
              <a:rPr kumimoji="1" lang="en-US" altLang="ja-JP"/>
              <a:t>Example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FF3C5E-3719-BB59-BBA5-EA1E27B09C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/>
              <a:t>Version 1.0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767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Index Page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41ADEE6-2AC5-880A-300C-D1FC0140A820}"/>
              </a:ext>
            </a:extLst>
          </p:cNvPr>
          <p:cNvSpPr txBox="1"/>
          <p:nvPr/>
        </p:nvSpPr>
        <p:spPr bwMode="auto">
          <a:xfrm>
            <a:off x="1127453" y="1253698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The following shapes will be replaced with the table of contents.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99E952-89B7-B4FF-4DAF-797808D0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97208C5-A8ED-73E8-AECE-EEE0D7A6F78C}"/>
              </a:ext>
            </a:extLst>
          </p:cNvPr>
          <p:cNvSpPr txBox="1"/>
          <p:nvPr/>
        </p:nvSpPr>
        <p:spPr bwMode="auto">
          <a:xfrm>
            <a:off x="1323525" y="1827042"/>
            <a:ext cx="6624737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1.1) Chapter 1, Page 1   !!S_1!!
1.2) Chapter 1, Page 2   !!S_2!!
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A48185C-6C02-38A8-F736-166E89B5431C}"/>
              </a:ext>
            </a:extLst>
          </p:cNvPr>
          <p:cNvSpPr txBox="1"/>
          <p:nvPr/>
        </p:nvSpPr>
        <p:spPr bwMode="auto">
          <a:xfrm>
            <a:off x="7320136" y="1827042"/>
            <a:ext cx="2347084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algn="r"/>
            <a:r>
              <a:rPr lang="en-US" altLang="ja-JP" sz="1600"/>
              <a:t>2
4
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B4973D0-1BE3-ADC2-392A-F29C77AF0A6F}"/>
              </a:ext>
            </a:extLst>
          </p:cNvPr>
          <p:cNvSpPr txBox="1"/>
          <p:nvPr/>
        </p:nvSpPr>
        <p:spPr bwMode="auto">
          <a:xfrm>
            <a:off x="1323525" y="3257254"/>
            <a:ext cx="6624737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2.1) Chapter 2, Page 1   !!S_3!
2.2) Chapter 2, Page 2     !!S_A4!!
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0D417FF-F8D0-32A8-B732-78B5F6B7BED8}"/>
              </a:ext>
            </a:extLst>
          </p:cNvPr>
          <p:cNvSpPr txBox="1"/>
          <p:nvPr/>
        </p:nvSpPr>
        <p:spPr bwMode="auto">
          <a:xfrm>
            <a:off x="7320136" y="3257254"/>
            <a:ext cx="2347084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algn="r"/>
            <a:r>
              <a:rPr lang="en-US" altLang="ja-JP" sz="1600"/>
              <a:t>5
6
</a:t>
            </a:r>
          </a:p>
        </p:txBody>
      </p:sp>
    </p:spTree>
    <p:extLst>
      <p:ext uri="{BB962C8B-B14F-4D97-AF65-F5344CB8AC3E}">
        <p14:creationId xmlns:p14="http://schemas.microsoft.com/office/powerpoint/2010/main" val="2161419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1.1) Chapter 1, Page 1   !!S_1!!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41ADEE6-2AC5-880A-300C-D1FC0140A820}"/>
              </a:ext>
            </a:extLst>
          </p:cNvPr>
          <p:cNvSpPr txBox="1"/>
          <p:nvPr/>
        </p:nvSpPr>
        <p:spPr bwMode="auto">
          <a:xfrm>
            <a:off x="1127453" y="1253698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Example texts (1)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99E952-89B7-B4FF-4DAF-797808D0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3CD10B7-598A-D82C-FE5D-1367552BFBB8}"/>
              </a:ext>
            </a:extLst>
          </p:cNvPr>
          <p:cNvSpPr txBox="1"/>
          <p:nvPr/>
        </p:nvSpPr>
        <p:spPr bwMode="auto">
          <a:xfrm>
            <a:off x="1127453" y="3895460"/>
            <a:ext cx="9577065" cy="3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  Chapter 2, Page 1   !!S_3!   -- (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章節番号とタイトルの参照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 !!S_RIT5!!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2AE9DA7-0B48-2886-968D-B8F989E89E1A}"/>
              </a:ext>
            </a:extLst>
          </p:cNvPr>
          <p:cNvSpPr txBox="1"/>
          <p:nvPr/>
        </p:nvSpPr>
        <p:spPr bwMode="auto">
          <a:xfrm>
            <a:off x="1127453" y="2801327"/>
            <a:ext cx="9577065" cy="3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章節番号のみ参照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!!S_RIT2!!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9675287-DDBE-6C08-375F-194BFA308D89}"/>
              </a:ext>
            </a:extLst>
          </p:cNvPr>
          <p:cNvSpPr txBox="1"/>
          <p:nvPr/>
        </p:nvSpPr>
        <p:spPr bwMode="auto">
          <a:xfrm>
            <a:off x="1127453" y="3543583"/>
            <a:ext cx="9577065" cy="3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 (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スライド番号のみ参照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!!S_RIT4!!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AFD31B4-971C-1CBB-6252-D689AE601356}"/>
              </a:ext>
            </a:extLst>
          </p:cNvPr>
          <p:cNvSpPr txBox="1"/>
          <p:nvPr/>
        </p:nvSpPr>
        <p:spPr bwMode="auto">
          <a:xfrm>
            <a:off x="1127453" y="3159547"/>
            <a:ext cx="9577065" cy="3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2, Page 1   !!S_3! (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タイトルの参照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!!S_RIT3!!</a:t>
            </a:r>
          </a:p>
        </p:txBody>
      </p:sp>
    </p:spTree>
    <p:extLst>
      <p:ext uri="{BB962C8B-B14F-4D97-AF65-F5344CB8AC3E}">
        <p14:creationId xmlns:p14="http://schemas.microsoft.com/office/powerpoint/2010/main" val="649762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1.1) Chapter 1, Page 1   !!S_1!!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41ADEE6-2AC5-880A-300C-D1FC0140A820}"/>
              </a:ext>
            </a:extLst>
          </p:cNvPr>
          <p:cNvSpPr txBox="1"/>
          <p:nvPr/>
        </p:nvSpPr>
        <p:spPr bwMode="auto">
          <a:xfrm>
            <a:off x="1127453" y="1253698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Example texts (1)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99E952-89B7-B4FF-4DAF-797808D0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F86A6CA-4ACC-331D-113C-79F97537834A}"/>
              </a:ext>
            </a:extLst>
          </p:cNvPr>
          <p:cNvSpPr txBox="1"/>
          <p:nvPr/>
        </p:nvSpPr>
        <p:spPr bwMode="auto">
          <a:xfrm>
            <a:off x="1127453" y="2420888"/>
            <a:ext cx="9577065" cy="3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  Chapter 2, Page 1   !!S_3!!  (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章節番号とタイトルの参照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!!S_RIT1!!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3CD10B7-598A-D82C-FE5D-1367552BFBB8}"/>
              </a:ext>
            </a:extLst>
          </p:cNvPr>
          <p:cNvSpPr txBox="1"/>
          <p:nvPr/>
        </p:nvSpPr>
        <p:spPr bwMode="auto">
          <a:xfrm>
            <a:off x="1127453" y="3585718"/>
            <a:ext cx="9577065" cy="3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 Chapter 2, Page 1   !!S_3!!  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章番号とタイトルの参照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!!S_RIT2!!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3401C96-2A43-A532-3209-A5F71BA92EB6}"/>
              </a:ext>
            </a:extLst>
          </p:cNvPr>
          <p:cNvSpPr txBox="1"/>
          <p:nvPr/>
        </p:nvSpPr>
        <p:spPr bwMode="auto">
          <a:xfrm>
            <a:off x="1127453" y="2849413"/>
            <a:ext cx="9577065" cy="3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  Chapter 2, Page 1   !!S_3!!--------</a:t>
            </a:r>
          </a:p>
        </p:txBody>
      </p:sp>
    </p:spTree>
    <p:extLst>
      <p:ext uri="{BB962C8B-B14F-4D97-AF65-F5344CB8AC3E}">
        <p14:creationId xmlns:p14="http://schemas.microsoft.com/office/powerpoint/2010/main" val="2175253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1.2) Chapter 1, Page 2   !!S_2!!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41ADEE6-2AC5-880A-300C-D1FC0140A820}"/>
              </a:ext>
            </a:extLst>
          </p:cNvPr>
          <p:cNvSpPr txBox="1"/>
          <p:nvPr/>
        </p:nvSpPr>
        <p:spPr bwMode="auto">
          <a:xfrm>
            <a:off x="1127453" y="1253698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Example texts (2)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99E952-89B7-B4FF-4DAF-797808D0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3682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AC8AD-C2C3-3CB5-543C-3D45A3BFB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916FE9-80AD-C400-7C04-CBA7C7400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2.1) Chapter 2, Page 1   !!S_3!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F279476-7C30-1560-BA1F-417AC95D8C3F}"/>
              </a:ext>
            </a:extLst>
          </p:cNvPr>
          <p:cNvSpPr txBox="1"/>
          <p:nvPr/>
        </p:nvSpPr>
        <p:spPr bwMode="auto">
          <a:xfrm>
            <a:off x="1127453" y="1253698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Example texts (3)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7275183-0638-0375-EA60-0320864E6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3917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63282-9A59-5064-E8F8-2DD264AE0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8940EB-BAD2-6BF6-5251-D7A645571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2.2) Chapter 2, Page 2     !!S_A4!!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702FAD5-DE8D-F89C-57D2-4C3BEBD914DB}"/>
              </a:ext>
            </a:extLst>
          </p:cNvPr>
          <p:cNvSpPr txBox="1"/>
          <p:nvPr/>
        </p:nvSpPr>
        <p:spPr bwMode="auto">
          <a:xfrm>
            <a:off x="1127453" y="1253698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Example texts (4)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CE4DF34-FD38-A7BF-818D-5781CCE0D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4165920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t" anchorCtr="0" compatLnSpc="1">
        <a:prstTxWarp prst="textNoShape">
          <a:avLst/>
        </a:prstTxWarp>
      </a:bodyPr>
      <a:lstStyle>
        <a:defPPr algn="ctr" defTabSz="914477" eaLnBrk="1" hangingPunct="1">
          <a:defRPr kumimoji="1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1" rIns="91440" bIns="45721" numCol="1" rtlCol="0" anchor="t" anchorCtr="0" compatLnSpc="1">
        <a:prstTxWarp prst="textNoShape">
          <a:avLst/>
        </a:prstTxWarp>
        <a:spAutoFit/>
      </a:bodyPr>
      <a:lstStyle>
        <a:defPPr algn="l" eaLnBrk="1">
          <a:defRPr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18180</TotalTime>
  <Words>275</Words>
  <Application>Microsoft Office PowerPoint</Application>
  <PresentationFormat>ワイド画面</PresentationFormat>
  <Paragraphs>31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BIZ UDPゴシック</vt:lpstr>
      <vt:lpstr>FOT-UD丸ゴ_ラージ Pr6 M</vt:lpstr>
      <vt:lpstr>Arial</vt:lpstr>
      <vt:lpstr>Garamond</vt:lpstr>
      <vt:lpstr>Wingdings</vt:lpstr>
      <vt:lpstr>Edge</vt:lpstr>
      <vt:lpstr>PowerPoint Indexing Labeler  Example</vt:lpstr>
      <vt:lpstr>Index Page</vt:lpstr>
      <vt:lpstr>#DT#WX1.PG1) Chapter 1, Page 1   !!S_1!!</vt:lpstr>
      <vt:lpstr>1.1) Chapter 1, Page 1   !!S_1!!</vt:lpstr>
      <vt:lpstr>#DT#WX1.PG2) Chapter 1, Page 2   !!S_2!!</vt:lpstr>
      <vt:lpstr>#DT#WX2.PG1) Chapter 2, Page 1   !!S_3!</vt:lpstr>
      <vt:lpstr>#DT#WX2.PG9) Chapter 2, Page 2     !!S_A4!!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開米瑞浩</dc:creator>
  <cp:lastModifiedBy>瑞浩 開米</cp:lastModifiedBy>
  <cp:revision>1656</cp:revision>
  <cp:lastPrinted>2024-11-10T09:08:11Z</cp:lastPrinted>
  <dcterms:modified xsi:type="dcterms:W3CDTF">2024-12-07T03:13:49Z</dcterms:modified>
</cp:coreProperties>
</file>