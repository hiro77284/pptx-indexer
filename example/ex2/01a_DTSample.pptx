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2"/>
  </p:notesMasterIdLst>
  <p:sldIdLst>
    <p:sldId id="1682" r:id="rId2"/>
    <p:sldId id="1688" r:id="rId3"/>
    <p:sldId id="1702" r:id="rId4"/>
    <p:sldId id="1704" r:id="rId5"/>
    <p:sldId id="1705" r:id="rId6"/>
    <p:sldId id="1706" r:id="rId7"/>
    <p:sldId id="1707" r:id="rId8"/>
    <p:sldId id="1708" r:id="rId9"/>
    <p:sldId id="1709" r:id="rId10"/>
    <p:sldId id="1710" r:id="rId11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105" d="100"/>
          <a:sy n="105" d="100"/>
        </p:scale>
        <p:origin x="132" y="4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rPr kumimoji="1" lang="en-US" altLang="ja-JP"/>
              <a:t>01</a:t>
            </a:r>
            <a:r>
              <a:rPr lang="en-US" altLang="ja-JP"/>
              <a:t>a</a:t>
            </a:r>
            <a:r>
              <a:rPr kumimoji="1" lang="en-US" altLang="ja-JP"/>
              <a:t>_DTSample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2025/3/6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　　　　　　　タグを使って章・節番号ナンバリングを処理するサンプル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CF2992-621B-C5B2-360B-754D2216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73" y="2853694"/>
            <a:ext cx="917992" cy="34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確認方法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以下のようにして起動します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01a_DTSample.pptx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01a_DTSample_generated.pptx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47349-84C7-0A48-FACF-71522E2D3B88}"/>
              </a:ext>
            </a:extLst>
          </p:cNvPr>
          <p:cNvSpPr txBox="1"/>
          <p:nvPr/>
        </p:nvSpPr>
        <p:spPr bwMode="auto">
          <a:xfrm>
            <a:off x="2855640" y="3625727"/>
            <a:ext cx="52565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生成後のファイル名には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がつく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0611F13-4034-0A5A-B5F3-AC85EABC47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31704" y="3303952"/>
            <a:ext cx="360040" cy="33855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826B-D5BF-C382-4E1D-2232B12D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6C01B-F4E3-0E48-6FF7-581E96CF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#DT#X#) </a:t>
            </a:r>
            <a:r>
              <a:rPr lang="ja-JP" altLang="en-US" sz="2800">
                <a:solidFill>
                  <a:schemeClr val="tx1"/>
                </a:solidFill>
              </a:rPr>
              <a:t>春の章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8A26EF3-93AA-92C4-F485-246FE29D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EE9D72C-B305-6BF7-0399-B66719D4C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ECB034-FA72-2672-D22D-65631F26E75E}"/>
              </a:ext>
            </a:extLst>
          </p:cNvPr>
          <p:cNvSpPr/>
          <p:nvPr/>
        </p:nvSpPr>
        <p:spPr bwMode="auto">
          <a:xfrm>
            <a:off x="2517712" y="2060848"/>
            <a:ext cx="5450496" cy="64807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タグによる章定義。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タグは通常、タイトルの先頭に埋め込みます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7A1E291-D975-951F-30F7-466F7FB1E67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95600" y="764704"/>
            <a:ext cx="576064" cy="122413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201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184A-AA14-B56A-EE19-03869B7B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80794-0A06-5A4E-998F-40CCA4FE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#DT#X.A#) </a:t>
            </a:r>
            <a:r>
              <a:rPr lang="ja-JP" altLang="en-US" sz="2800">
                <a:solidFill>
                  <a:schemeClr val="tx1"/>
                </a:solidFill>
              </a:rPr>
              <a:t>菜の花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20978A0B-2C36-8D9E-E6ED-2EA1757E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CEE26B07-C823-FD73-F5BB-E18494D5C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2B579E7-6265-DC90-3CFB-6F5D9C21B179}"/>
              </a:ext>
            </a:extLst>
          </p:cNvPr>
          <p:cNvSpPr/>
          <p:nvPr/>
        </p:nvSpPr>
        <p:spPr bwMode="auto">
          <a:xfrm>
            <a:off x="2517712" y="2060848"/>
            <a:ext cx="5450496" cy="64807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タグによる節定義。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以下、この形式で章・節を定義していきます。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2451892C-C0C8-9CDD-769D-53246BCB665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11624" y="764704"/>
            <a:ext cx="360040" cy="122413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4001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8A58-216E-EC0D-74AE-356DC603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C4806-AC04-929C-FC1B-E43AB91C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#DT#Y#) </a:t>
            </a:r>
            <a:r>
              <a:rPr lang="ja-JP" altLang="en-US" sz="2800">
                <a:solidFill>
                  <a:schemeClr val="tx1"/>
                </a:solidFill>
              </a:rPr>
              <a:t>夏の章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1EE69B91-9297-3982-ABFF-50130EED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3F3C54A-3925-6DCD-3BD1-C35C8C71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7679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#DT#Y.A#) </a:t>
            </a:r>
            <a:r>
              <a:rPr lang="ja-JP" altLang="en-US" sz="2800">
                <a:solidFill>
                  <a:schemeClr val="tx1"/>
                </a:solidFill>
              </a:rPr>
              <a:t>アジサイ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459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51D-3219-29F5-B2CE-51AD2152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A45BF-BC21-2827-46FA-A5602921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#DT#Y.E#) </a:t>
            </a:r>
            <a:r>
              <a:rPr lang="ja-JP" altLang="en-US" sz="2800">
                <a:solidFill>
                  <a:schemeClr val="tx1"/>
                </a:solidFill>
              </a:rPr>
              <a:t>ヒマワリ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6955ED7-8387-26BC-E8FD-9AF90FC9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FA73FF8-3877-FC21-1682-6B71F8F3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92B8AA-68E0-4A6D-F28D-0EFA5E34FD6D}"/>
              </a:ext>
            </a:extLst>
          </p:cNvPr>
          <p:cNvSpPr/>
          <p:nvPr/>
        </p:nvSpPr>
        <p:spPr bwMode="auto">
          <a:xfrm>
            <a:off x="2105716" y="1916832"/>
            <a:ext cx="4926388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の次が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のように不連続に変化してもかまいません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E995C9A8-7DD0-DA69-9644-9687B924607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11624" y="764704"/>
            <a:ext cx="72008" cy="100811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3163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60D6-5384-141F-E1D4-FA6DC51D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42232-ECF7-0B11-3C72-FECBA7CE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#DT#Y.route66#) </a:t>
            </a:r>
            <a:r>
              <a:rPr lang="ja-JP" altLang="en-US" sz="2800">
                <a:solidFill>
                  <a:schemeClr val="tx1"/>
                </a:solidFill>
              </a:rPr>
              <a:t>アサガオ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1657828-3DF1-F0DA-01E3-8D816953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FB39716-B6E6-F6D2-3754-A879E57FD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821A4E-AA89-7291-9496-540D985C042E}"/>
              </a:ext>
            </a:extLst>
          </p:cNvPr>
          <p:cNvSpPr/>
          <p:nvPr/>
        </p:nvSpPr>
        <p:spPr bwMode="auto">
          <a:xfrm>
            <a:off x="2681780" y="1916832"/>
            <a:ext cx="4782372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コードは長い文字列でもかまいません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B30C6D89-76C2-4545-727D-8774BF9E323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287688" y="764704"/>
            <a:ext cx="72008" cy="100811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8293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774-8F1B-EE39-402D-4D50827D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3FE88-798A-2206-7C89-0B9BC2C8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#DT#ZEEK#) </a:t>
            </a:r>
            <a:r>
              <a:rPr lang="ja-JP" altLang="en-US" sz="2800">
                <a:solidFill>
                  <a:schemeClr val="tx1"/>
                </a:solidFill>
              </a:rPr>
              <a:t>秋の章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1112BC9-B74A-35BA-DDE6-802A56B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795D8DD-FC20-D704-31C5-7BAECD1E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88F82D-B2A5-9453-83BF-5AF69D4D727C}"/>
              </a:ext>
            </a:extLst>
          </p:cNvPr>
          <p:cNvSpPr/>
          <p:nvPr/>
        </p:nvSpPr>
        <p:spPr bwMode="auto">
          <a:xfrm>
            <a:off x="2207568" y="1988840"/>
            <a:ext cx="4968552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コードの章部分に長い文字列を使った例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E349D6A-53AC-CEBC-E34B-C08781FB636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9616" y="764704"/>
            <a:ext cx="245867" cy="108012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2588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6D43-D40A-4DC9-7585-9EFD15D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A2800-ABAB-0F2C-499E-6618B64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#DT#ZEEK.alpha#) </a:t>
            </a:r>
            <a:r>
              <a:rPr lang="ja-JP" altLang="en-US" sz="2800">
                <a:solidFill>
                  <a:schemeClr val="tx1"/>
                </a:solidFill>
              </a:rPr>
              <a:t>リンドウ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2AC4A97-5104-80AF-8033-42C3395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870DA24-8AB7-E8F0-CC3D-672C82FC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4456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20830</TotalTime>
  <Words>253</Words>
  <Application>Microsoft Office PowerPoint</Application>
  <PresentationFormat>ワイド画面</PresentationFormat>
  <Paragraphs>43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01a_DTSample</vt:lpstr>
      <vt:lpstr>確認方法</vt:lpstr>
      <vt:lpstr>#DT#X#) 春の章</vt:lpstr>
      <vt:lpstr>#DT#X.A#) 菜の花</vt:lpstr>
      <vt:lpstr>#DT#Y#) 夏の章</vt:lpstr>
      <vt:lpstr>#DT#Y.A#) アジサイ</vt:lpstr>
      <vt:lpstr>#DT#Y.E#) ヒマワリ</vt:lpstr>
      <vt:lpstr>#DT#Y.route66#) アサガオ</vt:lpstr>
      <vt:lpstr>#DT#ZEEK#) 秋の章</vt:lpstr>
      <vt:lpstr>#DT#ZEEK.alpha#) リンドウ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1906</cp:revision>
  <cp:lastPrinted>2024-11-10T09:08:11Z</cp:lastPrinted>
  <dcterms:modified xsi:type="dcterms:W3CDTF">2025-03-08T14:34:07Z</dcterms:modified>
</cp:coreProperties>
</file>