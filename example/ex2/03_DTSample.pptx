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11"/>
  </p:notesMasterIdLst>
  <p:sldIdLst>
    <p:sldId id="1682" r:id="rId2"/>
    <p:sldId id="1708" r:id="rId3"/>
    <p:sldId id="1715" r:id="rId4"/>
    <p:sldId id="1717" r:id="rId5"/>
    <p:sldId id="1712" r:id="rId6"/>
    <p:sldId id="1716" r:id="rId7"/>
    <p:sldId id="1714" r:id="rId8"/>
    <p:sldId id="1711" r:id="rId9"/>
    <p:sldId id="1713" r:id="rId10"/>
  </p:sldIdLst>
  <p:sldSz cx="12192000" cy="6858000"/>
  <p:notesSz cx="6797675" cy="9926638"/>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B0F0"/>
    <a:srgbClr val="FF0000"/>
    <a:srgbClr val="FF7A7A"/>
    <a:srgbClr val="545858"/>
    <a:srgbClr val="81D994"/>
    <a:srgbClr val="58CC72"/>
    <a:srgbClr val="00FFFF"/>
    <a:srgbClr val="F7F61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67" autoAdjust="0"/>
    <p:restoredTop sz="94658" autoAdjust="0"/>
  </p:normalViewPr>
  <p:slideViewPr>
    <p:cSldViewPr>
      <p:cViewPr>
        <p:scale>
          <a:sx n="100" d="100"/>
          <a:sy n="100" d="100"/>
        </p:scale>
        <p:origin x="294" y="79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141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atin typeface="BIZ UDPゴシック" panose="020B0400000000000000" pitchFamily="50" charset="-128"/>
              </a:defRPr>
            </a:lvl1pPr>
          </a:lstStyle>
          <a:p>
            <a:endParaRPr lang="ja-JP" altLang="en-US"/>
          </a:p>
        </p:txBody>
      </p:sp>
      <p:sp>
        <p:nvSpPr>
          <p:cNvPr id="3" name="日付プレースホルダー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atin typeface="BIZ UDPゴシック" panose="020B0400000000000000" pitchFamily="50" charset="-128"/>
              </a:defRPr>
            </a:lvl1pPr>
          </a:lstStyle>
          <a:p>
            <a:fld id="{294670BC-B8C6-44A7-84E1-23632D8FD86F}" type="datetimeFigureOut">
              <a:rPr lang="ja-JP" altLang="en-US" smtClean="0"/>
              <a:pPr/>
              <a:t>2025/3/8</a:t>
            </a:fld>
            <a:endParaRPr lang="ja-JP" altLang="en-US"/>
          </a:p>
        </p:txBody>
      </p:sp>
      <p:sp>
        <p:nvSpPr>
          <p:cNvPr id="4" name="スライド イメージ プレースホルダー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atin typeface="BIZ UDPゴシック" panose="020B0400000000000000" pitchFamily="50" charset="-128"/>
              </a:defRPr>
            </a:lvl1pPr>
          </a:lstStyle>
          <a:p>
            <a:endParaRPr lang="ja-JP" altLang="en-US"/>
          </a:p>
        </p:txBody>
      </p:sp>
      <p:sp>
        <p:nvSpPr>
          <p:cNvPr id="7" name="スライド番号プレースホルダー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atin typeface="BIZ UDPゴシック" panose="020B0400000000000000" pitchFamily="50" charset="-128"/>
              </a:defRPr>
            </a:lvl1pPr>
          </a:lstStyle>
          <a:p>
            <a:fld id="{BA10FDB7-3E02-4363-90B3-590B3C26A88D}" type="slidenum">
              <a:rPr lang="ja-JP" altLang="en-US" smtClean="0"/>
              <a:pPr/>
              <a:t>‹#›</a:t>
            </a:fld>
            <a:endParaRPr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ＭＳ Ｐゴシック" pitchFamily="50" charset="-128"/>
            </a:endParaRPr>
          </a:p>
        </p:txBody>
      </p:sp>
      <p:sp>
        <p:nvSpPr>
          <p:cNvPr id="5" name="スライド番号プレースホルダー 4">
            <a:extLst>
              <a:ext uri="{FF2B5EF4-FFF2-40B4-BE49-F238E27FC236}">
                <a16:creationId xmlns:a16="http://schemas.microsoft.com/office/drawing/2014/main" id="{F00C62EA-46CE-6E45-F9C1-8E001A79E1DB}"/>
              </a:ext>
            </a:extLst>
          </p:cNvPr>
          <p:cNvSpPr>
            <a:spLocks noGrp="1"/>
          </p:cNvSpPr>
          <p:nvPr>
            <p:ph type="sldNum" sz="quarter" idx="10"/>
          </p:nvPr>
        </p:nvSpPr>
        <p:spPr/>
        <p:txBody>
          <a:body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98656" y="260648"/>
            <a:ext cx="10957984" cy="648072"/>
          </a:xfrm>
        </p:spPr>
        <p:txBody>
          <a:bodyPr/>
          <a:lstStyle>
            <a:lvl1pPr>
              <a:defRPr sz="32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14102FAC-1D8D-98FF-0E86-05B23E382AF4}"/>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368A006B-8EC8-B39A-B6FA-0EE75EB75FA5}"/>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0E031350-F277-E392-9EEE-34255C7F5C09}"/>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4" name="フッター プレースホルダー 2">
            <a:extLst>
              <a:ext uri="{FF2B5EF4-FFF2-40B4-BE49-F238E27FC236}">
                <a16:creationId xmlns:a16="http://schemas.microsoft.com/office/drawing/2014/main" id="{00549907-4137-254B-ABA0-204DDF792283}"/>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326FBE41-6A51-4D78-3BE1-6E095FFE1BDE}"/>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2024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Lst>
  <p:hf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2CF806-E48A-4798-56B5-568A0B4BD0B6}"/>
              </a:ext>
            </a:extLst>
          </p:cNvPr>
          <p:cNvSpPr>
            <a:spLocks noGrp="1"/>
          </p:cNvSpPr>
          <p:nvPr>
            <p:ph type="ctrTitle"/>
          </p:nvPr>
        </p:nvSpPr>
        <p:spPr>
          <a:xfrm>
            <a:off x="1007436" y="1844824"/>
            <a:ext cx="10164233" cy="1033760"/>
          </a:xfrm>
        </p:spPr>
        <p:txBody>
          <a:bodyPr/>
          <a:lstStyle/>
          <a:p>
            <a:r>
              <a:rPr kumimoji="1" lang="en-US" altLang="ja-JP"/>
              <a:t>03_DTSampleA</a:t>
            </a:r>
            <a:endParaRPr kumimoji="1" lang="ja-JP" altLang="en-US"/>
          </a:p>
        </p:txBody>
      </p:sp>
      <p:sp>
        <p:nvSpPr>
          <p:cNvPr id="3" name="字幕 2">
            <a:extLst>
              <a:ext uri="{FF2B5EF4-FFF2-40B4-BE49-F238E27FC236}">
                <a16:creationId xmlns:a16="http://schemas.microsoft.com/office/drawing/2014/main" id="{FFFF3C5E-3719-BB59-BBA5-EA1E27B09C4D}"/>
              </a:ext>
            </a:extLst>
          </p:cNvPr>
          <p:cNvSpPr>
            <a:spLocks noGrp="1"/>
          </p:cNvSpPr>
          <p:nvPr>
            <p:ph type="subTitle" idx="1"/>
          </p:nvPr>
        </p:nvSpPr>
        <p:spPr>
          <a:xfrm>
            <a:off x="3407834" y="3962400"/>
            <a:ext cx="7971367" cy="1194792"/>
          </a:xfrm>
        </p:spPr>
        <p:txBody>
          <a:bodyPr/>
          <a:lstStyle/>
          <a:p>
            <a:pPr algn="r"/>
            <a:r>
              <a:rPr kumimoji="1" lang="ja-JP" altLang="en-US"/>
              <a:t>アイデアクラフト　代表　開米瑞浩</a:t>
            </a:r>
          </a:p>
          <a:p>
            <a:pPr algn="r"/>
            <a:r>
              <a:rPr lang="ja-JP" altLang="en-US" sz="2000"/>
              <a:t>　　</a:t>
            </a:r>
            <a:r>
              <a:rPr lang="en-US" altLang="ja-JP" sz="2000"/>
              <a:t> 2025/3/7</a:t>
            </a:r>
            <a:r>
              <a:rPr lang="ja-JP" altLang="en-US" sz="2000"/>
              <a:t> 作成</a:t>
            </a:r>
            <a:endParaRPr lang="en-US" altLang="ja-JP" sz="2000"/>
          </a:p>
        </p:txBody>
      </p:sp>
      <p:sp>
        <p:nvSpPr>
          <p:cNvPr id="6" name="テキスト ボックス 5">
            <a:extLst>
              <a:ext uri="{FF2B5EF4-FFF2-40B4-BE49-F238E27FC236}">
                <a16:creationId xmlns:a16="http://schemas.microsoft.com/office/drawing/2014/main" id="{D6F904B1-5760-3889-DA9A-8E1020BC15D9}"/>
              </a:ext>
            </a:extLst>
          </p:cNvPr>
          <p:cNvSpPr txBox="1"/>
          <p:nvPr/>
        </p:nvSpPr>
        <p:spPr bwMode="auto">
          <a:xfrm>
            <a:off x="1559496" y="2708920"/>
            <a:ext cx="8712968"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本書は、</a:t>
            </a:r>
            <a:r>
              <a:rPr kumimoji="1" lang="en-US" altLang="ja-JP" kern="0">
                <a:latin typeface="BIZ UDPゴシック" panose="020B0400000000000000" pitchFamily="50" charset="-128"/>
                <a:ea typeface="BIZ UDPゴシック" panose="020B0400000000000000" pitchFamily="50" charset="-128"/>
              </a:rPr>
              <a:t>pptx-indexer.py </a:t>
            </a:r>
            <a:r>
              <a:rPr kumimoji="1" lang="ja-JP" altLang="en-US" kern="0">
                <a:latin typeface="BIZ UDPゴシック" panose="020B0400000000000000" pitchFamily="50" charset="-128"/>
                <a:ea typeface="BIZ UDPゴシック" panose="020B0400000000000000" pitchFamily="50" charset="-128"/>
              </a:rPr>
              <a:t>の </a:t>
            </a:r>
            <a:r>
              <a:rPr kumimoji="1" lang="en-US" altLang="ja-JP" kern="0">
                <a:latin typeface="BIZ UDPゴシック" panose="020B0400000000000000" pitchFamily="50" charset="-128"/>
                <a:ea typeface="BIZ UDPゴシック" panose="020B0400000000000000" pitchFamily="50" charset="-128"/>
              </a:rPr>
              <a:t>R</a:t>
            </a:r>
            <a:r>
              <a:rPr kumimoji="1" lang="ja-JP" altLang="en-US" kern="0">
                <a:latin typeface="BIZ UDPゴシック" panose="020B0400000000000000" pitchFamily="50" charset="-128"/>
                <a:ea typeface="BIZ UDPゴシック" panose="020B0400000000000000" pitchFamily="50" charset="-128"/>
              </a:rPr>
              <a:t>系</a:t>
            </a:r>
            <a:r>
              <a:rPr kumimoji="1" lang="en-US" altLang="ja-JP" kern="0">
                <a:latin typeface="BIZ UDPゴシック" panose="020B0400000000000000" pitchFamily="50" charset="-128"/>
                <a:ea typeface="BIZ UDPゴシック" panose="020B0400000000000000" pitchFamily="50" charset="-128"/>
              </a:rPr>
              <a:t> </a:t>
            </a:r>
            <a:r>
              <a:rPr kumimoji="1" lang="ja-JP" altLang="en-US" kern="0">
                <a:latin typeface="BIZ UDPゴシック" panose="020B0400000000000000" pitchFamily="50" charset="-128"/>
                <a:ea typeface="BIZ UDPゴシック" panose="020B0400000000000000" pitchFamily="50" charset="-128"/>
              </a:rPr>
              <a:t>タグによる引用参照や目次作成機能を複数の </a:t>
            </a:r>
            <a:r>
              <a:rPr kumimoji="1" lang="en-US" altLang="ja-JP" kern="0">
                <a:latin typeface="BIZ UDPゴシック" panose="020B0400000000000000" pitchFamily="50" charset="-128"/>
                <a:ea typeface="BIZ UDPゴシック" panose="020B0400000000000000" pitchFamily="50" charset="-128"/>
              </a:rPr>
              <a:t>pptx </a:t>
            </a:r>
            <a:r>
              <a:rPr kumimoji="1" lang="ja-JP" altLang="en-US" kern="0">
                <a:latin typeface="BIZ UDPゴシック" panose="020B0400000000000000" pitchFamily="50" charset="-128"/>
                <a:ea typeface="BIZ UDPゴシック" panose="020B0400000000000000" pitchFamily="50" charset="-128"/>
              </a:rPr>
              <a:t>ファイルに対して行う相互参照用法のサンプルです。</a:t>
            </a:r>
          </a:p>
        </p:txBody>
      </p:sp>
    </p:spTree>
    <p:extLst>
      <p:ext uri="{BB962C8B-B14F-4D97-AF65-F5344CB8AC3E}">
        <p14:creationId xmlns:p14="http://schemas.microsoft.com/office/powerpoint/2010/main" val="3777677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608B3-9676-9F35-8728-EB5B1EC525A1}"/>
            </a:ext>
          </a:extLst>
        </p:cNvPr>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176010CE-4C01-A702-B195-CE447E7C610F}"/>
              </a:ext>
            </a:extLst>
          </p:cNvPr>
          <p:cNvSpPr/>
          <p:nvPr/>
        </p:nvSpPr>
        <p:spPr bwMode="auto">
          <a:xfrm>
            <a:off x="1991544" y="2816367"/>
            <a:ext cx="2736304" cy="2926797"/>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AA4B4BEC-DD71-F640-A02F-9FE1F740AB78}"/>
              </a:ext>
            </a:extLst>
          </p:cNvPr>
          <p:cNvSpPr>
            <a:spLocks noGrp="1"/>
          </p:cNvSpPr>
          <p:nvPr>
            <p:ph type="title"/>
          </p:nvPr>
        </p:nvSpPr>
        <p:spPr/>
        <p:txBody>
          <a:bodyPr/>
          <a:lstStyle/>
          <a:p>
            <a:r>
              <a:rPr lang="ja-JP" altLang="en-US"/>
              <a:t>複数の</a:t>
            </a:r>
            <a:r>
              <a:rPr lang="en-US" altLang="ja-JP"/>
              <a:t>pptx</a:t>
            </a:r>
            <a:r>
              <a:rPr lang="ja-JP" altLang="en-US"/>
              <a:t>での相互参照が可能</a:t>
            </a:r>
            <a:endParaRPr kumimoji="1" lang="ja-JP" altLang="en-US"/>
          </a:p>
        </p:txBody>
      </p:sp>
      <p:sp>
        <p:nvSpPr>
          <p:cNvPr id="4" name="スライド番号プレースホルダー 3">
            <a:extLst>
              <a:ext uri="{FF2B5EF4-FFF2-40B4-BE49-F238E27FC236}">
                <a16:creationId xmlns:a16="http://schemas.microsoft.com/office/drawing/2014/main" id="{3BC9B95F-48DA-C6F2-5C36-FA2C354A8E48}"/>
              </a:ext>
            </a:extLst>
          </p:cNvPr>
          <p:cNvSpPr>
            <a:spLocks noGrp="1"/>
          </p:cNvSpPr>
          <p:nvPr>
            <p:ph type="sldNum" sz="quarter" idx="12"/>
          </p:nvPr>
        </p:nvSpPr>
        <p:spPr/>
        <p:txBody>
          <a:bodyPr/>
          <a:lstStyle/>
          <a:p>
            <a:fld id="{D2D8002D-B5B0-4BAC-B1F6-782DDCCE6D9C}" type="slidenum">
              <a:rPr lang="ja-JP" altLang="en-US" smtClean="0"/>
              <a:pPr/>
              <a:t>1</a:t>
            </a:fld>
            <a:endParaRPr lang="ja-JP" altLang="en-US"/>
          </a:p>
        </p:txBody>
      </p:sp>
      <p:sp>
        <p:nvSpPr>
          <p:cNvPr id="5" name="フッター プレースホルダー 4">
            <a:extLst>
              <a:ext uri="{FF2B5EF4-FFF2-40B4-BE49-F238E27FC236}">
                <a16:creationId xmlns:a16="http://schemas.microsoft.com/office/drawing/2014/main" id="{A9EFDD4A-C955-9CCD-E5CD-17EFA82A794F}"/>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6" name="テキスト ボックス 5">
            <a:extLst>
              <a:ext uri="{FF2B5EF4-FFF2-40B4-BE49-F238E27FC236}">
                <a16:creationId xmlns:a16="http://schemas.microsoft.com/office/drawing/2014/main" id="{232DEE54-BD43-6E2F-01A2-AF40033BF379}"/>
              </a:ext>
            </a:extLst>
          </p:cNvPr>
          <p:cNvSpPr txBox="1"/>
          <p:nvPr/>
        </p:nvSpPr>
        <p:spPr bwMode="auto">
          <a:xfrm>
            <a:off x="1127453" y="1196752"/>
            <a:ext cx="9577065"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kern="0">
                <a:latin typeface="BIZ UDPゴシック" panose="020B0400000000000000" pitchFamily="50" charset="-128"/>
                <a:ea typeface="BIZ UDPゴシック" panose="020B0400000000000000" pitchFamily="50" charset="-128"/>
              </a:rPr>
              <a:t>複数の</a:t>
            </a:r>
            <a:r>
              <a:rPr lang="en-US" altLang="ja-JP" kern="0">
                <a:latin typeface="BIZ UDPゴシック" panose="020B0400000000000000" pitchFamily="50" charset="-128"/>
                <a:ea typeface="BIZ UDPゴシック" panose="020B0400000000000000" pitchFamily="50" charset="-128"/>
              </a:rPr>
              <a:t>pptx</a:t>
            </a:r>
            <a:r>
              <a:rPr lang="ja-JP" altLang="en-US" kern="0">
                <a:latin typeface="BIZ UDPゴシック" panose="020B0400000000000000" pitchFamily="50" charset="-128"/>
                <a:ea typeface="BIZ UDPゴシック" panose="020B0400000000000000" pitchFamily="50" charset="-128"/>
              </a:rPr>
              <a:t>ファイルで相互に参照している場合も、自動ナンバリングおよび参照引用ができます。</a:t>
            </a:r>
            <a:endParaRPr lang="en-US" altLang="ja-JP" kern="0">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8035C0C0-321E-B9BB-E297-77C18C16388E}"/>
              </a:ext>
            </a:extLst>
          </p:cNvPr>
          <p:cNvSpPr/>
          <p:nvPr/>
        </p:nvSpPr>
        <p:spPr bwMode="auto">
          <a:xfrm>
            <a:off x="2207568" y="3028737"/>
            <a:ext cx="2304256" cy="113707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en-US" altLang="ja-JP">
                <a:latin typeface="BIZ UDPゴシック" panose="020B0400000000000000" pitchFamily="50" charset="-128"/>
                <a:ea typeface="BIZ UDPゴシック" panose="020B0400000000000000" pitchFamily="50" charset="-128"/>
              </a:rPr>
              <a:t>#DT#Y.A#</a:t>
            </a:r>
            <a:endParaRPr kumimoji="1" lang="ja-JP" altLang="en-US">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22CAF651-8976-E423-0C7B-289813752CB9}"/>
              </a:ext>
            </a:extLst>
          </p:cNvPr>
          <p:cNvSpPr/>
          <p:nvPr/>
        </p:nvSpPr>
        <p:spPr bwMode="auto">
          <a:xfrm>
            <a:off x="2207568" y="4380825"/>
            <a:ext cx="2304256" cy="113707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en-US" altLang="ja-JP">
                <a:latin typeface="BIZ UDPゴシック" panose="020B0400000000000000" pitchFamily="50" charset="-128"/>
                <a:ea typeface="BIZ UDPゴシック" panose="020B0400000000000000" pitchFamily="50" charset="-128"/>
              </a:rPr>
              <a:t>#DT#Y.B#</a:t>
            </a:r>
            <a:endParaRPr kumimoji="1" lang="ja-JP" altLang="en-US">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3F9BDD45-48DC-A383-CD1B-AAE725569104}"/>
              </a:ext>
            </a:extLst>
          </p:cNvPr>
          <p:cNvSpPr/>
          <p:nvPr/>
        </p:nvSpPr>
        <p:spPr bwMode="auto">
          <a:xfrm>
            <a:off x="6960096" y="2816367"/>
            <a:ext cx="2736304" cy="2926797"/>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16" name="正方形/長方形 15">
            <a:extLst>
              <a:ext uri="{FF2B5EF4-FFF2-40B4-BE49-F238E27FC236}">
                <a16:creationId xmlns:a16="http://schemas.microsoft.com/office/drawing/2014/main" id="{D24CCDD9-0FFB-BEC6-B0BD-FDA31F512447}"/>
              </a:ext>
            </a:extLst>
          </p:cNvPr>
          <p:cNvSpPr/>
          <p:nvPr/>
        </p:nvSpPr>
        <p:spPr bwMode="auto">
          <a:xfrm>
            <a:off x="7176120" y="3028737"/>
            <a:ext cx="2304256" cy="113707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en-US" altLang="ja-JP">
                <a:latin typeface="BIZ UDPゴシック" panose="020B0400000000000000" pitchFamily="50" charset="-128"/>
                <a:ea typeface="BIZ UDPゴシック" panose="020B0400000000000000" pitchFamily="50" charset="-128"/>
              </a:rPr>
              <a:t>#DT#Z.A#</a:t>
            </a:r>
            <a:endParaRPr kumimoji="1" lang="ja-JP" altLang="en-US">
              <a:latin typeface="BIZ UDPゴシック" panose="020B0400000000000000" pitchFamily="50" charset="-128"/>
              <a:ea typeface="BIZ UDPゴシック" panose="020B0400000000000000" pitchFamily="50" charset="-128"/>
            </a:endParaRPr>
          </a:p>
        </p:txBody>
      </p:sp>
      <p:sp>
        <p:nvSpPr>
          <p:cNvPr id="17" name="正方形/長方形 16">
            <a:extLst>
              <a:ext uri="{FF2B5EF4-FFF2-40B4-BE49-F238E27FC236}">
                <a16:creationId xmlns:a16="http://schemas.microsoft.com/office/drawing/2014/main" id="{68B2B4C2-89A9-2035-D0BF-68DB6A6DAEC6}"/>
              </a:ext>
            </a:extLst>
          </p:cNvPr>
          <p:cNvSpPr/>
          <p:nvPr/>
        </p:nvSpPr>
        <p:spPr bwMode="auto">
          <a:xfrm>
            <a:off x="7176120" y="4380825"/>
            <a:ext cx="2304256" cy="113707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en-US" altLang="ja-JP">
                <a:latin typeface="BIZ UDPゴシック" panose="020B0400000000000000" pitchFamily="50" charset="-128"/>
                <a:ea typeface="BIZ UDPゴシック" panose="020B0400000000000000" pitchFamily="50" charset="-128"/>
              </a:rPr>
              <a:t>#DT#Z.B#</a:t>
            </a:r>
            <a:endParaRPr kumimoji="1" lang="ja-JP" altLang="en-US">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CA3512E5-689E-8102-D136-3AACFCFEA8F3}"/>
              </a:ext>
            </a:extLst>
          </p:cNvPr>
          <p:cNvSpPr txBox="1"/>
          <p:nvPr/>
        </p:nvSpPr>
        <p:spPr bwMode="auto">
          <a:xfrm>
            <a:off x="2693309" y="2234862"/>
            <a:ext cx="20537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lang="en-US" altLang="ja-JP" kern="0">
                <a:latin typeface="BIZ UDPゴシック" panose="020B0400000000000000" pitchFamily="50" charset="-128"/>
                <a:ea typeface="BIZ UDPゴシック" panose="020B0400000000000000" pitchFamily="50" charset="-128"/>
              </a:rPr>
              <a:t>File_Y.pptx</a:t>
            </a:r>
            <a:endParaRPr kumimoji="1" lang="en-US" altLang="ja-JP" kern="0">
              <a:latin typeface="BIZ UDPゴシック" panose="020B0400000000000000" pitchFamily="50" charset="-128"/>
              <a:ea typeface="BIZ UDPゴシック" panose="020B0400000000000000" pitchFamily="50" charset="-128"/>
            </a:endParaRPr>
          </a:p>
        </p:txBody>
      </p:sp>
      <p:pic>
        <p:nvPicPr>
          <p:cNvPr id="20" name="図 19">
            <a:extLst>
              <a:ext uri="{FF2B5EF4-FFF2-40B4-BE49-F238E27FC236}">
                <a16:creationId xmlns:a16="http://schemas.microsoft.com/office/drawing/2014/main" id="{0E5C316A-D845-0953-6676-19F48EA31483}"/>
              </a:ext>
            </a:extLst>
          </p:cNvPr>
          <p:cNvPicPr>
            <a:picLocks noChangeAspect="1"/>
          </p:cNvPicPr>
          <p:nvPr/>
        </p:nvPicPr>
        <p:blipFill>
          <a:blip r:embed="rId2"/>
          <a:stretch>
            <a:fillRect/>
          </a:stretch>
        </p:blipFill>
        <p:spPr>
          <a:xfrm>
            <a:off x="1991544" y="2031030"/>
            <a:ext cx="608368" cy="665626"/>
          </a:xfrm>
          <a:prstGeom prst="rect">
            <a:avLst/>
          </a:prstGeom>
        </p:spPr>
      </p:pic>
      <p:sp>
        <p:nvSpPr>
          <p:cNvPr id="23" name="テキスト ボックス 22">
            <a:extLst>
              <a:ext uri="{FF2B5EF4-FFF2-40B4-BE49-F238E27FC236}">
                <a16:creationId xmlns:a16="http://schemas.microsoft.com/office/drawing/2014/main" id="{646355E4-5F45-C361-639B-C25B27887C37}"/>
              </a:ext>
            </a:extLst>
          </p:cNvPr>
          <p:cNvSpPr txBox="1"/>
          <p:nvPr/>
        </p:nvSpPr>
        <p:spPr bwMode="auto">
          <a:xfrm>
            <a:off x="7642635" y="2234862"/>
            <a:ext cx="20537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lang="en-US" altLang="ja-JP" kern="0">
                <a:latin typeface="BIZ UDPゴシック" panose="020B0400000000000000" pitchFamily="50" charset="-128"/>
                <a:ea typeface="BIZ UDPゴシック" panose="020B0400000000000000" pitchFamily="50" charset="-128"/>
              </a:rPr>
              <a:t>File_Z.pptx</a:t>
            </a:r>
            <a:endParaRPr kumimoji="1" lang="en-US" altLang="ja-JP" kern="0">
              <a:latin typeface="BIZ UDPゴシック" panose="020B0400000000000000" pitchFamily="50" charset="-128"/>
              <a:ea typeface="BIZ UDPゴシック" panose="020B0400000000000000" pitchFamily="50" charset="-128"/>
            </a:endParaRPr>
          </a:p>
        </p:txBody>
      </p:sp>
      <p:pic>
        <p:nvPicPr>
          <p:cNvPr id="28" name="図 27">
            <a:extLst>
              <a:ext uri="{FF2B5EF4-FFF2-40B4-BE49-F238E27FC236}">
                <a16:creationId xmlns:a16="http://schemas.microsoft.com/office/drawing/2014/main" id="{87340054-F91D-2A29-F036-7FFAF9CDCE09}"/>
              </a:ext>
            </a:extLst>
          </p:cNvPr>
          <p:cNvPicPr>
            <a:picLocks noChangeAspect="1"/>
          </p:cNvPicPr>
          <p:nvPr/>
        </p:nvPicPr>
        <p:blipFill>
          <a:blip r:embed="rId2"/>
          <a:stretch>
            <a:fillRect/>
          </a:stretch>
        </p:blipFill>
        <p:spPr>
          <a:xfrm>
            <a:off x="6940870" y="2031030"/>
            <a:ext cx="608368" cy="665626"/>
          </a:xfrm>
          <a:prstGeom prst="rect">
            <a:avLst/>
          </a:prstGeom>
        </p:spPr>
      </p:pic>
      <p:sp>
        <p:nvSpPr>
          <p:cNvPr id="29" name="テキスト ボックス 28">
            <a:extLst>
              <a:ext uri="{FF2B5EF4-FFF2-40B4-BE49-F238E27FC236}">
                <a16:creationId xmlns:a16="http://schemas.microsoft.com/office/drawing/2014/main" id="{7724ED87-3ECB-AA50-C62E-8EF460D758F2}"/>
              </a:ext>
            </a:extLst>
          </p:cNvPr>
          <p:cNvSpPr txBox="1"/>
          <p:nvPr/>
        </p:nvSpPr>
        <p:spPr bwMode="auto">
          <a:xfrm>
            <a:off x="7423273" y="5100341"/>
            <a:ext cx="1697326" cy="338556"/>
          </a:xfrm>
          <a:prstGeom prst="rect">
            <a:avLst/>
          </a:prstGeom>
          <a:solidFill>
            <a:schemeClr val="accent4">
              <a:lumMod val="90000"/>
            </a:schemeClr>
          </a:solidFill>
          <a:ln>
            <a:noFill/>
          </a:ln>
        </p:spPr>
        <p:txBody>
          <a:bodyPr vert="horz" wrap="square" lIns="91440" tIns="45721" rIns="91440" bIns="45721" numCol="1" rtlCol="0" anchor="t" anchorCtr="0" compatLnSpc="1">
            <a:prstTxWarp prst="textNoShape">
              <a:avLst/>
            </a:prstTxWarp>
            <a:spAutoFit/>
          </a:bodyPr>
          <a:lstStyle/>
          <a:p>
            <a:pPr algn="ctr" eaLnBrk="1"/>
            <a:r>
              <a:rPr lang="en-US" altLang="ja-JP" sz="1600" kern="0">
                <a:latin typeface="BIZ UDPゴシック" panose="020B0400000000000000" pitchFamily="50" charset="-128"/>
                <a:ea typeface="BIZ UDPゴシック" panose="020B0400000000000000" pitchFamily="50" charset="-128"/>
              </a:rPr>
              <a:t>#RIT#Y.A#</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30" name="テキスト ボックス 29">
            <a:extLst>
              <a:ext uri="{FF2B5EF4-FFF2-40B4-BE49-F238E27FC236}">
                <a16:creationId xmlns:a16="http://schemas.microsoft.com/office/drawing/2014/main" id="{32D4F598-DEB1-AAA2-50FC-8C5A2B0033A9}"/>
              </a:ext>
            </a:extLst>
          </p:cNvPr>
          <p:cNvSpPr txBox="1"/>
          <p:nvPr/>
        </p:nvSpPr>
        <p:spPr bwMode="auto">
          <a:xfrm>
            <a:off x="2511032" y="5100341"/>
            <a:ext cx="1697326" cy="338556"/>
          </a:xfrm>
          <a:prstGeom prst="rect">
            <a:avLst/>
          </a:prstGeom>
          <a:solidFill>
            <a:schemeClr val="accent4">
              <a:lumMod val="90000"/>
            </a:schemeClr>
          </a:solidFill>
          <a:ln>
            <a:noFill/>
          </a:ln>
        </p:spPr>
        <p:txBody>
          <a:bodyPr vert="horz" wrap="square" lIns="91440" tIns="45721" rIns="91440" bIns="45721" numCol="1" rtlCol="0" anchor="t" anchorCtr="0" compatLnSpc="1">
            <a:prstTxWarp prst="textNoShape">
              <a:avLst/>
            </a:prstTxWarp>
            <a:spAutoFit/>
          </a:bodyPr>
          <a:lstStyle/>
          <a:p>
            <a:pPr algn="ctr" eaLnBrk="1"/>
            <a:r>
              <a:rPr lang="en-US" altLang="ja-JP" sz="1600" kern="0">
                <a:latin typeface="BIZ UDPゴシック" panose="020B0400000000000000" pitchFamily="50" charset="-128"/>
                <a:ea typeface="BIZ UDPゴシック" panose="020B0400000000000000" pitchFamily="50" charset="-128"/>
              </a:rPr>
              <a:t>#RIT#Z.B#</a:t>
            </a:r>
            <a:endParaRPr kumimoji="1" lang="en-US" altLang="ja-JP" sz="1600" kern="0">
              <a:latin typeface="BIZ UDPゴシック" panose="020B0400000000000000" pitchFamily="50" charset="-128"/>
              <a:ea typeface="BIZ UDPゴシック" panose="020B0400000000000000" pitchFamily="50" charset="-128"/>
            </a:endParaRPr>
          </a:p>
        </p:txBody>
      </p:sp>
      <p:cxnSp>
        <p:nvCxnSpPr>
          <p:cNvPr id="32" name="直線矢印コネクタ 31">
            <a:extLst>
              <a:ext uri="{FF2B5EF4-FFF2-40B4-BE49-F238E27FC236}">
                <a16:creationId xmlns:a16="http://schemas.microsoft.com/office/drawing/2014/main" id="{1E171FDA-9BDF-5478-A0B8-8689BBB17DA8}"/>
              </a:ext>
            </a:extLst>
          </p:cNvPr>
          <p:cNvCxnSpPr/>
          <p:nvPr/>
        </p:nvCxnSpPr>
        <p:spPr bwMode="auto">
          <a:xfrm flipH="1" flipV="1">
            <a:off x="4208358" y="3350665"/>
            <a:ext cx="3214915" cy="1918954"/>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35" name="直線矢印コネクタ 34">
            <a:extLst>
              <a:ext uri="{FF2B5EF4-FFF2-40B4-BE49-F238E27FC236}">
                <a16:creationId xmlns:a16="http://schemas.microsoft.com/office/drawing/2014/main" id="{7FEA06CF-B9FC-EA68-231B-A667F6AB3A90}"/>
              </a:ext>
            </a:extLst>
          </p:cNvPr>
          <p:cNvCxnSpPr>
            <a:cxnSpLocks/>
            <a:stCxn id="30" idx="3"/>
          </p:cNvCxnSpPr>
          <p:nvPr/>
        </p:nvCxnSpPr>
        <p:spPr bwMode="auto">
          <a:xfrm flipV="1">
            <a:off x="4208358" y="4653136"/>
            <a:ext cx="3340880" cy="616483"/>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38" name="テキスト ボックス 37">
            <a:extLst>
              <a:ext uri="{FF2B5EF4-FFF2-40B4-BE49-F238E27FC236}">
                <a16:creationId xmlns:a16="http://schemas.microsoft.com/office/drawing/2014/main" id="{50E1A31D-A7AB-265F-6834-2EFBE1B60485}"/>
              </a:ext>
            </a:extLst>
          </p:cNvPr>
          <p:cNvSpPr txBox="1"/>
          <p:nvPr/>
        </p:nvSpPr>
        <p:spPr bwMode="auto">
          <a:xfrm>
            <a:off x="4856432" y="4432631"/>
            <a:ext cx="1352718"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solidFill>
                  <a:srgbClr val="FF0000"/>
                </a:solidFill>
                <a:latin typeface="BIZ UDPゴシック" panose="020B0400000000000000" pitchFamily="50" charset="-128"/>
                <a:ea typeface="BIZ UDPゴシック" panose="020B0400000000000000" pitchFamily="50" charset="-128"/>
              </a:rPr>
              <a:t>相互参照</a:t>
            </a:r>
          </a:p>
        </p:txBody>
      </p:sp>
      <p:sp>
        <p:nvSpPr>
          <p:cNvPr id="40" name="テキスト ボックス 39">
            <a:extLst>
              <a:ext uri="{FF2B5EF4-FFF2-40B4-BE49-F238E27FC236}">
                <a16:creationId xmlns:a16="http://schemas.microsoft.com/office/drawing/2014/main" id="{50869A06-18AF-6915-EC3C-260E0C747418}"/>
              </a:ext>
            </a:extLst>
          </p:cNvPr>
          <p:cNvSpPr txBox="1"/>
          <p:nvPr/>
        </p:nvSpPr>
        <p:spPr bwMode="auto">
          <a:xfrm>
            <a:off x="2384707" y="5840703"/>
            <a:ext cx="7527717"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sz="1600" kern="0">
                <a:latin typeface="BIZ UDPゴシック" panose="020B0400000000000000" pitchFamily="50" charset="-128"/>
                <a:ea typeface="BIZ UDPゴシック" panose="020B0400000000000000" pitchFamily="50" charset="-128"/>
              </a:rPr>
              <a:t>注：関連するすべてのファイルでタグを一意に識別できなければなりません。</a:t>
            </a:r>
            <a:endParaRPr lang="en-US" altLang="ja-JP" sz="1600" kern="0">
              <a:latin typeface="BIZ UDPゴシック" panose="020B0400000000000000" pitchFamily="50" charset="-128"/>
              <a:ea typeface="BIZ UDPゴシック" panose="020B0400000000000000" pitchFamily="50" charset="-128"/>
            </a:endParaRPr>
          </a:p>
          <a:p>
            <a:pPr eaLnBrk="1"/>
            <a:r>
              <a:rPr kumimoji="1" lang="ja-JP" altLang="en-US" sz="1600" kern="0">
                <a:latin typeface="BIZ UDPゴシック" panose="020B0400000000000000" pitchFamily="50" charset="-128"/>
                <a:ea typeface="BIZ UDPゴシック" panose="020B0400000000000000" pitchFamily="50" charset="-128"/>
              </a:rPr>
              <a:t>　　</a:t>
            </a:r>
            <a:r>
              <a:rPr kumimoji="1" lang="en-US" altLang="ja-JP" sz="1600" kern="0">
                <a:latin typeface="BIZ UDPゴシック" panose="020B0400000000000000" pitchFamily="50" charset="-128"/>
                <a:ea typeface="BIZ UDPゴシック" panose="020B0400000000000000" pitchFamily="50" charset="-128"/>
              </a:rPr>
              <a:t>DT</a:t>
            </a:r>
            <a:r>
              <a:rPr kumimoji="1" lang="ja-JP" altLang="en-US" sz="1600" kern="0">
                <a:latin typeface="BIZ UDPゴシック" panose="020B0400000000000000" pitchFamily="50" charset="-128"/>
                <a:ea typeface="BIZ UDPゴシック" panose="020B0400000000000000" pitchFamily="50" charset="-128"/>
              </a:rPr>
              <a:t>タグが重複しないように注意してください。</a:t>
            </a:r>
          </a:p>
        </p:txBody>
      </p:sp>
    </p:spTree>
    <p:extLst>
      <p:ext uri="{BB962C8B-B14F-4D97-AF65-F5344CB8AC3E}">
        <p14:creationId xmlns:p14="http://schemas.microsoft.com/office/powerpoint/2010/main" val="3706919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23CD8-57A0-27FD-71A7-A22C34887E9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DDBD7A0-B510-8E11-E0B9-D948083BB6FE}"/>
              </a:ext>
            </a:extLst>
          </p:cNvPr>
          <p:cNvSpPr>
            <a:spLocks noGrp="1"/>
          </p:cNvSpPr>
          <p:nvPr>
            <p:ph type="title"/>
          </p:nvPr>
        </p:nvSpPr>
        <p:spPr>
          <a:xfrm>
            <a:off x="898656" y="260648"/>
            <a:ext cx="10957984" cy="576061"/>
          </a:xfrm>
        </p:spPr>
        <p:txBody>
          <a:bodyPr/>
          <a:lstStyle/>
          <a:p>
            <a:r>
              <a:rPr lang="ja-JP" altLang="en-US" sz="2800">
                <a:solidFill>
                  <a:schemeClr val="tx1"/>
                </a:solidFill>
              </a:rPr>
              <a:t>基礎知識：</a:t>
            </a:r>
            <a:r>
              <a:rPr lang="en-US" altLang="ja-JP" sz="2800">
                <a:solidFill>
                  <a:schemeClr val="tx1"/>
                </a:solidFill>
              </a:rPr>
              <a:t>pptx-indexer </a:t>
            </a:r>
            <a:r>
              <a:rPr lang="ja-JP" altLang="en-US" sz="2800">
                <a:solidFill>
                  <a:schemeClr val="tx1"/>
                </a:solidFill>
              </a:rPr>
              <a:t>の処理モデル</a:t>
            </a:r>
            <a:endParaRPr lang="ja-JP" altLang="en-US" sz="2800" dirty="0">
              <a:solidFill>
                <a:schemeClr val="tx1"/>
              </a:solidFill>
            </a:endParaRPr>
          </a:p>
        </p:txBody>
      </p:sp>
      <p:sp>
        <p:nvSpPr>
          <p:cNvPr id="3" name="フッター プレースホルダー 2">
            <a:extLst>
              <a:ext uri="{FF2B5EF4-FFF2-40B4-BE49-F238E27FC236}">
                <a16:creationId xmlns:a16="http://schemas.microsoft.com/office/drawing/2014/main" id="{BFEDA3A5-9617-2D74-93AC-886F226FA48F}"/>
              </a:ext>
            </a:extLst>
          </p:cNvPr>
          <p:cNvSpPr>
            <a:spLocks noGrp="1"/>
          </p:cNvSpPr>
          <p:nvPr>
            <p:ph type="ftr" sz="quarter" idx="11"/>
          </p:nvPr>
        </p:nvSpPr>
        <p:spPr>
          <a:xfrm>
            <a:off x="119336" y="6555804"/>
            <a:ext cx="5048251" cy="252264"/>
          </a:xfrm>
          <a:prstGeom prst="rect">
            <a:avLst/>
          </a:prstGeom>
        </p:spPr>
        <p:txBody>
          <a:bodyPr/>
          <a:lstStyle>
            <a:defPPr>
              <a:defRPr lang="en-US"/>
            </a:defPPr>
            <a:lvl1pPr algn="l" rtl="0" eaLnBrk="0" fontAlgn="base" hangingPunct="0">
              <a:spcBef>
                <a:spcPct val="0"/>
              </a:spcBef>
              <a:spcAft>
                <a:spcPct val="0"/>
              </a:spcAft>
              <a:defRPr kumimoji="1" sz="900" b="1" kern="1200">
                <a:solidFill>
                  <a:schemeClr val="tx1"/>
                </a:solidFill>
                <a:latin typeface="FOT-UD丸ゴ_ラージ Pr6 M" panose="02020400000000000000" pitchFamily="18" charset="-128"/>
                <a:ea typeface="FOT-UD丸ゴ_ラージ Pr6 M" panose="02020400000000000000" pitchFamily="18"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a:lstStyle>
          <a:p>
            <a:r>
              <a:rPr lang="en-US" altLang="ja-JP">
                <a:latin typeface="BIZ UDPゴシック" panose="020B0400000000000000" pitchFamily="50" charset="-128"/>
                <a:ea typeface="BIZ UDPゴシック" panose="020B0400000000000000" pitchFamily="50" charset="-128"/>
              </a:rPr>
              <a:t>Copyright 2025 </a:t>
            </a:r>
            <a:r>
              <a:rPr lang="ja-JP" altLang="en-US">
                <a:latin typeface="BIZ UDPゴシック" panose="020B0400000000000000" pitchFamily="50" charset="-128"/>
                <a:ea typeface="BIZ UDPゴシック" panose="020B0400000000000000" pitchFamily="50" charset="-128"/>
              </a:rPr>
              <a:t>アイデアクラフト </a:t>
            </a:r>
            <a:r>
              <a:rPr lang="en-US" altLang="ja-JP">
                <a:latin typeface="BIZ UDPゴシック" panose="020B0400000000000000" pitchFamily="50" charset="-128"/>
                <a:ea typeface="BIZ UDPゴシック" panose="020B0400000000000000" pitchFamily="50" charset="-128"/>
              </a:rPr>
              <a:t>Kaimai Mizuhiro</a:t>
            </a:r>
            <a:endParaRPr lang="ja-JP" altLang="en-US" dirty="0">
              <a:latin typeface="BIZ UDPゴシック" panose="020B0400000000000000" pitchFamily="50" charset="-128"/>
              <a:ea typeface="BIZ UDPゴシック" panose="020B0400000000000000" pitchFamily="50" charset="-128"/>
            </a:endParaRPr>
          </a:p>
        </p:txBody>
      </p:sp>
      <p:sp>
        <p:nvSpPr>
          <p:cNvPr id="7" name="スライド番号プレースホルダー 6">
            <a:extLst>
              <a:ext uri="{FF2B5EF4-FFF2-40B4-BE49-F238E27FC236}">
                <a16:creationId xmlns:a16="http://schemas.microsoft.com/office/drawing/2014/main" id="{315F3DB0-F860-CD44-ED91-1587A2A36E44}"/>
              </a:ext>
            </a:extLst>
          </p:cNvPr>
          <p:cNvSpPr>
            <a:spLocks noGrp="1"/>
          </p:cNvSpPr>
          <p:nvPr>
            <p:ph type="sldNum" sz="quarter" idx="12"/>
          </p:nvPr>
        </p:nvSpPr>
        <p:spPr/>
        <p:txBody>
          <a:bodyPr/>
          <a:lstStyle/>
          <a:p>
            <a:fld id="{D2D8002D-B5B0-4BAC-B1F6-782DDCCE6D9C}" type="slidenum">
              <a:rPr kumimoji="1" lang="ja-JP" altLang="en-US" smtClean="0"/>
              <a:t>2</a:t>
            </a:fld>
            <a:endParaRPr kumimoji="1" lang="ja-JP" altLang="en-US"/>
          </a:p>
        </p:txBody>
      </p:sp>
      <p:sp>
        <p:nvSpPr>
          <p:cNvPr id="4" name="テキスト ボックス 3">
            <a:extLst>
              <a:ext uri="{FF2B5EF4-FFF2-40B4-BE49-F238E27FC236}">
                <a16:creationId xmlns:a16="http://schemas.microsoft.com/office/drawing/2014/main" id="{6B552915-B419-11F2-809F-93B828871D41}"/>
              </a:ext>
            </a:extLst>
          </p:cNvPr>
          <p:cNvSpPr txBox="1"/>
          <p:nvPr/>
        </p:nvSpPr>
        <p:spPr bwMode="auto">
          <a:xfrm>
            <a:off x="1127453" y="1187182"/>
            <a:ext cx="95770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kern="0">
                <a:latin typeface="BIZ UDPゴシック" panose="020B0400000000000000" pitchFamily="50" charset="-128"/>
                <a:ea typeface="BIZ UDPゴシック" panose="020B0400000000000000" pitchFamily="50" charset="-128"/>
              </a:rPr>
              <a:t>複数 </a:t>
            </a:r>
            <a:r>
              <a:rPr lang="en-US" altLang="ja-JP" kern="0">
                <a:latin typeface="BIZ UDPゴシック" panose="020B0400000000000000" pitchFamily="50" charset="-128"/>
                <a:ea typeface="BIZ UDPゴシック" panose="020B0400000000000000" pitchFamily="50" charset="-128"/>
              </a:rPr>
              <a:t>pptx </a:t>
            </a:r>
            <a:r>
              <a:rPr lang="ja-JP" altLang="en-US" kern="0">
                <a:latin typeface="BIZ UDPゴシック" panose="020B0400000000000000" pitchFamily="50" charset="-128"/>
                <a:ea typeface="BIZ UDPゴシック" panose="020B0400000000000000" pitchFamily="50" charset="-128"/>
              </a:rPr>
              <a:t>の相互参照をするには、パラメータファイルを書く必要があります。</a:t>
            </a:r>
            <a:endParaRPr lang="en-US" altLang="ja-JP" kern="0">
              <a:latin typeface="BIZ UDPゴシック" panose="020B0400000000000000" pitchFamily="50" charset="-128"/>
              <a:ea typeface="BIZ UDPゴシック" panose="020B0400000000000000" pitchFamily="50" charset="-128"/>
            </a:endParaRPr>
          </a:p>
        </p:txBody>
      </p:sp>
      <p:pic>
        <p:nvPicPr>
          <p:cNvPr id="5" name="図 4" descr="アイコン&#10;&#10;中程度の精度で自動的に生成された説明">
            <a:extLst>
              <a:ext uri="{FF2B5EF4-FFF2-40B4-BE49-F238E27FC236}">
                <a16:creationId xmlns:a16="http://schemas.microsoft.com/office/drawing/2014/main" id="{CF5C6D40-FAFC-E1C6-BEB0-025FE064E1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24225" y="5516044"/>
            <a:ext cx="546761" cy="546761"/>
          </a:xfrm>
          <a:prstGeom prst="rect">
            <a:avLst/>
          </a:prstGeom>
        </p:spPr>
      </p:pic>
      <p:pic>
        <p:nvPicPr>
          <p:cNvPr id="6" name="図 5" descr="アイコン&#10;&#10;自動的に生成された説明">
            <a:extLst>
              <a:ext uri="{FF2B5EF4-FFF2-40B4-BE49-F238E27FC236}">
                <a16:creationId xmlns:a16="http://schemas.microsoft.com/office/drawing/2014/main" id="{D3D826EE-67CB-F5B8-6B8D-BAB5835E5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8872" y="4325294"/>
            <a:ext cx="546760" cy="524073"/>
          </a:xfrm>
          <a:prstGeom prst="rect">
            <a:avLst/>
          </a:prstGeom>
        </p:spPr>
      </p:pic>
      <p:sp>
        <p:nvSpPr>
          <p:cNvPr id="9" name="テキスト ボックス 8">
            <a:extLst>
              <a:ext uri="{FF2B5EF4-FFF2-40B4-BE49-F238E27FC236}">
                <a16:creationId xmlns:a16="http://schemas.microsoft.com/office/drawing/2014/main" id="{A01D0237-0921-85F8-1388-436A6986B126}"/>
              </a:ext>
            </a:extLst>
          </p:cNvPr>
          <p:cNvSpPr txBox="1"/>
          <p:nvPr/>
        </p:nvSpPr>
        <p:spPr bwMode="auto">
          <a:xfrm>
            <a:off x="897234" y="4729441"/>
            <a:ext cx="1785933" cy="36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50000"/>
              </a:lnSpc>
              <a:defRPr sz="1200" b="0" kern="0">
                <a:latin typeface="FOT-UD丸ゴ_ラージ Pr6 M" panose="02020400000000000000" pitchFamily="18" charset="-128"/>
                <a:ea typeface="FOT-UD丸ゴ_ラージ Pr6 M" panose="02020400000000000000" pitchFamily="18" charset="-128"/>
              </a:defRPr>
            </a:lvl1pPr>
          </a:lstStyle>
          <a:p>
            <a:pPr algn="r"/>
            <a:r>
              <a:rPr lang="en-US" altLang="ja-JP" sz="1400">
                <a:latin typeface="BIZ UDPゴシック" panose="020B0400000000000000" pitchFamily="50" charset="-128"/>
                <a:ea typeface="BIZ UDPゴシック" panose="020B0400000000000000" pitchFamily="50" charset="-128"/>
              </a:rPr>
              <a:t>A_source.pptx</a:t>
            </a:r>
            <a:endParaRPr lang="ja-JP" altLang="en-US" sz="1400" dirty="0">
              <a:latin typeface="BIZ UDPゴシック" panose="020B0400000000000000" pitchFamily="50" charset="-128"/>
              <a:ea typeface="BIZ UDPゴシック" panose="020B0400000000000000" pitchFamily="50" charset="-128"/>
            </a:endParaRPr>
          </a:p>
        </p:txBody>
      </p:sp>
      <p:pic>
        <p:nvPicPr>
          <p:cNvPr id="19" name="図 18" descr="アイコン&#10;&#10;自動的に生成された説明">
            <a:extLst>
              <a:ext uri="{FF2B5EF4-FFF2-40B4-BE49-F238E27FC236}">
                <a16:creationId xmlns:a16="http://schemas.microsoft.com/office/drawing/2014/main" id="{9E5DB29C-8456-7D41-1145-90CA32AF5A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54697" y="5040376"/>
            <a:ext cx="546760" cy="524073"/>
          </a:xfrm>
          <a:prstGeom prst="rect">
            <a:avLst/>
          </a:prstGeom>
        </p:spPr>
      </p:pic>
      <p:sp>
        <p:nvSpPr>
          <p:cNvPr id="20" name="テキスト ボックス 19">
            <a:extLst>
              <a:ext uri="{FF2B5EF4-FFF2-40B4-BE49-F238E27FC236}">
                <a16:creationId xmlns:a16="http://schemas.microsoft.com/office/drawing/2014/main" id="{E41D8BD5-68C1-FD1D-1172-12AAB669F85F}"/>
              </a:ext>
            </a:extLst>
          </p:cNvPr>
          <p:cNvSpPr txBox="1"/>
          <p:nvPr/>
        </p:nvSpPr>
        <p:spPr bwMode="auto">
          <a:xfrm>
            <a:off x="8559403" y="5473298"/>
            <a:ext cx="2075414" cy="36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50000"/>
              </a:lnSpc>
              <a:defRPr sz="1200" b="0" kern="0">
                <a:latin typeface="FOT-UD丸ゴ_ラージ Pr6 M" panose="02020400000000000000" pitchFamily="18" charset="-128"/>
                <a:ea typeface="FOT-UD丸ゴ_ラージ Pr6 M" panose="02020400000000000000" pitchFamily="18" charset="-128"/>
              </a:defRPr>
            </a:lvl1pPr>
          </a:lstStyle>
          <a:p>
            <a:pPr algn="r"/>
            <a:r>
              <a:rPr lang="en-US" altLang="ja-JP" sz="1400">
                <a:latin typeface="BIZ UDPゴシック" panose="020B0400000000000000" pitchFamily="50" charset="-128"/>
                <a:ea typeface="BIZ UDPゴシック" panose="020B0400000000000000" pitchFamily="50" charset="-128"/>
              </a:rPr>
              <a:t>A_generated.pptx</a:t>
            </a:r>
            <a:endParaRPr lang="ja-JP" altLang="en-US" sz="1400" dirty="0">
              <a:latin typeface="BIZ UDPゴシック" panose="020B0400000000000000" pitchFamily="50" charset="-128"/>
              <a:ea typeface="BIZ UDPゴシック" panose="020B0400000000000000" pitchFamily="50" charset="-128"/>
            </a:endParaRPr>
          </a:p>
        </p:txBody>
      </p:sp>
      <p:sp>
        <p:nvSpPr>
          <p:cNvPr id="57" name="テキスト ボックス 56">
            <a:extLst>
              <a:ext uri="{FF2B5EF4-FFF2-40B4-BE49-F238E27FC236}">
                <a16:creationId xmlns:a16="http://schemas.microsoft.com/office/drawing/2014/main" id="{A3E34712-BEF4-C5DD-9050-E1EA6A6C5204}"/>
              </a:ext>
            </a:extLst>
          </p:cNvPr>
          <p:cNvSpPr txBox="1"/>
          <p:nvPr/>
        </p:nvSpPr>
        <p:spPr bwMode="auto">
          <a:xfrm>
            <a:off x="4834417" y="5110011"/>
            <a:ext cx="1693632" cy="307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400" kern="0">
                <a:latin typeface="BIZ UDPゴシック" panose="020B0400000000000000" pitchFamily="50" charset="-128"/>
                <a:ea typeface="BIZ UDPゴシック" panose="020B0400000000000000" pitchFamily="50" charset="-128"/>
              </a:rPr>
              <a:t>A_source.json</a:t>
            </a:r>
            <a:endParaRPr kumimoji="1" lang="ja-JP" altLang="en-US" sz="1400" kern="0">
              <a:latin typeface="BIZ UDPゴシック" panose="020B0400000000000000" pitchFamily="50" charset="-128"/>
              <a:ea typeface="BIZ UDPゴシック" panose="020B0400000000000000" pitchFamily="50" charset="-128"/>
            </a:endParaRPr>
          </a:p>
        </p:txBody>
      </p:sp>
      <p:sp>
        <p:nvSpPr>
          <p:cNvPr id="75" name="テキスト ボックス 74">
            <a:extLst>
              <a:ext uri="{FF2B5EF4-FFF2-40B4-BE49-F238E27FC236}">
                <a16:creationId xmlns:a16="http://schemas.microsoft.com/office/drawing/2014/main" id="{E1A60280-22E5-4E30-9AB6-FDB3335680F4}"/>
              </a:ext>
            </a:extLst>
          </p:cNvPr>
          <p:cNvSpPr txBox="1"/>
          <p:nvPr/>
        </p:nvSpPr>
        <p:spPr bwMode="auto">
          <a:xfrm>
            <a:off x="1489011" y="3645687"/>
            <a:ext cx="11264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50000"/>
              </a:lnSpc>
              <a:defRPr sz="1200" b="0" kern="0">
                <a:latin typeface="FOT-UD丸ゴ_ラージ Pr6 M" panose="02020400000000000000" pitchFamily="18" charset="-128"/>
                <a:ea typeface="FOT-UD丸ゴ_ラージ Pr6 M" panose="02020400000000000000" pitchFamily="18" charset="-128"/>
              </a:defRPr>
            </a:lvl1pPr>
          </a:lstStyle>
          <a:p>
            <a:pPr>
              <a:lnSpc>
                <a:spcPct val="100000"/>
              </a:lnSpc>
            </a:pPr>
            <a:r>
              <a:rPr lang="en-US" altLang="ja-JP" b="1">
                <a:solidFill>
                  <a:srgbClr val="FF0000"/>
                </a:solidFill>
                <a:latin typeface="BIZ UDPゴシック" panose="020B0400000000000000" pitchFamily="50" charset="-128"/>
                <a:ea typeface="BIZ UDPゴシック" panose="020B0400000000000000" pitchFamily="50" charset="-128"/>
              </a:rPr>
              <a:t>SOURCE</a:t>
            </a:r>
            <a:endParaRPr lang="en-US" altLang="ja-JP" sz="1050">
              <a:solidFill>
                <a:srgbClr val="FF0000"/>
              </a:solidFill>
              <a:latin typeface="BIZ UDPゴシック" panose="020B0400000000000000" pitchFamily="50" charset="-128"/>
              <a:ea typeface="BIZ UDPゴシック" panose="020B0400000000000000" pitchFamily="50" charset="-128"/>
            </a:endParaRPr>
          </a:p>
        </p:txBody>
      </p:sp>
      <p:pic>
        <p:nvPicPr>
          <p:cNvPr id="15" name="図 14" descr="アイコン&#10;&#10;自動的に生成された説明">
            <a:extLst>
              <a:ext uri="{FF2B5EF4-FFF2-40B4-BE49-F238E27FC236}">
                <a16:creationId xmlns:a16="http://schemas.microsoft.com/office/drawing/2014/main" id="{0EC48F10-8659-0FCE-971C-3A32B017A2A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78872" y="5760835"/>
            <a:ext cx="546760" cy="524073"/>
          </a:xfrm>
          <a:prstGeom prst="rect">
            <a:avLst/>
          </a:prstGeom>
        </p:spPr>
      </p:pic>
      <p:sp>
        <p:nvSpPr>
          <p:cNvPr id="16" name="テキスト ボックス 15">
            <a:extLst>
              <a:ext uri="{FF2B5EF4-FFF2-40B4-BE49-F238E27FC236}">
                <a16:creationId xmlns:a16="http://schemas.microsoft.com/office/drawing/2014/main" id="{3C2F9313-4B7F-ED2F-8481-50AB1866A789}"/>
              </a:ext>
            </a:extLst>
          </p:cNvPr>
          <p:cNvSpPr txBox="1"/>
          <p:nvPr/>
        </p:nvSpPr>
        <p:spPr bwMode="auto">
          <a:xfrm>
            <a:off x="897234" y="6164982"/>
            <a:ext cx="1785933" cy="36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50000"/>
              </a:lnSpc>
              <a:defRPr sz="1200" b="0" kern="0">
                <a:latin typeface="FOT-UD丸ゴ_ラージ Pr6 M" panose="02020400000000000000" pitchFamily="18" charset="-128"/>
                <a:ea typeface="FOT-UD丸ゴ_ラージ Pr6 M" panose="02020400000000000000" pitchFamily="18" charset="-128"/>
              </a:defRPr>
            </a:lvl1pPr>
          </a:lstStyle>
          <a:p>
            <a:pPr algn="r"/>
            <a:r>
              <a:rPr lang="en-US" altLang="ja-JP" sz="1400">
                <a:latin typeface="BIZ UDPゴシック" panose="020B0400000000000000" pitchFamily="50" charset="-128"/>
                <a:ea typeface="BIZ UDPゴシック" panose="020B0400000000000000" pitchFamily="50" charset="-128"/>
              </a:rPr>
              <a:t>B_source.pptx</a:t>
            </a:r>
            <a:endParaRPr lang="ja-JP" altLang="en-US" sz="1400" dirty="0">
              <a:latin typeface="BIZ UDPゴシック" panose="020B0400000000000000" pitchFamily="50" charset="-128"/>
              <a:ea typeface="BIZ UDPゴシック" panose="020B0400000000000000" pitchFamily="50" charset="-128"/>
            </a:endParaRPr>
          </a:p>
        </p:txBody>
      </p:sp>
      <p:pic>
        <p:nvPicPr>
          <p:cNvPr id="33" name="図 32" descr="アイコン&#10;&#10;中程度の精度で自動的に生成された説明">
            <a:extLst>
              <a:ext uri="{FF2B5EF4-FFF2-40B4-BE49-F238E27FC236}">
                <a16:creationId xmlns:a16="http://schemas.microsoft.com/office/drawing/2014/main" id="{2E6E768D-DE9E-81C6-225E-8B89514451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24225" y="4609899"/>
            <a:ext cx="546761" cy="546761"/>
          </a:xfrm>
          <a:prstGeom prst="rect">
            <a:avLst/>
          </a:prstGeom>
        </p:spPr>
      </p:pic>
      <p:cxnSp>
        <p:nvCxnSpPr>
          <p:cNvPr id="35" name="コネクタ: カギ線 34">
            <a:extLst>
              <a:ext uri="{FF2B5EF4-FFF2-40B4-BE49-F238E27FC236}">
                <a16:creationId xmlns:a16="http://schemas.microsoft.com/office/drawing/2014/main" id="{21A4A512-0C53-FBAB-A11A-6E1CCD3FA854}"/>
              </a:ext>
            </a:extLst>
          </p:cNvPr>
          <p:cNvCxnSpPr>
            <a:cxnSpLocks/>
            <a:stCxn id="6" idx="3"/>
            <a:endCxn id="33" idx="1"/>
          </p:cNvCxnSpPr>
          <p:nvPr/>
        </p:nvCxnSpPr>
        <p:spPr bwMode="auto">
          <a:xfrm>
            <a:off x="2325632" y="4587331"/>
            <a:ext cx="2998593" cy="295949"/>
          </a:xfrm>
          <a:prstGeom prst="bentConnector3">
            <a:avLst>
              <a:gd name="adj1" fmla="val 50000"/>
            </a:avLst>
          </a:prstGeom>
          <a:solidFill>
            <a:srgbClr val="CCFFFF"/>
          </a:solidFill>
          <a:ln w="28575" cap="flat" cmpd="sng" algn="ctr">
            <a:solidFill>
              <a:srgbClr val="00B0F0"/>
            </a:solidFill>
            <a:prstDash val="solid"/>
            <a:round/>
            <a:headEnd type="none" w="med" len="med"/>
            <a:tailEnd type="triangle"/>
          </a:ln>
          <a:effectLst/>
        </p:spPr>
      </p:cxnSp>
      <p:cxnSp>
        <p:nvCxnSpPr>
          <p:cNvPr id="37" name="コネクタ: カギ線 36">
            <a:extLst>
              <a:ext uri="{FF2B5EF4-FFF2-40B4-BE49-F238E27FC236}">
                <a16:creationId xmlns:a16="http://schemas.microsoft.com/office/drawing/2014/main" id="{3572D31B-A9AB-E88E-EC1C-D7329546A684}"/>
              </a:ext>
            </a:extLst>
          </p:cNvPr>
          <p:cNvCxnSpPr>
            <a:cxnSpLocks/>
            <a:stCxn id="15" idx="3"/>
            <a:endCxn id="5" idx="1"/>
          </p:cNvCxnSpPr>
          <p:nvPr/>
        </p:nvCxnSpPr>
        <p:spPr bwMode="auto">
          <a:xfrm flipV="1">
            <a:off x="2325632" y="5789425"/>
            <a:ext cx="2998593" cy="233447"/>
          </a:xfrm>
          <a:prstGeom prst="bentConnector3">
            <a:avLst>
              <a:gd name="adj1" fmla="val 50000"/>
            </a:avLst>
          </a:prstGeom>
          <a:solidFill>
            <a:srgbClr val="CCFFFF"/>
          </a:solidFill>
          <a:ln w="28575" cap="flat" cmpd="sng" algn="ctr">
            <a:solidFill>
              <a:srgbClr val="00B0F0"/>
            </a:solidFill>
            <a:prstDash val="solid"/>
            <a:round/>
            <a:headEnd type="none" w="med" len="med"/>
            <a:tailEnd type="triangle"/>
          </a:ln>
          <a:effectLst/>
        </p:spPr>
      </p:cxnSp>
      <p:sp>
        <p:nvSpPr>
          <p:cNvPr id="43" name="テキスト ボックス 42">
            <a:extLst>
              <a:ext uri="{FF2B5EF4-FFF2-40B4-BE49-F238E27FC236}">
                <a16:creationId xmlns:a16="http://schemas.microsoft.com/office/drawing/2014/main" id="{5741A345-DF39-6CD3-D923-0EEBF004F9D4}"/>
              </a:ext>
            </a:extLst>
          </p:cNvPr>
          <p:cNvSpPr txBox="1"/>
          <p:nvPr/>
        </p:nvSpPr>
        <p:spPr bwMode="auto">
          <a:xfrm>
            <a:off x="4834417" y="6073549"/>
            <a:ext cx="1693632" cy="307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400" kern="0">
                <a:latin typeface="BIZ UDPゴシック" panose="020B0400000000000000" pitchFamily="50" charset="-128"/>
                <a:ea typeface="BIZ UDPゴシック" panose="020B0400000000000000" pitchFamily="50" charset="-128"/>
              </a:rPr>
              <a:t>B_source.json</a:t>
            </a:r>
            <a:endParaRPr kumimoji="1" lang="ja-JP" altLang="en-US" sz="1400" kern="0">
              <a:latin typeface="BIZ UDPゴシック" panose="020B0400000000000000" pitchFamily="50" charset="-128"/>
              <a:ea typeface="BIZ UDPゴシック" panose="020B0400000000000000" pitchFamily="50" charset="-128"/>
            </a:endParaRPr>
          </a:p>
        </p:txBody>
      </p:sp>
      <p:cxnSp>
        <p:nvCxnSpPr>
          <p:cNvPr id="44" name="コネクタ: カギ線 43">
            <a:extLst>
              <a:ext uri="{FF2B5EF4-FFF2-40B4-BE49-F238E27FC236}">
                <a16:creationId xmlns:a16="http://schemas.microsoft.com/office/drawing/2014/main" id="{E41342B5-D5BE-88F4-B0C3-1FB998EA71D8}"/>
              </a:ext>
            </a:extLst>
          </p:cNvPr>
          <p:cNvCxnSpPr>
            <a:cxnSpLocks/>
            <a:endCxn id="19" idx="0"/>
          </p:cNvCxnSpPr>
          <p:nvPr/>
        </p:nvCxnSpPr>
        <p:spPr bwMode="auto">
          <a:xfrm>
            <a:off x="2295525" y="4468655"/>
            <a:ext cx="7532552" cy="571721"/>
          </a:xfrm>
          <a:prstGeom prst="bentConnector2">
            <a:avLst/>
          </a:prstGeom>
          <a:solidFill>
            <a:srgbClr val="CCFFFF"/>
          </a:solidFill>
          <a:ln w="28575" cap="flat" cmpd="sng" algn="ctr">
            <a:solidFill>
              <a:srgbClr val="7030A0"/>
            </a:solidFill>
            <a:prstDash val="solid"/>
            <a:round/>
            <a:headEnd type="none" w="med" len="med"/>
            <a:tailEnd type="triangle"/>
          </a:ln>
          <a:effectLst/>
        </p:spPr>
      </p:cxnSp>
      <p:cxnSp>
        <p:nvCxnSpPr>
          <p:cNvPr id="55" name="コネクタ: カギ線 54">
            <a:extLst>
              <a:ext uri="{FF2B5EF4-FFF2-40B4-BE49-F238E27FC236}">
                <a16:creationId xmlns:a16="http://schemas.microsoft.com/office/drawing/2014/main" id="{7665D2CC-52BF-ED6A-6E98-09B3A4635284}"/>
              </a:ext>
            </a:extLst>
          </p:cNvPr>
          <p:cNvCxnSpPr>
            <a:cxnSpLocks/>
            <a:stCxn id="33" idx="3"/>
            <a:endCxn id="19" idx="1"/>
          </p:cNvCxnSpPr>
          <p:nvPr/>
        </p:nvCxnSpPr>
        <p:spPr bwMode="auto">
          <a:xfrm>
            <a:off x="5870986" y="4883280"/>
            <a:ext cx="3683711" cy="419133"/>
          </a:xfrm>
          <a:prstGeom prst="bentConnector3">
            <a:avLst>
              <a:gd name="adj1" fmla="val 50000"/>
            </a:avLst>
          </a:prstGeom>
          <a:solidFill>
            <a:srgbClr val="CCFFFF"/>
          </a:solidFill>
          <a:ln w="28575" cap="flat" cmpd="sng" algn="ctr">
            <a:solidFill>
              <a:srgbClr val="7030A0"/>
            </a:solidFill>
            <a:prstDash val="solid"/>
            <a:round/>
            <a:headEnd type="none" w="med" len="med"/>
            <a:tailEnd type="triangle"/>
          </a:ln>
          <a:effectLst/>
        </p:spPr>
      </p:cxnSp>
      <p:sp>
        <p:nvSpPr>
          <p:cNvPr id="77" name="右中かっこ 76">
            <a:extLst>
              <a:ext uri="{FF2B5EF4-FFF2-40B4-BE49-F238E27FC236}">
                <a16:creationId xmlns:a16="http://schemas.microsoft.com/office/drawing/2014/main" id="{41E3AC3A-8E6B-1A56-94A1-143E0FF81A8C}"/>
              </a:ext>
            </a:extLst>
          </p:cNvPr>
          <p:cNvSpPr/>
          <p:nvPr/>
        </p:nvSpPr>
        <p:spPr bwMode="auto">
          <a:xfrm rot="16200000" flipV="1">
            <a:off x="1757374" y="3462443"/>
            <a:ext cx="350936" cy="1335541"/>
          </a:xfrm>
          <a:prstGeom prst="rightBrace">
            <a:avLst>
              <a:gd name="adj1" fmla="val 32760"/>
              <a:gd name="adj2" fmla="val 50000"/>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79" name="右中かっこ 78">
            <a:extLst>
              <a:ext uri="{FF2B5EF4-FFF2-40B4-BE49-F238E27FC236}">
                <a16:creationId xmlns:a16="http://schemas.microsoft.com/office/drawing/2014/main" id="{A562130C-3887-987C-2725-B3601FF90631}"/>
              </a:ext>
            </a:extLst>
          </p:cNvPr>
          <p:cNvSpPr/>
          <p:nvPr/>
        </p:nvSpPr>
        <p:spPr bwMode="auto">
          <a:xfrm rot="16200000" flipV="1">
            <a:off x="5439028" y="3432688"/>
            <a:ext cx="350936" cy="1395056"/>
          </a:xfrm>
          <a:prstGeom prst="rightBrace">
            <a:avLst>
              <a:gd name="adj1" fmla="val 32760"/>
              <a:gd name="adj2" fmla="val 50000"/>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80" name="テキスト ボックス 79">
            <a:extLst>
              <a:ext uri="{FF2B5EF4-FFF2-40B4-BE49-F238E27FC236}">
                <a16:creationId xmlns:a16="http://schemas.microsoft.com/office/drawing/2014/main" id="{6B894B11-F529-08EE-6901-399341F69260}"/>
              </a:ext>
            </a:extLst>
          </p:cNvPr>
          <p:cNvSpPr txBox="1"/>
          <p:nvPr/>
        </p:nvSpPr>
        <p:spPr bwMode="auto">
          <a:xfrm>
            <a:off x="5231904" y="3645687"/>
            <a:ext cx="11264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50000"/>
              </a:lnSpc>
              <a:defRPr sz="1200" b="0" kern="0">
                <a:latin typeface="FOT-UD丸ゴ_ラージ Pr6 M" panose="02020400000000000000" pitchFamily="18" charset="-128"/>
                <a:ea typeface="FOT-UD丸ゴ_ラージ Pr6 M" panose="02020400000000000000" pitchFamily="18" charset="-128"/>
              </a:defRPr>
            </a:lvl1pPr>
          </a:lstStyle>
          <a:p>
            <a:pPr>
              <a:lnSpc>
                <a:spcPct val="100000"/>
              </a:lnSpc>
            </a:pPr>
            <a:r>
              <a:rPr lang="en-US" altLang="ja-JP" b="1">
                <a:solidFill>
                  <a:srgbClr val="FF0000"/>
                </a:solidFill>
                <a:latin typeface="BIZ UDPゴシック" panose="020B0400000000000000" pitchFamily="50" charset="-128"/>
                <a:ea typeface="BIZ UDPゴシック" panose="020B0400000000000000" pitchFamily="50" charset="-128"/>
              </a:rPr>
              <a:t>INDEX</a:t>
            </a:r>
            <a:endParaRPr lang="en-US" altLang="ja-JP" sz="1050">
              <a:solidFill>
                <a:srgbClr val="FF0000"/>
              </a:solidFill>
              <a:latin typeface="BIZ UDPゴシック" panose="020B0400000000000000" pitchFamily="50" charset="-128"/>
              <a:ea typeface="BIZ UDPゴシック" panose="020B0400000000000000" pitchFamily="50" charset="-128"/>
            </a:endParaRPr>
          </a:p>
        </p:txBody>
      </p:sp>
      <p:sp>
        <p:nvSpPr>
          <p:cNvPr id="81" name="テキスト ボックス 80">
            <a:extLst>
              <a:ext uri="{FF2B5EF4-FFF2-40B4-BE49-F238E27FC236}">
                <a16:creationId xmlns:a16="http://schemas.microsoft.com/office/drawing/2014/main" id="{C4EE396A-D590-91F6-81B6-E8A159459E8C}"/>
              </a:ext>
            </a:extLst>
          </p:cNvPr>
          <p:cNvSpPr txBox="1"/>
          <p:nvPr/>
        </p:nvSpPr>
        <p:spPr bwMode="auto">
          <a:xfrm>
            <a:off x="2927284" y="5398706"/>
            <a:ext cx="11264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50000"/>
              </a:lnSpc>
              <a:defRPr sz="1200" b="0" kern="0">
                <a:latin typeface="FOT-UD丸ゴ_ラージ Pr6 M" panose="02020400000000000000" pitchFamily="18" charset="-128"/>
                <a:ea typeface="FOT-UD丸ゴ_ラージ Pr6 M" panose="02020400000000000000" pitchFamily="18" charset="-128"/>
              </a:defRPr>
            </a:lvl1pPr>
          </a:lstStyle>
          <a:p>
            <a:pPr>
              <a:lnSpc>
                <a:spcPct val="100000"/>
              </a:lnSpc>
            </a:pPr>
            <a:r>
              <a:rPr lang="en-US" altLang="ja-JP" b="1">
                <a:solidFill>
                  <a:srgbClr val="00B0F0"/>
                </a:solidFill>
                <a:latin typeface="BIZ UDPゴシック" panose="020B0400000000000000" pitchFamily="50" charset="-128"/>
                <a:ea typeface="BIZ UDPゴシック" panose="020B0400000000000000" pitchFamily="50" charset="-128"/>
              </a:rPr>
              <a:t>INDEXING</a:t>
            </a:r>
            <a:endParaRPr lang="en-US" altLang="ja-JP" sz="1050">
              <a:solidFill>
                <a:srgbClr val="00B0F0"/>
              </a:solidFill>
              <a:latin typeface="BIZ UDPゴシック" panose="020B0400000000000000" pitchFamily="50" charset="-128"/>
              <a:ea typeface="BIZ UDPゴシック" panose="020B0400000000000000" pitchFamily="50" charset="-128"/>
            </a:endParaRPr>
          </a:p>
        </p:txBody>
      </p:sp>
      <p:sp>
        <p:nvSpPr>
          <p:cNvPr id="83" name="テキスト ボックス 82">
            <a:extLst>
              <a:ext uri="{FF2B5EF4-FFF2-40B4-BE49-F238E27FC236}">
                <a16:creationId xmlns:a16="http://schemas.microsoft.com/office/drawing/2014/main" id="{04DDA7E9-2F47-37A8-3A92-769A3E5C3669}"/>
              </a:ext>
            </a:extLst>
          </p:cNvPr>
          <p:cNvSpPr txBox="1"/>
          <p:nvPr/>
        </p:nvSpPr>
        <p:spPr bwMode="auto">
          <a:xfrm>
            <a:off x="7883375" y="4724775"/>
            <a:ext cx="149934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50000"/>
              </a:lnSpc>
              <a:defRPr sz="1200" b="0" kern="0">
                <a:latin typeface="FOT-UD丸ゴ_ラージ Pr6 M" panose="02020400000000000000" pitchFamily="18" charset="-128"/>
                <a:ea typeface="FOT-UD丸ゴ_ラージ Pr6 M" panose="02020400000000000000" pitchFamily="18" charset="-128"/>
              </a:defRPr>
            </a:lvl1pPr>
          </a:lstStyle>
          <a:p>
            <a:pPr>
              <a:lnSpc>
                <a:spcPct val="100000"/>
              </a:lnSpc>
            </a:pPr>
            <a:r>
              <a:rPr lang="en-US" altLang="ja-JP" b="1">
                <a:solidFill>
                  <a:srgbClr val="7030A0"/>
                </a:solidFill>
                <a:latin typeface="BIZ UDPゴシック" panose="020B0400000000000000" pitchFamily="50" charset="-128"/>
                <a:ea typeface="BIZ UDPゴシック" panose="020B0400000000000000" pitchFamily="50" charset="-128"/>
              </a:rPr>
              <a:t>GENERATING</a:t>
            </a:r>
            <a:endParaRPr lang="en-US" altLang="ja-JP" sz="1050">
              <a:solidFill>
                <a:srgbClr val="7030A0"/>
              </a:solidFill>
              <a:latin typeface="BIZ UDPゴシック" panose="020B0400000000000000" pitchFamily="50" charset="-128"/>
              <a:ea typeface="BIZ UDPゴシック" panose="020B0400000000000000" pitchFamily="50" charset="-128"/>
            </a:endParaRPr>
          </a:p>
        </p:txBody>
      </p:sp>
      <p:sp>
        <p:nvSpPr>
          <p:cNvPr id="84" name="右中かっこ 83">
            <a:extLst>
              <a:ext uri="{FF2B5EF4-FFF2-40B4-BE49-F238E27FC236}">
                <a16:creationId xmlns:a16="http://schemas.microsoft.com/office/drawing/2014/main" id="{15A38960-B7CB-A063-30FB-C0F85FE8E435}"/>
              </a:ext>
            </a:extLst>
          </p:cNvPr>
          <p:cNvSpPr/>
          <p:nvPr/>
        </p:nvSpPr>
        <p:spPr bwMode="auto">
          <a:xfrm rot="16200000" flipV="1">
            <a:off x="9510874" y="3286207"/>
            <a:ext cx="350936" cy="1688018"/>
          </a:xfrm>
          <a:prstGeom prst="rightBrace">
            <a:avLst>
              <a:gd name="adj1" fmla="val 32760"/>
              <a:gd name="adj2" fmla="val 50000"/>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85" name="テキスト ボックス 84">
            <a:extLst>
              <a:ext uri="{FF2B5EF4-FFF2-40B4-BE49-F238E27FC236}">
                <a16:creationId xmlns:a16="http://schemas.microsoft.com/office/drawing/2014/main" id="{BFC03E39-4F2F-A5FA-32F5-8DC0C2EE1EC1}"/>
              </a:ext>
            </a:extLst>
          </p:cNvPr>
          <p:cNvSpPr txBox="1"/>
          <p:nvPr/>
        </p:nvSpPr>
        <p:spPr bwMode="auto">
          <a:xfrm>
            <a:off x="9303750" y="3645687"/>
            <a:ext cx="11264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50000"/>
              </a:lnSpc>
              <a:defRPr sz="1200" b="0" kern="0">
                <a:latin typeface="FOT-UD丸ゴ_ラージ Pr6 M" panose="02020400000000000000" pitchFamily="18" charset="-128"/>
                <a:ea typeface="FOT-UD丸ゴ_ラージ Pr6 M" panose="02020400000000000000" pitchFamily="18" charset="-128"/>
              </a:defRPr>
            </a:lvl1pPr>
          </a:lstStyle>
          <a:p>
            <a:pPr>
              <a:lnSpc>
                <a:spcPct val="100000"/>
              </a:lnSpc>
            </a:pPr>
            <a:r>
              <a:rPr lang="en-US" altLang="ja-JP" b="1">
                <a:solidFill>
                  <a:srgbClr val="FF0000"/>
                </a:solidFill>
                <a:latin typeface="BIZ UDPゴシック" panose="020B0400000000000000" pitchFamily="50" charset="-128"/>
                <a:ea typeface="BIZ UDPゴシック" panose="020B0400000000000000" pitchFamily="50" charset="-128"/>
              </a:rPr>
              <a:t>TARGET</a:t>
            </a:r>
            <a:endParaRPr lang="en-US" altLang="ja-JP" sz="1050">
              <a:solidFill>
                <a:srgbClr val="FF0000"/>
              </a:solidFill>
              <a:latin typeface="BIZ UDPゴシック" panose="020B0400000000000000" pitchFamily="50" charset="-128"/>
              <a:ea typeface="BIZ UDPゴシック" panose="020B0400000000000000" pitchFamily="50" charset="-128"/>
            </a:endParaRPr>
          </a:p>
        </p:txBody>
      </p:sp>
      <p:sp>
        <p:nvSpPr>
          <p:cNvPr id="87" name="テキスト ボックス 86">
            <a:extLst>
              <a:ext uri="{FF2B5EF4-FFF2-40B4-BE49-F238E27FC236}">
                <a16:creationId xmlns:a16="http://schemas.microsoft.com/office/drawing/2014/main" id="{347FB2BB-DF89-FA85-BC0E-37E6EB99133F}"/>
              </a:ext>
            </a:extLst>
          </p:cNvPr>
          <p:cNvSpPr txBox="1"/>
          <p:nvPr/>
        </p:nvSpPr>
        <p:spPr bwMode="auto">
          <a:xfrm>
            <a:off x="1127452" y="1637585"/>
            <a:ext cx="99370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a:r>
              <a:rPr lang="ja-JP" altLang="en-US" sz="1600" kern="0">
                <a:latin typeface="BIZ UDPゴシック" panose="020B0400000000000000" pitchFamily="50" charset="-128"/>
                <a:ea typeface="BIZ UDPゴシック" panose="020B0400000000000000" pitchFamily="50" charset="-128"/>
              </a:rPr>
              <a:t>パラメータファイルの書き方を理解するためには、</a:t>
            </a:r>
            <a:r>
              <a:rPr lang="en-US" altLang="ja-JP" sz="1600" kern="0">
                <a:latin typeface="BIZ UDPゴシック" panose="020B0400000000000000" pitchFamily="50" charset="-128"/>
                <a:ea typeface="BIZ UDPゴシック" panose="020B0400000000000000" pitchFamily="50" charset="-128"/>
              </a:rPr>
              <a:t>pptx-indexer </a:t>
            </a:r>
            <a:r>
              <a:rPr lang="ja-JP" altLang="en-US" sz="1600" kern="0">
                <a:latin typeface="BIZ UDPゴシック" panose="020B0400000000000000" pitchFamily="50" charset="-128"/>
                <a:ea typeface="BIZ UDPゴシック" panose="020B0400000000000000" pitchFamily="50" charset="-128"/>
              </a:rPr>
              <a:t>の処理モデルを知っておいてください。</a:t>
            </a:r>
            <a:endParaRPr lang="en-US" altLang="ja-JP" sz="1600" kern="0">
              <a:latin typeface="BIZ UDPゴシック" panose="020B0400000000000000" pitchFamily="50" charset="-128"/>
              <a:ea typeface="BIZ UDPゴシック" panose="020B0400000000000000" pitchFamily="50" charset="-128"/>
            </a:endParaRPr>
          </a:p>
        </p:txBody>
      </p:sp>
      <p:cxnSp>
        <p:nvCxnSpPr>
          <p:cNvPr id="97" name="コネクタ: カギ線 96">
            <a:extLst>
              <a:ext uri="{FF2B5EF4-FFF2-40B4-BE49-F238E27FC236}">
                <a16:creationId xmlns:a16="http://schemas.microsoft.com/office/drawing/2014/main" id="{EA16457D-C5E5-A9CB-B6D5-6C9C70C9E93F}"/>
              </a:ext>
            </a:extLst>
          </p:cNvPr>
          <p:cNvCxnSpPr>
            <a:cxnSpLocks/>
            <a:stCxn id="5" idx="3"/>
            <a:endCxn id="19" idx="1"/>
          </p:cNvCxnSpPr>
          <p:nvPr/>
        </p:nvCxnSpPr>
        <p:spPr bwMode="auto">
          <a:xfrm flipV="1">
            <a:off x="5870986" y="5302413"/>
            <a:ext cx="3683711" cy="487012"/>
          </a:xfrm>
          <a:prstGeom prst="bentConnector3">
            <a:avLst>
              <a:gd name="adj1" fmla="val 50000"/>
            </a:avLst>
          </a:prstGeom>
          <a:solidFill>
            <a:srgbClr val="CCFFFF"/>
          </a:solidFill>
          <a:ln w="28575" cap="flat" cmpd="sng" algn="ctr">
            <a:solidFill>
              <a:srgbClr val="7030A0"/>
            </a:solidFill>
            <a:prstDash val="solid"/>
            <a:round/>
            <a:headEnd type="none" w="med" len="med"/>
            <a:tailEnd type="triangle"/>
          </a:ln>
          <a:effectLst/>
        </p:spPr>
      </p:cxnSp>
      <p:cxnSp>
        <p:nvCxnSpPr>
          <p:cNvPr id="108" name="直線コネクタ 107">
            <a:extLst>
              <a:ext uri="{FF2B5EF4-FFF2-40B4-BE49-F238E27FC236}">
                <a16:creationId xmlns:a16="http://schemas.microsoft.com/office/drawing/2014/main" id="{79460A11-1ADA-6B9D-A266-D086F37E9D24}"/>
              </a:ext>
            </a:extLst>
          </p:cNvPr>
          <p:cNvCxnSpPr>
            <a:cxnSpLocks/>
            <a:stCxn id="81" idx="0"/>
          </p:cNvCxnSpPr>
          <p:nvPr/>
        </p:nvCxnSpPr>
        <p:spPr bwMode="auto">
          <a:xfrm flipV="1">
            <a:off x="3490525" y="5052359"/>
            <a:ext cx="229212" cy="346347"/>
          </a:xfrm>
          <a:prstGeom prst="line">
            <a:avLst/>
          </a:prstGeom>
          <a:solidFill>
            <a:srgbClr val="CCFFFF"/>
          </a:solidFill>
          <a:ln w="28575" cap="flat" cmpd="sng" algn="ctr">
            <a:solidFill>
              <a:srgbClr val="00B0F0"/>
            </a:solidFill>
            <a:prstDash val="sysDot"/>
            <a:round/>
            <a:headEnd type="none" w="med" len="med"/>
            <a:tailEnd type="none" w="med" len="med"/>
          </a:ln>
          <a:effectLst/>
        </p:spPr>
      </p:cxnSp>
      <p:cxnSp>
        <p:nvCxnSpPr>
          <p:cNvPr id="109" name="直線コネクタ 108">
            <a:extLst>
              <a:ext uri="{FF2B5EF4-FFF2-40B4-BE49-F238E27FC236}">
                <a16:creationId xmlns:a16="http://schemas.microsoft.com/office/drawing/2014/main" id="{F2AD9704-422E-9D32-D2B3-04FA94B1A7BB}"/>
              </a:ext>
            </a:extLst>
          </p:cNvPr>
          <p:cNvCxnSpPr>
            <a:cxnSpLocks/>
            <a:stCxn id="81" idx="2"/>
          </p:cNvCxnSpPr>
          <p:nvPr/>
        </p:nvCxnSpPr>
        <p:spPr bwMode="auto">
          <a:xfrm>
            <a:off x="3490525" y="5675705"/>
            <a:ext cx="91660" cy="262037"/>
          </a:xfrm>
          <a:prstGeom prst="line">
            <a:avLst/>
          </a:prstGeom>
          <a:solidFill>
            <a:srgbClr val="CCFFFF"/>
          </a:solidFill>
          <a:ln w="28575" cap="flat" cmpd="sng" algn="ctr">
            <a:solidFill>
              <a:srgbClr val="00B0F0"/>
            </a:solidFill>
            <a:prstDash val="sysDot"/>
            <a:round/>
            <a:headEnd type="none" w="med" len="med"/>
            <a:tailEnd type="none" w="med" len="med"/>
          </a:ln>
          <a:effectLst/>
        </p:spPr>
      </p:cxnSp>
      <p:cxnSp>
        <p:nvCxnSpPr>
          <p:cNvPr id="115" name="直線コネクタ 114">
            <a:extLst>
              <a:ext uri="{FF2B5EF4-FFF2-40B4-BE49-F238E27FC236}">
                <a16:creationId xmlns:a16="http://schemas.microsoft.com/office/drawing/2014/main" id="{F5F6EC53-C729-96D6-978A-6ADE301156C2}"/>
              </a:ext>
            </a:extLst>
          </p:cNvPr>
          <p:cNvCxnSpPr>
            <a:cxnSpLocks/>
          </p:cNvCxnSpPr>
          <p:nvPr/>
        </p:nvCxnSpPr>
        <p:spPr bwMode="auto">
          <a:xfrm flipV="1">
            <a:off x="8296667" y="4522079"/>
            <a:ext cx="76319" cy="253557"/>
          </a:xfrm>
          <a:prstGeom prst="line">
            <a:avLst/>
          </a:prstGeom>
          <a:solidFill>
            <a:srgbClr val="CCFFFF"/>
          </a:solidFill>
          <a:ln w="28575" cap="flat" cmpd="sng" algn="ctr">
            <a:solidFill>
              <a:srgbClr val="7030A0"/>
            </a:solidFill>
            <a:prstDash val="sysDot"/>
            <a:round/>
            <a:headEnd type="none" w="med" len="med"/>
            <a:tailEnd type="none" w="med" len="med"/>
          </a:ln>
          <a:effectLst/>
        </p:spPr>
      </p:cxnSp>
      <p:cxnSp>
        <p:nvCxnSpPr>
          <p:cNvPr id="116" name="直線コネクタ 115">
            <a:extLst>
              <a:ext uri="{FF2B5EF4-FFF2-40B4-BE49-F238E27FC236}">
                <a16:creationId xmlns:a16="http://schemas.microsoft.com/office/drawing/2014/main" id="{BE9514F2-F23A-2EA9-1790-7DCFF4BD2A70}"/>
              </a:ext>
            </a:extLst>
          </p:cNvPr>
          <p:cNvCxnSpPr>
            <a:cxnSpLocks/>
          </p:cNvCxnSpPr>
          <p:nvPr/>
        </p:nvCxnSpPr>
        <p:spPr bwMode="auto">
          <a:xfrm>
            <a:off x="8300316" y="4970741"/>
            <a:ext cx="91660" cy="262037"/>
          </a:xfrm>
          <a:prstGeom prst="line">
            <a:avLst/>
          </a:prstGeom>
          <a:solidFill>
            <a:srgbClr val="CCFFFF"/>
          </a:solidFill>
          <a:ln w="28575" cap="flat" cmpd="sng" algn="ctr">
            <a:solidFill>
              <a:srgbClr val="7030A0"/>
            </a:solidFill>
            <a:prstDash val="sysDot"/>
            <a:round/>
            <a:headEnd type="none" w="med" len="med"/>
            <a:tailEnd type="none" w="med" len="med"/>
          </a:ln>
          <a:effectLst/>
        </p:spPr>
      </p:cxnSp>
      <p:sp>
        <p:nvSpPr>
          <p:cNvPr id="121" name="テキスト ボックス 120">
            <a:extLst>
              <a:ext uri="{FF2B5EF4-FFF2-40B4-BE49-F238E27FC236}">
                <a16:creationId xmlns:a16="http://schemas.microsoft.com/office/drawing/2014/main" id="{BF88FFEB-AB8B-75B3-01E5-0849A5F55BC9}"/>
              </a:ext>
            </a:extLst>
          </p:cNvPr>
          <p:cNvSpPr txBox="1"/>
          <p:nvPr/>
        </p:nvSpPr>
        <p:spPr bwMode="auto">
          <a:xfrm>
            <a:off x="1489011" y="1961545"/>
            <a:ext cx="957554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eaLnBrk="1">
              <a:buFont typeface="+mj-ea"/>
              <a:buAutoNum type="circleNumDbPlain"/>
            </a:pPr>
            <a:r>
              <a:rPr lang="en-US" altLang="ja-JP" sz="1600" kern="0">
                <a:latin typeface="BIZ UDPゴシック" panose="020B0400000000000000" pitchFamily="50" charset="-128"/>
                <a:ea typeface="BIZ UDPゴシック" panose="020B0400000000000000" pitchFamily="50" charset="-128"/>
              </a:rPr>
              <a:t>INDEXING </a:t>
            </a:r>
            <a:r>
              <a:rPr lang="ja-JP" altLang="en-US" sz="1600" kern="0">
                <a:latin typeface="BIZ UDPゴシック" panose="020B0400000000000000" pitchFamily="50" charset="-128"/>
                <a:ea typeface="BIZ UDPゴシック" panose="020B0400000000000000" pitchFamily="50" charset="-128"/>
              </a:rPr>
              <a:t>と </a:t>
            </a:r>
            <a:r>
              <a:rPr lang="en-US" altLang="ja-JP" sz="1600" kern="0">
                <a:latin typeface="BIZ UDPゴシック" panose="020B0400000000000000" pitchFamily="50" charset="-128"/>
                <a:ea typeface="BIZ UDPゴシック" panose="020B0400000000000000" pitchFamily="50" charset="-128"/>
              </a:rPr>
              <a:t>GENERATING </a:t>
            </a:r>
            <a:r>
              <a:rPr lang="ja-JP" altLang="en-US" sz="1600" kern="0">
                <a:latin typeface="BIZ UDPゴシック" panose="020B0400000000000000" pitchFamily="50" charset="-128"/>
                <a:ea typeface="BIZ UDPゴシック" panose="020B0400000000000000" pitchFamily="50" charset="-128"/>
              </a:rPr>
              <a:t>の</a:t>
            </a:r>
            <a:r>
              <a:rPr lang="en-US" altLang="ja-JP" sz="1600" kern="0">
                <a:latin typeface="BIZ UDPゴシック" panose="020B0400000000000000" pitchFamily="50" charset="-128"/>
                <a:ea typeface="BIZ UDPゴシック" panose="020B0400000000000000" pitchFamily="50" charset="-128"/>
              </a:rPr>
              <a:t>2</a:t>
            </a:r>
            <a:r>
              <a:rPr lang="ja-JP" altLang="en-US" sz="1600" kern="0">
                <a:latin typeface="BIZ UDPゴシック" panose="020B0400000000000000" pitchFamily="50" charset="-128"/>
                <a:ea typeface="BIZ UDPゴシック" panose="020B0400000000000000" pitchFamily="50" charset="-128"/>
              </a:rPr>
              <a:t>段階プロセスで処理します</a:t>
            </a:r>
          </a:p>
          <a:p>
            <a:pPr marL="342900" indent="-342900" eaLnBrk="1">
              <a:buFont typeface="+mj-ea"/>
              <a:buAutoNum type="circleNumDbPlain"/>
            </a:pPr>
            <a:r>
              <a:rPr lang="en-US" altLang="ja-JP" sz="1600" kern="0">
                <a:latin typeface="BIZ UDPゴシック" panose="020B0400000000000000" pitchFamily="50" charset="-128"/>
                <a:ea typeface="BIZ UDPゴシック" panose="020B0400000000000000" pitchFamily="50" charset="-128"/>
              </a:rPr>
              <a:t>INDEXING </a:t>
            </a:r>
            <a:r>
              <a:rPr lang="ja-JP" altLang="en-US" sz="1600" kern="0">
                <a:latin typeface="BIZ UDPゴシック" panose="020B0400000000000000" pitchFamily="50" charset="-128"/>
                <a:ea typeface="BIZ UDPゴシック" panose="020B0400000000000000" pitchFamily="50" charset="-128"/>
              </a:rPr>
              <a:t>で </a:t>
            </a:r>
            <a:r>
              <a:rPr lang="en-US" altLang="ja-JP" sz="1600" kern="0">
                <a:latin typeface="BIZ UDPゴシック" panose="020B0400000000000000" pitchFamily="50" charset="-128"/>
                <a:ea typeface="BIZ UDPゴシック" panose="020B0400000000000000" pitchFamily="50" charset="-128"/>
              </a:rPr>
              <a:t>SOURCE</a:t>
            </a:r>
            <a:r>
              <a:rPr lang="ja-JP" altLang="en-US" sz="1600" kern="0">
                <a:latin typeface="BIZ UDPゴシック" panose="020B0400000000000000" pitchFamily="50" charset="-128"/>
                <a:ea typeface="BIZ UDPゴシック" panose="020B0400000000000000" pitchFamily="50" charset="-128"/>
              </a:rPr>
              <a:t>を解析して</a:t>
            </a:r>
            <a:r>
              <a:rPr lang="en-US" altLang="ja-JP" sz="1600" kern="0">
                <a:latin typeface="BIZ UDPゴシック" panose="020B0400000000000000" pitchFamily="50" charset="-128"/>
                <a:ea typeface="BIZ UDPゴシック" panose="020B0400000000000000" pitchFamily="50" charset="-128"/>
              </a:rPr>
              <a:t>INDEX</a:t>
            </a:r>
            <a:r>
              <a:rPr lang="ja-JP" altLang="en-US" sz="1600" kern="0">
                <a:latin typeface="BIZ UDPゴシック" panose="020B0400000000000000" pitchFamily="50" charset="-128"/>
                <a:ea typeface="BIZ UDPゴシック" panose="020B0400000000000000" pitchFamily="50" charset="-128"/>
              </a:rPr>
              <a:t>ファイルを作ります</a:t>
            </a:r>
            <a:endParaRPr lang="en-US" altLang="ja-JP" sz="1600" kern="0">
              <a:latin typeface="BIZ UDPゴシック" panose="020B0400000000000000" pitchFamily="50" charset="-128"/>
              <a:ea typeface="BIZ UDPゴシック" panose="020B0400000000000000" pitchFamily="50" charset="-128"/>
            </a:endParaRPr>
          </a:p>
          <a:p>
            <a:pPr marL="342900" indent="-342900" eaLnBrk="1">
              <a:buFont typeface="+mj-ea"/>
              <a:buAutoNum type="circleNumDbPlain"/>
            </a:pPr>
            <a:r>
              <a:rPr lang="en-US" altLang="ja-JP" sz="1600" kern="0">
                <a:latin typeface="BIZ UDPゴシック" panose="020B0400000000000000" pitchFamily="50" charset="-128"/>
                <a:ea typeface="BIZ UDPゴシック" panose="020B0400000000000000" pitchFamily="50" charset="-128"/>
              </a:rPr>
              <a:t>GENERATING</a:t>
            </a:r>
            <a:r>
              <a:rPr lang="ja-JP" altLang="en-US" sz="1600" kern="0">
                <a:latin typeface="BIZ UDPゴシック" panose="020B0400000000000000" pitchFamily="50" charset="-128"/>
                <a:ea typeface="BIZ UDPゴシック" panose="020B0400000000000000" pitchFamily="50" charset="-128"/>
              </a:rPr>
              <a:t>で</a:t>
            </a:r>
            <a:r>
              <a:rPr lang="en-US" altLang="ja-JP" sz="1600" kern="0">
                <a:latin typeface="BIZ UDPゴシック" panose="020B0400000000000000" pitchFamily="50" charset="-128"/>
                <a:ea typeface="BIZ UDPゴシック" panose="020B0400000000000000" pitchFamily="50" charset="-128"/>
              </a:rPr>
              <a:t>INDEX</a:t>
            </a:r>
            <a:r>
              <a:rPr lang="ja-JP" altLang="en-US" sz="1600" kern="0">
                <a:latin typeface="BIZ UDPゴシック" panose="020B0400000000000000" pitchFamily="50" charset="-128"/>
                <a:ea typeface="BIZ UDPゴシック" panose="020B0400000000000000" pitchFamily="50" charset="-128"/>
              </a:rPr>
              <a:t>をもとに</a:t>
            </a:r>
            <a:r>
              <a:rPr lang="en-US" altLang="ja-JP" sz="1600" kern="0">
                <a:latin typeface="BIZ UDPゴシック" panose="020B0400000000000000" pitchFamily="50" charset="-128"/>
                <a:ea typeface="BIZ UDPゴシック" panose="020B0400000000000000" pitchFamily="50" charset="-128"/>
              </a:rPr>
              <a:t>SOURCE</a:t>
            </a:r>
            <a:r>
              <a:rPr lang="ja-JP" altLang="en-US" sz="1600" kern="0">
                <a:latin typeface="BIZ UDPゴシック" panose="020B0400000000000000" pitchFamily="50" charset="-128"/>
                <a:ea typeface="BIZ UDPゴシック" panose="020B0400000000000000" pitchFamily="50" charset="-128"/>
              </a:rPr>
              <a:t>に含まれるタグを変換します</a:t>
            </a:r>
            <a:endParaRPr lang="en-US" altLang="ja-JP" sz="1600" kern="0">
              <a:latin typeface="BIZ UDPゴシック" panose="020B0400000000000000" pitchFamily="50" charset="-128"/>
              <a:ea typeface="BIZ UDPゴシック" panose="020B0400000000000000" pitchFamily="50" charset="-128"/>
            </a:endParaRPr>
          </a:p>
          <a:p>
            <a:pPr marL="342900" indent="-342900" eaLnBrk="1">
              <a:buFont typeface="+mj-ea"/>
              <a:buAutoNum type="circleNumDbPlain"/>
            </a:pPr>
            <a:r>
              <a:rPr lang="ja-JP" altLang="en-US" sz="1600" kern="0">
                <a:latin typeface="BIZ UDPゴシック" panose="020B0400000000000000" pitchFamily="50" charset="-128"/>
                <a:ea typeface="BIZ UDPゴシック" panose="020B0400000000000000" pitchFamily="50" charset="-128"/>
              </a:rPr>
              <a:t>複数ファイルの相互参照をするには、</a:t>
            </a:r>
            <a:r>
              <a:rPr lang="en-US" altLang="ja-JP" sz="1600" kern="0">
                <a:latin typeface="BIZ UDPゴシック" panose="020B0400000000000000" pitchFamily="50" charset="-128"/>
                <a:ea typeface="BIZ UDPゴシック" panose="020B0400000000000000" pitchFamily="50" charset="-128"/>
              </a:rPr>
              <a:t>GENERATING</a:t>
            </a:r>
            <a:r>
              <a:rPr lang="ja-JP" altLang="en-US" sz="1600" kern="0">
                <a:latin typeface="BIZ UDPゴシック" panose="020B0400000000000000" pitchFamily="50" charset="-128"/>
                <a:ea typeface="BIZ UDPゴシック" panose="020B0400000000000000" pitchFamily="50" charset="-128"/>
              </a:rPr>
              <a:t>で複数の</a:t>
            </a:r>
            <a:r>
              <a:rPr lang="en-US" altLang="ja-JP" sz="1600" kern="0">
                <a:latin typeface="BIZ UDPゴシック" panose="020B0400000000000000" pitchFamily="50" charset="-128"/>
                <a:ea typeface="BIZ UDPゴシック" panose="020B0400000000000000" pitchFamily="50" charset="-128"/>
              </a:rPr>
              <a:t>INDEX</a:t>
            </a:r>
            <a:r>
              <a:rPr lang="ja-JP" altLang="en-US" sz="1600" kern="0">
                <a:latin typeface="BIZ UDPゴシック" panose="020B0400000000000000" pitchFamily="50" charset="-128"/>
                <a:ea typeface="BIZ UDPゴシック" panose="020B0400000000000000" pitchFamily="50" charset="-128"/>
              </a:rPr>
              <a:t>を指定する必要があります</a:t>
            </a:r>
            <a:endParaRPr lang="en-US" altLang="ja-JP" sz="1600" kern="0">
              <a:latin typeface="BIZ UDPゴシック" panose="020B0400000000000000" pitchFamily="50" charset="-128"/>
              <a:ea typeface="BIZ UDPゴシック" panose="020B0400000000000000" pitchFamily="50" charset="-128"/>
            </a:endParaRPr>
          </a:p>
          <a:p>
            <a:pPr marL="342900" indent="-342900" eaLnBrk="1">
              <a:buFont typeface="+mj-ea"/>
              <a:buAutoNum type="circleNumDbPlain"/>
            </a:pPr>
            <a:r>
              <a:rPr lang="en-US" altLang="ja-JP" sz="1600" kern="0">
                <a:latin typeface="BIZ UDPゴシック" panose="020B0400000000000000" pitchFamily="50" charset="-128"/>
                <a:ea typeface="BIZ UDPゴシック" panose="020B0400000000000000" pitchFamily="50" charset="-128"/>
              </a:rPr>
              <a:t>yaml</a:t>
            </a:r>
            <a:r>
              <a:rPr lang="ja-JP" altLang="en-US" sz="1600" kern="0">
                <a:latin typeface="BIZ UDPゴシック" panose="020B0400000000000000" pitchFamily="50" charset="-128"/>
                <a:ea typeface="BIZ UDPゴシック" panose="020B0400000000000000" pitchFamily="50" charset="-128"/>
              </a:rPr>
              <a:t>フォーマットのパラメータファイルでこれら </a:t>
            </a:r>
            <a:r>
              <a:rPr lang="en-US" altLang="ja-JP" sz="1600" kern="0">
                <a:latin typeface="BIZ UDPゴシック" panose="020B0400000000000000" pitchFamily="50" charset="-128"/>
                <a:ea typeface="BIZ UDPゴシック" panose="020B0400000000000000" pitchFamily="50" charset="-128"/>
              </a:rPr>
              <a:t>SOURCE, INDEX, TARGET, INDEXING, GENERATING </a:t>
            </a:r>
            <a:r>
              <a:rPr lang="ja-JP" altLang="en-US" sz="1600" kern="0">
                <a:latin typeface="BIZ UDPゴシック" panose="020B0400000000000000" pitchFamily="50" charset="-128"/>
                <a:ea typeface="BIZ UDPゴシック" panose="020B0400000000000000" pitchFamily="50" charset="-128"/>
              </a:rPr>
              <a:t>の関係を指定します</a:t>
            </a:r>
            <a:endParaRPr lang="en-US" altLang="ja-JP" sz="1600" kern="0">
              <a:latin typeface="BIZ UDPゴシック" panose="020B0400000000000000" pitchFamily="50" charset="-128"/>
              <a:ea typeface="BIZ UDPゴシック" panose="020B0400000000000000" pitchFamily="50" charset="-128"/>
            </a:endParaRPr>
          </a:p>
          <a:p>
            <a:pPr marL="342900" indent="-342900" eaLnBrk="1">
              <a:buFont typeface="+mj-ea"/>
              <a:buAutoNum type="circleNumDbPlain"/>
            </a:pPr>
            <a:endParaRPr lang="en-US" altLang="ja-JP" sz="1600" kern="0">
              <a:latin typeface="BIZ UDPゴシック" panose="020B0400000000000000" pitchFamily="50" charset="-128"/>
              <a:ea typeface="BIZ UDPゴシック" panose="020B0400000000000000" pitchFamily="50" charset="-128"/>
            </a:endParaRPr>
          </a:p>
        </p:txBody>
      </p:sp>
      <p:sp>
        <p:nvSpPr>
          <p:cNvPr id="122" name="テキスト ボックス 121">
            <a:extLst>
              <a:ext uri="{FF2B5EF4-FFF2-40B4-BE49-F238E27FC236}">
                <a16:creationId xmlns:a16="http://schemas.microsoft.com/office/drawing/2014/main" id="{1E1E6E21-9C3D-5C12-2EF4-E4FA9A0736F3}"/>
              </a:ext>
            </a:extLst>
          </p:cNvPr>
          <p:cNvSpPr txBox="1"/>
          <p:nvPr/>
        </p:nvSpPr>
        <p:spPr bwMode="auto">
          <a:xfrm>
            <a:off x="6440070" y="6022871"/>
            <a:ext cx="360737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50000"/>
              </a:lnSpc>
              <a:defRPr sz="1200" b="0" kern="0">
                <a:latin typeface="FOT-UD丸ゴ_ラージ Pr6 M" panose="02020400000000000000" pitchFamily="18" charset="-128"/>
                <a:ea typeface="FOT-UD丸ゴ_ラージ Pr6 M" panose="02020400000000000000" pitchFamily="18" charset="-128"/>
              </a:defRPr>
            </a:lvl1pPr>
          </a:lstStyle>
          <a:p>
            <a:pPr>
              <a:lnSpc>
                <a:spcPct val="100000"/>
              </a:lnSpc>
            </a:pPr>
            <a:r>
              <a:rPr lang="ja-JP" altLang="en-US" b="1">
                <a:latin typeface="BIZ UDPゴシック" panose="020B0400000000000000" pitchFamily="50" charset="-128"/>
                <a:ea typeface="BIZ UDPゴシック" panose="020B0400000000000000" pitchFamily="50" charset="-128"/>
              </a:rPr>
              <a:t>拡張子 </a:t>
            </a:r>
            <a:r>
              <a:rPr lang="en-US" altLang="ja-JP" b="1">
                <a:latin typeface="BIZ UDPゴシック" panose="020B0400000000000000" pitchFamily="50" charset="-128"/>
                <a:ea typeface="BIZ UDPゴシック" panose="020B0400000000000000" pitchFamily="50" charset="-128"/>
              </a:rPr>
              <a:t>.JSON </a:t>
            </a:r>
            <a:r>
              <a:rPr lang="ja-JP" altLang="en-US" b="1">
                <a:latin typeface="BIZ UDPゴシック" panose="020B0400000000000000" pitchFamily="50" charset="-128"/>
                <a:ea typeface="BIZ UDPゴシック" panose="020B0400000000000000" pitchFamily="50" charset="-128"/>
              </a:rPr>
              <a:t>のファイルは、ソース内の </a:t>
            </a:r>
            <a:r>
              <a:rPr lang="en-US" altLang="ja-JP" b="1">
                <a:latin typeface="BIZ UDPゴシック" panose="020B0400000000000000" pitchFamily="50" charset="-128"/>
                <a:ea typeface="BIZ UDPゴシック" panose="020B0400000000000000" pitchFamily="50" charset="-128"/>
              </a:rPr>
              <a:t>DT </a:t>
            </a:r>
            <a:r>
              <a:rPr lang="ja-JP" altLang="en-US" b="1">
                <a:latin typeface="BIZ UDPゴシック" panose="020B0400000000000000" pitchFamily="50" charset="-128"/>
                <a:ea typeface="BIZ UDPゴシック" panose="020B0400000000000000" pitchFamily="50" charset="-128"/>
              </a:rPr>
              <a:t>タグ解析結果を記録したインデックスファイルです。</a:t>
            </a:r>
            <a:endParaRPr lang="en-US" altLang="ja-JP" b="1">
              <a:latin typeface="BIZ UDPゴシック" panose="020B0400000000000000" pitchFamily="50" charset="-128"/>
              <a:ea typeface="BIZ UDPゴシック" panose="020B0400000000000000" pitchFamily="50" charset="-128"/>
            </a:endParaRPr>
          </a:p>
          <a:p>
            <a:pPr>
              <a:lnSpc>
                <a:spcPct val="100000"/>
              </a:lnSpc>
            </a:pPr>
            <a:r>
              <a:rPr lang="ja-JP" altLang="en-US" b="1">
                <a:latin typeface="BIZ UDPゴシック" panose="020B0400000000000000" pitchFamily="50" charset="-128"/>
                <a:ea typeface="BIZ UDPゴシック" panose="020B0400000000000000" pitchFamily="50" charset="-128"/>
              </a:rPr>
              <a:t>デバッグ時以外、見る必要はありません。</a:t>
            </a:r>
            <a:endParaRPr lang="en-US" altLang="ja-JP" b="1">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451797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391B74-9AC1-68A7-766A-8586D3DA9739}"/>
              </a:ext>
            </a:extLst>
          </p:cNvPr>
          <p:cNvSpPr>
            <a:spLocks noGrp="1"/>
          </p:cNvSpPr>
          <p:nvPr>
            <p:ph type="title"/>
          </p:nvPr>
        </p:nvSpPr>
        <p:spPr/>
        <p:txBody>
          <a:bodyPr/>
          <a:lstStyle/>
          <a:p>
            <a:r>
              <a:rPr kumimoji="1" lang="ja-JP" altLang="en-US"/>
              <a:t>パラメータファイルの書式例</a:t>
            </a:r>
          </a:p>
        </p:txBody>
      </p:sp>
      <p:sp>
        <p:nvSpPr>
          <p:cNvPr id="4" name="スライド番号プレースホルダー 3">
            <a:extLst>
              <a:ext uri="{FF2B5EF4-FFF2-40B4-BE49-F238E27FC236}">
                <a16:creationId xmlns:a16="http://schemas.microsoft.com/office/drawing/2014/main" id="{F9C5AC8A-3C61-C503-A366-CEE321E180D9}"/>
              </a:ext>
            </a:extLst>
          </p:cNvPr>
          <p:cNvSpPr>
            <a:spLocks noGrp="1"/>
          </p:cNvSpPr>
          <p:nvPr>
            <p:ph type="sldNum" sz="quarter" idx="12"/>
          </p:nvPr>
        </p:nvSpPr>
        <p:spPr/>
        <p:txBody>
          <a:bodyPr/>
          <a:lstStyle/>
          <a:p>
            <a:fld id="{D2D8002D-B5B0-4BAC-B1F6-782DDCCE6D9C}" type="slidenum">
              <a:rPr lang="ja-JP" altLang="en-US" smtClean="0"/>
              <a:pPr/>
              <a:t>3</a:t>
            </a:fld>
            <a:endParaRPr lang="ja-JP" altLang="en-US"/>
          </a:p>
        </p:txBody>
      </p:sp>
      <p:sp>
        <p:nvSpPr>
          <p:cNvPr id="5" name="フッター プレースホルダー 4">
            <a:extLst>
              <a:ext uri="{FF2B5EF4-FFF2-40B4-BE49-F238E27FC236}">
                <a16:creationId xmlns:a16="http://schemas.microsoft.com/office/drawing/2014/main" id="{123DBA99-5D95-9E98-C41C-F37988C30808}"/>
              </a:ext>
            </a:extLst>
          </p:cNvPr>
          <p:cNvSpPr>
            <a:spLocks noGrp="1"/>
          </p:cNvSpPr>
          <p:nvPr>
            <p:ph type="ftr" sz="quarter" idx="3"/>
          </p:nvPr>
        </p:nvSpPr>
        <p:spPr/>
        <p:txBody>
          <a:bodyPr/>
          <a:lstStyle/>
          <a:p>
            <a:r>
              <a:rPr lang="en-US" altLang="ja-JP"/>
              <a:t>Copyright 2024 </a:t>
            </a:r>
            <a:r>
              <a:rPr lang="ja-JP" altLang="en-US"/>
              <a:t>アイデアクラフト </a:t>
            </a:r>
            <a:r>
              <a:rPr lang="en-US" altLang="ja-JP"/>
              <a:t>Kaimai Mizuhiro</a:t>
            </a:r>
            <a:endParaRPr lang="ja-JP" altLang="en-US"/>
          </a:p>
        </p:txBody>
      </p:sp>
      <p:sp>
        <p:nvSpPr>
          <p:cNvPr id="6" name="テキスト ボックス 5">
            <a:extLst>
              <a:ext uri="{FF2B5EF4-FFF2-40B4-BE49-F238E27FC236}">
                <a16:creationId xmlns:a16="http://schemas.microsoft.com/office/drawing/2014/main" id="{D91CE010-D8BE-F988-0434-508504AC918F}"/>
              </a:ext>
            </a:extLst>
          </p:cNvPr>
          <p:cNvSpPr txBox="1"/>
          <p:nvPr/>
        </p:nvSpPr>
        <p:spPr bwMode="auto">
          <a:xfrm>
            <a:off x="1127453" y="1052736"/>
            <a:ext cx="9577065" cy="101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kern="0">
                <a:latin typeface="BIZ UDPゴシック" panose="020B0400000000000000" pitchFamily="50" charset="-128"/>
                <a:ea typeface="BIZ UDPゴシック" panose="020B0400000000000000" pitchFamily="50" charset="-128"/>
              </a:rPr>
              <a:t>次スライド以降でパラメータファイル</a:t>
            </a:r>
            <a:r>
              <a:rPr lang="en-US" altLang="ja-JP" kern="0">
                <a:latin typeface="BIZ UDPゴシック" panose="020B0400000000000000" pitchFamily="50" charset="-128"/>
                <a:ea typeface="BIZ UDPゴシック" panose="020B0400000000000000" pitchFamily="50" charset="-128"/>
              </a:rPr>
              <a:t>(yaml)</a:t>
            </a:r>
            <a:r>
              <a:rPr lang="ja-JP" altLang="en-US" kern="0">
                <a:latin typeface="BIZ UDPゴシック" panose="020B0400000000000000" pitchFamily="50" charset="-128"/>
                <a:ea typeface="BIZ UDPゴシック" panose="020B0400000000000000" pitchFamily="50" charset="-128"/>
              </a:rPr>
              <a:t>の書き方を</a:t>
            </a:r>
            <a:r>
              <a:rPr lang="en-US" altLang="ja-JP" kern="0">
                <a:latin typeface="BIZ UDPゴシック" panose="020B0400000000000000" pitchFamily="50" charset="-128"/>
                <a:ea typeface="BIZ UDPゴシック" panose="020B0400000000000000" pitchFamily="50" charset="-128"/>
              </a:rPr>
              <a:t>3</a:t>
            </a:r>
            <a:r>
              <a:rPr lang="ja-JP" altLang="en-US" kern="0">
                <a:latin typeface="BIZ UDPゴシック" panose="020B0400000000000000" pitchFamily="50" charset="-128"/>
                <a:ea typeface="BIZ UDPゴシック" panose="020B0400000000000000" pitchFamily="50" charset="-128"/>
              </a:rPr>
              <a:t>例掲載します。スタンダード式とテンプレート式は相互参照を使わず単一のソースファイルを処理する例です。</a:t>
            </a:r>
            <a:endParaRPr lang="en-US" altLang="ja-JP" kern="0">
              <a:latin typeface="BIZ UDPゴシック" panose="020B0400000000000000" pitchFamily="50" charset="-128"/>
              <a:ea typeface="BIZ UDPゴシック" panose="020B0400000000000000" pitchFamily="50" charset="-128"/>
            </a:endParaRPr>
          </a:p>
          <a:p>
            <a:pPr eaLnBrk="1"/>
            <a:r>
              <a:rPr lang="ja-JP" altLang="en-US" kern="0">
                <a:latin typeface="BIZ UDPゴシック" panose="020B0400000000000000" pitchFamily="50" charset="-128"/>
                <a:ea typeface="BIZ UDPゴシック" panose="020B0400000000000000" pitchFamily="50" charset="-128"/>
              </a:rPr>
              <a:t>複数</a:t>
            </a:r>
            <a:r>
              <a:rPr lang="en-US" altLang="ja-JP" kern="0">
                <a:latin typeface="BIZ UDPゴシック" panose="020B0400000000000000" pitchFamily="50" charset="-128"/>
                <a:ea typeface="BIZ UDPゴシック" panose="020B0400000000000000" pitchFamily="50" charset="-128"/>
              </a:rPr>
              <a:t>pptx</a:t>
            </a:r>
            <a:r>
              <a:rPr lang="ja-JP" altLang="en-US" kern="0">
                <a:latin typeface="BIZ UDPゴシック" panose="020B0400000000000000" pitchFamily="50" charset="-128"/>
                <a:ea typeface="BIZ UDPゴシック" panose="020B0400000000000000" pitchFamily="50" charset="-128"/>
              </a:rPr>
              <a:t>の相互参照を行うのが</a:t>
            </a:r>
            <a:r>
              <a:rPr lang="en-US" altLang="ja-JP" kern="0">
                <a:latin typeface="BIZ UDPゴシック" panose="020B0400000000000000" pitchFamily="50" charset="-128"/>
                <a:ea typeface="BIZ UDPゴシック" panose="020B0400000000000000" pitchFamily="50" charset="-128"/>
              </a:rPr>
              <a:t>3</a:t>
            </a:r>
            <a:r>
              <a:rPr lang="ja-JP" altLang="en-US" kern="0">
                <a:latin typeface="BIZ UDPゴシック" panose="020B0400000000000000" pitchFamily="50" charset="-128"/>
                <a:ea typeface="BIZ UDPゴシック" panose="020B0400000000000000" pitchFamily="50" charset="-128"/>
              </a:rPr>
              <a:t>例目です。</a:t>
            </a:r>
            <a:endParaRPr lang="en-US" altLang="ja-JP" kern="0">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3D91C7C7-502C-7793-6D27-07FE4959C141}"/>
              </a:ext>
            </a:extLst>
          </p:cNvPr>
          <p:cNvSpPr/>
          <p:nvPr/>
        </p:nvSpPr>
        <p:spPr bwMode="auto">
          <a:xfrm>
            <a:off x="1127452" y="2263434"/>
            <a:ext cx="2736299" cy="432048"/>
          </a:xfrm>
          <a:prstGeom prst="rect">
            <a:avLst/>
          </a:prstGeom>
          <a:no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defTabSz="914477" eaLnBrk="1" hangingPunct="1"/>
            <a:r>
              <a:rPr kumimoji="1" lang="ja-JP" altLang="en-US">
                <a:latin typeface="BIZ UDPゴシック" panose="020B0400000000000000" pitchFamily="50" charset="-128"/>
                <a:ea typeface="BIZ UDPゴシック" panose="020B0400000000000000" pitchFamily="50" charset="-128"/>
              </a:rPr>
              <a:t>スタンダード式</a:t>
            </a:r>
          </a:p>
        </p:txBody>
      </p:sp>
      <p:sp>
        <p:nvSpPr>
          <p:cNvPr id="8" name="正方形/長方形 7">
            <a:extLst>
              <a:ext uri="{FF2B5EF4-FFF2-40B4-BE49-F238E27FC236}">
                <a16:creationId xmlns:a16="http://schemas.microsoft.com/office/drawing/2014/main" id="{57B480A0-39E9-B585-68DA-8EED4163BA2F}"/>
              </a:ext>
            </a:extLst>
          </p:cNvPr>
          <p:cNvSpPr/>
          <p:nvPr/>
        </p:nvSpPr>
        <p:spPr bwMode="auto">
          <a:xfrm>
            <a:off x="1127452" y="3479811"/>
            <a:ext cx="2736299" cy="432048"/>
          </a:xfrm>
          <a:prstGeom prst="rect">
            <a:avLst/>
          </a:prstGeom>
          <a:no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defTabSz="914477" eaLnBrk="1" hangingPunct="1"/>
            <a:r>
              <a:rPr kumimoji="1" lang="ja-JP" altLang="en-US">
                <a:latin typeface="BIZ UDPゴシック" panose="020B0400000000000000" pitchFamily="50" charset="-128"/>
                <a:ea typeface="BIZ UDPゴシック" panose="020B0400000000000000" pitchFamily="50" charset="-128"/>
              </a:rPr>
              <a:t>テンプレート式</a:t>
            </a:r>
          </a:p>
        </p:txBody>
      </p:sp>
      <p:sp>
        <p:nvSpPr>
          <p:cNvPr id="9" name="正方形/長方形 8">
            <a:extLst>
              <a:ext uri="{FF2B5EF4-FFF2-40B4-BE49-F238E27FC236}">
                <a16:creationId xmlns:a16="http://schemas.microsoft.com/office/drawing/2014/main" id="{F8E2E783-F6C7-044F-0EBB-84401818DDA6}"/>
              </a:ext>
            </a:extLst>
          </p:cNvPr>
          <p:cNvSpPr/>
          <p:nvPr/>
        </p:nvSpPr>
        <p:spPr bwMode="auto">
          <a:xfrm>
            <a:off x="1127452" y="5491286"/>
            <a:ext cx="2736299" cy="432048"/>
          </a:xfrm>
          <a:prstGeom prst="rect">
            <a:avLst/>
          </a:prstGeom>
          <a:no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defTabSz="914477" eaLnBrk="1" hangingPunct="1"/>
            <a:r>
              <a:rPr kumimoji="1" lang="ja-JP" altLang="en-US">
                <a:latin typeface="BIZ UDPゴシック" panose="020B0400000000000000" pitchFamily="50" charset="-128"/>
                <a:ea typeface="BIZ UDPゴシック" panose="020B0400000000000000" pitchFamily="50" charset="-128"/>
              </a:rPr>
              <a:t>複数ソース相互参照例</a:t>
            </a:r>
          </a:p>
        </p:txBody>
      </p:sp>
      <p:sp>
        <p:nvSpPr>
          <p:cNvPr id="10" name="正方形/長方形 9">
            <a:extLst>
              <a:ext uri="{FF2B5EF4-FFF2-40B4-BE49-F238E27FC236}">
                <a16:creationId xmlns:a16="http://schemas.microsoft.com/office/drawing/2014/main" id="{E9A221C4-B9D6-632B-982F-BDF87249B554}"/>
              </a:ext>
            </a:extLst>
          </p:cNvPr>
          <p:cNvSpPr/>
          <p:nvPr/>
        </p:nvSpPr>
        <p:spPr bwMode="auto">
          <a:xfrm>
            <a:off x="1559496" y="2695482"/>
            <a:ext cx="9145015" cy="648072"/>
          </a:xfrm>
          <a:prstGeom prst="rect">
            <a:avLst/>
          </a:prstGeom>
          <a:no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defTabSz="914477" eaLnBrk="1" hangingPunct="1"/>
            <a:r>
              <a:rPr kumimoji="1" lang="ja-JP" altLang="en-US" sz="1600">
                <a:latin typeface="BIZ UDPゴシック" panose="020B0400000000000000" pitchFamily="50" charset="-128"/>
                <a:ea typeface="BIZ UDPゴシック" panose="020B0400000000000000" pitchFamily="50" charset="-128"/>
              </a:rPr>
              <a:t>パラメータ構成の基本となる書き方ですが、実用的にはあまり使いません。</a:t>
            </a:r>
          </a:p>
          <a:p>
            <a:pPr defTabSz="914477" eaLnBrk="1" hangingPunct="1"/>
            <a:r>
              <a:rPr kumimoji="1" lang="ja-JP" altLang="en-US" sz="1600">
                <a:latin typeface="BIZ UDPゴシック" panose="020B0400000000000000" pitchFamily="50" charset="-128"/>
                <a:ea typeface="BIZ UDPゴシック" panose="020B0400000000000000" pitchFamily="50" charset="-128"/>
              </a:rPr>
              <a:t>実際はこの方式よりも書き方が簡便なテンプレート式を使うことが多いです。</a:t>
            </a:r>
          </a:p>
        </p:txBody>
      </p:sp>
      <p:sp>
        <p:nvSpPr>
          <p:cNvPr id="11" name="正方形/長方形 10">
            <a:extLst>
              <a:ext uri="{FF2B5EF4-FFF2-40B4-BE49-F238E27FC236}">
                <a16:creationId xmlns:a16="http://schemas.microsoft.com/office/drawing/2014/main" id="{1D6955EC-7D92-3C8C-6C38-C58ACF8548F7}"/>
              </a:ext>
            </a:extLst>
          </p:cNvPr>
          <p:cNvSpPr/>
          <p:nvPr/>
        </p:nvSpPr>
        <p:spPr bwMode="auto">
          <a:xfrm>
            <a:off x="1559496" y="3911859"/>
            <a:ext cx="9145015" cy="576532"/>
          </a:xfrm>
          <a:prstGeom prst="rect">
            <a:avLst/>
          </a:prstGeom>
          <a:no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defTabSz="914477" eaLnBrk="1" hangingPunct="1"/>
            <a:r>
              <a:rPr kumimoji="1" lang="ja-JP" altLang="en-US" sz="1600">
                <a:latin typeface="BIZ UDPゴシック" panose="020B0400000000000000" pitchFamily="50" charset="-128"/>
                <a:ea typeface="BIZ UDPゴシック" panose="020B0400000000000000" pitchFamily="50" charset="-128"/>
              </a:rPr>
              <a:t>パラメータファイルには類似もしくは同一のファイル名が何度も出現します。</a:t>
            </a:r>
          </a:p>
          <a:p>
            <a:pPr defTabSz="914477" eaLnBrk="1" hangingPunct="1"/>
            <a:r>
              <a:rPr kumimoji="1" lang="ja-JP" altLang="en-US" sz="1600">
                <a:latin typeface="BIZ UDPゴシック" panose="020B0400000000000000" pitchFamily="50" charset="-128"/>
                <a:ea typeface="BIZ UDPゴシック" panose="020B0400000000000000" pitchFamily="50" charset="-128"/>
              </a:rPr>
              <a:t>それらには一定のパターンがあるので、識別コードを使った簡略書式で簡単に書けます。</a:t>
            </a:r>
          </a:p>
        </p:txBody>
      </p:sp>
      <p:sp>
        <p:nvSpPr>
          <p:cNvPr id="12" name="正方形/長方形 11">
            <a:extLst>
              <a:ext uri="{FF2B5EF4-FFF2-40B4-BE49-F238E27FC236}">
                <a16:creationId xmlns:a16="http://schemas.microsoft.com/office/drawing/2014/main" id="{867EAD7C-EC58-F1B0-E4DC-E424318CC673}"/>
              </a:ext>
            </a:extLst>
          </p:cNvPr>
          <p:cNvSpPr/>
          <p:nvPr/>
        </p:nvSpPr>
        <p:spPr bwMode="auto">
          <a:xfrm>
            <a:off x="1559496" y="5923334"/>
            <a:ext cx="9145015" cy="432048"/>
          </a:xfrm>
          <a:prstGeom prst="rect">
            <a:avLst/>
          </a:prstGeom>
          <a:no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defTabSz="914477" eaLnBrk="1" hangingPunct="1"/>
            <a:r>
              <a:rPr kumimoji="1" lang="ja-JP" altLang="en-US" sz="1600">
                <a:latin typeface="BIZ UDPゴシック" panose="020B0400000000000000" pitchFamily="50" charset="-128"/>
                <a:ea typeface="BIZ UDPゴシック" panose="020B0400000000000000" pitchFamily="50" charset="-128"/>
              </a:rPr>
              <a:t>複数のソース </a:t>
            </a:r>
            <a:r>
              <a:rPr kumimoji="1" lang="en-US" altLang="ja-JP" sz="1600">
                <a:latin typeface="BIZ UDPゴシック" panose="020B0400000000000000" pitchFamily="50" charset="-128"/>
                <a:ea typeface="BIZ UDPゴシック" panose="020B0400000000000000" pitchFamily="50" charset="-128"/>
              </a:rPr>
              <a:t>pptx </a:t>
            </a:r>
            <a:r>
              <a:rPr kumimoji="1" lang="ja-JP" altLang="en-US" sz="1600">
                <a:latin typeface="BIZ UDPゴシック" panose="020B0400000000000000" pitchFamily="50" charset="-128"/>
                <a:ea typeface="BIZ UDPゴシック" panose="020B0400000000000000" pitchFamily="50" charset="-128"/>
              </a:rPr>
              <a:t>ファイルの間で相互参照を行う場合の記載例です。</a:t>
            </a:r>
          </a:p>
        </p:txBody>
      </p:sp>
      <p:sp>
        <p:nvSpPr>
          <p:cNvPr id="13" name="テキスト ボックス 12">
            <a:extLst>
              <a:ext uri="{FF2B5EF4-FFF2-40B4-BE49-F238E27FC236}">
                <a16:creationId xmlns:a16="http://schemas.microsoft.com/office/drawing/2014/main" id="{1031F9A0-8D5B-5B5E-BFF8-34E5F0BF9432}"/>
              </a:ext>
            </a:extLst>
          </p:cNvPr>
          <p:cNvSpPr txBox="1"/>
          <p:nvPr/>
        </p:nvSpPr>
        <p:spPr bwMode="auto">
          <a:xfrm>
            <a:off x="1127453" y="4750833"/>
            <a:ext cx="9577065"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sz="1600" kern="0">
                <a:solidFill>
                  <a:srgbClr val="FF0000"/>
                </a:solidFill>
                <a:latin typeface="BIZ UDPゴシック" panose="020B0400000000000000" pitchFamily="50" charset="-128"/>
                <a:ea typeface="BIZ UDPゴシック" panose="020B0400000000000000" pitchFamily="50" charset="-128"/>
              </a:rPr>
              <a:t>なお、実際には単一の</a:t>
            </a:r>
            <a:r>
              <a:rPr lang="en-US" altLang="ja-JP" sz="1600" kern="0">
                <a:solidFill>
                  <a:srgbClr val="FF0000"/>
                </a:solidFill>
                <a:latin typeface="BIZ UDPゴシック" panose="020B0400000000000000" pitchFamily="50" charset="-128"/>
                <a:ea typeface="BIZ UDPゴシック" panose="020B0400000000000000" pitchFamily="50" charset="-128"/>
              </a:rPr>
              <a:t>pptx</a:t>
            </a:r>
            <a:r>
              <a:rPr lang="ja-JP" altLang="en-US" sz="1600" kern="0">
                <a:solidFill>
                  <a:srgbClr val="FF0000"/>
                </a:solidFill>
                <a:latin typeface="BIZ UDPゴシック" panose="020B0400000000000000" pitchFamily="50" charset="-128"/>
                <a:ea typeface="BIZ UDPゴシック" panose="020B0400000000000000" pitchFamily="50" charset="-128"/>
              </a:rPr>
              <a:t>を処理する場合は </a:t>
            </a:r>
            <a:r>
              <a:rPr lang="en-US" altLang="ja-JP" sz="1600" kern="0">
                <a:solidFill>
                  <a:srgbClr val="FF0000"/>
                </a:solidFill>
                <a:latin typeface="BIZ UDPゴシック" panose="020B0400000000000000" pitchFamily="50" charset="-128"/>
                <a:ea typeface="BIZ UDPゴシック" panose="020B0400000000000000" pitchFamily="50" charset="-128"/>
              </a:rPr>
              <a:t>pptx-indexer </a:t>
            </a:r>
            <a:r>
              <a:rPr lang="ja-JP" altLang="en-US" sz="1600" kern="0">
                <a:solidFill>
                  <a:srgbClr val="FF0000"/>
                </a:solidFill>
                <a:latin typeface="BIZ UDPゴシック" panose="020B0400000000000000" pitchFamily="50" charset="-128"/>
                <a:ea typeface="BIZ UDPゴシック" panose="020B0400000000000000" pitchFamily="50" charset="-128"/>
              </a:rPr>
              <a:t>へのオプションだけで必要な指示ができるので、パラメータファイルは不要です。</a:t>
            </a:r>
            <a:endParaRPr lang="en-US" altLang="ja-JP" sz="1600" kern="0">
              <a:solidFill>
                <a:srgbClr val="FF0000"/>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861121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C22AE-93D6-E33C-1762-2E30F63367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9AB80E-6DD2-890F-8C01-F83F7F412389}"/>
              </a:ext>
            </a:extLst>
          </p:cNvPr>
          <p:cNvSpPr>
            <a:spLocks noGrp="1"/>
          </p:cNvSpPr>
          <p:nvPr>
            <p:ph type="title"/>
          </p:nvPr>
        </p:nvSpPr>
        <p:spPr>
          <a:xfrm>
            <a:off x="898656" y="260648"/>
            <a:ext cx="10957984" cy="576061"/>
          </a:xfrm>
        </p:spPr>
        <p:txBody>
          <a:bodyPr/>
          <a:lstStyle/>
          <a:p>
            <a:r>
              <a:rPr lang="ja-JP" altLang="en-US" sz="2800">
                <a:solidFill>
                  <a:schemeClr val="tx1"/>
                </a:solidFill>
              </a:rPr>
              <a:t>パラメータファイルの書き方： スタンダード式</a:t>
            </a:r>
            <a:endParaRPr lang="ja-JP" altLang="en-US" sz="2800" dirty="0">
              <a:solidFill>
                <a:schemeClr val="tx1"/>
              </a:solidFill>
            </a:endParaRPr>
          </a:p>
        </p:txBody>
      </p:sp>
      <p:sp>
        <p:nvSpPr>
          <p:cNvPr id="3" name="フッター プレースホルダー 2">
            <a:extLst>
              <a:ext uri="{FF2B5EF4-FFF2-40B4-BE49-F238E27FC236}">
                <a16:creationId xmlns:a16="http://schemas.microsoft.com/office/drawing/2014/main" id="{3621DE4A-EC96-407B-3AF0-E2A9B70D4D8D}"/>
              </a:ext>
            </a:extLst>
          </p:cNvPr>
          <p:cNvSpPr>
            <a:spLocks noGrp="1"/>
          </p:cNvSpPr>
          <p:nvPr>
            <p:ph type="ftr" sz="quarter" idx="11"/>
          </p:nvPr>
        </p:nvSpPr>
        <p:spPr>
          <a:xfrm>
            <a:off x="119336" y="6555804"/>
            <a:ext cx="5048251" cy="252264"/>
          </a:xfrm>
          <a:prstGeom prst="rect">
            <a:avLst/>
          </a:prstGeom>
        </p:spPr>
        <p:txBody>
          <a:bodyPr/>
          <a:lstStyle>
            <a:defPPr>
              <a:defRPr lang="en-US"/>
            </a:defPPr>
            <a:lvl1pPr algn="l" rtl="0" eaLnBrk="0" fontAlgn="base" hangingPunct="0">
              <a:spcBef>
                <a:spcPct val="0"/>
              </a:spcBef>
              <a:spcAft>
                <a:spcPct val="0"/>
              </a:spcAft>
              <a:defRPr kumimoji="1" sz="900" b="1" kern="1200">
                <a:solidFill>
                  <a:schemeClr val="tx1"/>
                </a:solidFill>
                <a:latin typeface="FOT-UD丸ゴ_ラージ Pr6 M" panose="02020400000000000000" pitchFamily="18" charset="-128"/>
                <a:ea typeface="FOT-UD丸ゴ_ラージ Pr6 M" panose="02020400000000000000" pitchFamily="18"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a:lstStyle>
          <a:p>
            <a:r>
              <a:rPr lang="en-US" altLang="ja-JP">
                <a:latin typeface="BIZ UDPゴシック" panose="020B0400000000000000" pitchFamily="50" charset="-128"/>
                <a:ea typeface="BIZ UDPゴシック" panose="020B0400000000000000" pitchFamily="50" charset="-128"/>
              </a:rPr>
              <a:t>Copyright 2025 </a:t>
            </a:r>
            <a:r>
              <a:rPr lang="ja-JP" altLang="en-US">
                <a:latin typeface="BIZ UDPゴシック" panose="020B0400000000000000" pitchFamily="50" charset="-128"/>
                <a:ea typeface="BIZ UDPゴシック" panose="020B0400000000000000" pitchFamily="50" charset="-128"/>
              </a:rPr>
              <a:t>アイデアクラフト </a:t>
            </a:r>
            <a:r>
              <a:rPr lang="en-US" altLang="ja-JP">
                <a:latin typeface="BIZ UDPゴシック" panose="020B0400000000000000" pitchFamily="50" charset="-128"/>
                <a:ea typeface="BIZ UDPゴシック" panose="020B0400000000000000" pitchFamily="50" charset="-128"/>
              </a:rPr>
              <a:t>Kaimai Mizuhiro</a:t>
            </a:r>
            <a:endParaRPr lang="ja-JP" altLang="en-US" dirty="0">
              <a:latin typeface="BIZ UDPゴシック" panose="020B0400000000000000" pitchFamily="50" charset="-128"/>
              <a:ea typeface="BIZ UDPゴシック" panose="020B0400000000000000" pitchFamily="50" charset="-128"/>
            </a:endParaRPr>
          </a:p>
        </p:txBody>
      </p:sp>
      <p:sp>
        <p:nvSpPr>
          <p:cNvPr id="7" name="スライド番号プレースホルダー 6">
            <a:extLst>
              <a:ext uri="{FF2B5EF4-FFF2-40B4-BE49-F238E27FC236}">
                <a16:creationId xmlns:a16="http://schemas.microsoft.com/office/drawing/2014/main" id="{71A79EF4-FC73-5FDF-A961-F7EAD7F674B4}"/>
              </a:ext>
            </a:extLst>
          </p:cNvPr>
          <p:cNvSpPr>
            <a:spLocks noGrp="1"/>
          </p:cNvSpPr>
          <p:nvPr>
            <p:ph type="sldNum" sz="quarter" idx="12"/>
          </p:nvPr>
        </p:nvSpPr>
        <p:spPr/>
        <p:txBody>
          <a:bodyPr/>
          <a:lstStyle/>
          <a:p>
            <a:fld id="{D2D8002D-B5B0-4BAC-B1F6-782DDCCE6D9C}" type="slidenum">
              <a:rPr kumimoji="1" lang="ja-JP" altLang="en-US" smtClean="0"/>
              <a:t>4</a:t>
            </a:fld>
            <a:endParaRPr kumimoji="1" lang="ja-JP" altLang="en-US"/>
          </a:p>
        </p:txBody>
      </p:sp>
      <p:sp>
        <p:nvSpPr>
          <p:cNvPr id="4" name="テキスト ボックス 3">
            <a:extLst>
              <a:ext uri="{FF2B5EF4-FFF2-40B4-BE49-F238E27FC236}">
                <a16:creationId xmlns:a16="http://schemas.microsoft.com/office/drawing/2014/main" id="{0B41C67E-383C-C795-AF55-BE2D642D2496}"/>
              </a:ext>
            </a:extLst>
          </p:cNvPr>
          <p:cNvSpPr txBox="1"/>
          <p:nvPr/>
        </p:nvSpPr>
        <p:spPr bwMode="auto">
          <a:xfrm>
            <a:off x="1127453" y="1052736"/>
            <a:ext cx="9577065"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en-US" altLang="ja-JP" kern="0">
                <a:latin typeface="BIZ UDPゴシック" panose="020B0400000000000000" pitchFamily="50" charset="-128"/>
                <a:ea typeface="BIZ UDPゴシック" panose="020B0400000000000000" pitchFamily="50" charset="-128"/>
              </a:rPr>
              <a:t>TARGETS: </a:t>
            </a:r>
            <a:r>
              <a:rPr lang="ja-JP" altLang="en-US" kern="0">
                <a:latin typeface="BIZ UDPゴシック" panose="020B0400000000000000" pitchFamily="50" charset="-128"/>
                <a:ea typeface="BIZ UDPゴシック" panose="020B0400000000000000" pitchFamily="50" charset="-128"/>
              </a:rPr>
              <a:t>に最終生成物のファイル名を指定し、</a:t>
            </a:r>
            <a:r>
              <a:rPr lang="en-US" altLang="ja-JP" kern="0">
                <a:latin typeface="BIZ UDPゴシック" panose="020B0400000000000000" pitchFamily="50" charset="-128"/>
                <a:ea typeface="BIZ UDPゴシック" panose="020B0400000000000000" pitchFamily="50" charset="-128"/>
              </a:rPr>
              <a:t>INDEXING: </a:t>
            </a:r>
            <a:r>
              <a:rPr lang="ja-JP" altLang="en-US" kern="0">
                <a:latin typeface="BIZ UDPゴシック" panose="020B0400000000000000" pitchFamily="50" charset="-128"/>
                <a:ea typeface="BIZ UDPゴシック" panose="020B0400000000000000" pitchFamily="50" charset="-128"/>
              </a:rPr>
              <a:t>にインデックス処理、</a:t>
            </a:r>
            <a:r>
              <a:rPr lang="en-US" altLang="ja-JP" kern="0">
                <a:latin typeface="BIZ UDPゴシック" panose="020B0400000000000000" pitchFamily="50" charset="-128"/>
                <a:ea typeface="BIZ UDPゴシック" panose="020B0400000000000000" pitchFamily="50" charset="-128"/>
              </a:rPr>
              <a:t>GENERATING: </a:t>
            </a:r>
            <a:r>
              <a:rPr lang="ja-JP" altLang="en-US" kern="0">
                <a:latin typeface="BIZ UDPゴシック" panose="020B0400000000000000" pitchFamily="50" charset="-128"/>
                <a:ea typeface="BIZ UDPゴシック" panose="020B0400000000000000" pitchFamily="50" charset="-128"/>
              </a:rPr>
              <a:t>に変換処理のパラメータを書きます。</a:t>
            </a:r>
            <a:endParaRPr lang="ja-JP" altLang="en-US" kern="0" dirty="0">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E658E8AA-D3F8-AE0F-B1F3-0FC9416E65F0}"/>
              </a:ext>
            </a:extLst>
          </p:cNvPr>
          <p:cNvSpPr/>
          <p:nvPr/>
        </p:nvSpPr>
        <p:spPr bwMode="auto">
          <a:xfrm>
            <a:off x="695400" y="2469100"/>
            <a:ext cx="4472187" cy="402817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VERSION: 1</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FOLDER: example/ex1</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TARGETS:</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A: Introduction.pptx</a:t>
            </a:r>
          </a:p>
          <a:p>
            <a:pPr marL="0" marR="0" indent="0" defTabSz="914400" rtl="0" eaLnBrk="1" fontAlgn="base" latinLnBrk="0" hangingPunct="1">
              <a:lnSpc>
                <a:spcPct val="15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INDEXING:</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INDEX: Introduction_index.json</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Introduction_source.pptx</a:t>
            </a:r>
          </a:p>
          <a:p>
            <a:pPr marL="0" marR="0" indent="0" defTabSz="914400" rtl="0" eaLnBrk="1" fontAlgn="base" latinLnBrk="0" hangingPunct="1">
              <a:lnSpc>
                <a:spcPct val="15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GENERATING:</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GENERATE: Introduction.pptx</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Introduction_source.pptx</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INDEX: </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Introduction_index.json</a:t>
            </a:r>
          </a:p>
          <a:p>
            <a:pPr marL="0" marR="0" indent="0" defTabSz="914400" rtl="0" eaLnBrk="1" fontAlgn="base" latinLnBrk="0" hangingPunct="1">
              <a:lnSpc>
                <a:spcPct val="10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p:txBody>
      </p:sp>
      <p:sp>
        <p:nvSpPr>
          <p:cNvPr id="26" name="テキスト ボックス 25">
            <a:extLst>
              <a:ext uri="{FF2B5EF4-FFF2-40B4-BE49-F238E27FC236}">
                <a16:creationId xmlns:a16="http://schemas.microsoft.com/office/drawing/2014/main" id="{1F558163-3ED3-3984-7728-A809C9C03B22}"/>
              </a:ext>
            </a:extLst>
          </p:cNvPr>
          <p:cNvSpPr txBox="1"/>
          <p:nvPr/>
        </p:nvSpPr>
        <p:spPr bwMode="auto">
          <a:xfrm>
            <a:off x="695400" y="2196328"/>
            <a:ext cx="32403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200">
                <a:latin typeface="BIZ UDPゴシック" panose="020B0400000000000000" pitchFamily="50" charset="-128"/>
                <a:ea typeface="BIZ UDPゴシック" panose="020B0400000000000000" pitchFamily="50" charset="-128"/>
              </a:rPr>
              <a:t>Ver.1 </a:t>
            </a:r>
            <a:r>
              <a:rPr kumimoji="1" lang="ja-JP" altLang="en-US" sz="1200">
                <a:latin typeface="BIZ UDPゴシック" panose="020B0400000000000000" pitchFamily="50" charset="-128"/>
                <a:ea typeface="BIZ UDPゴシック" panose="020B0400000000000000" pitchFamily="50" charset="-128"/>
              </a:rPr>
              <a:t>仕様 </a:t>
            </a:r>
            <a:r>
              <a:rPr kumimoji="1" lang="en-US" altLang="ja-JP" sz="1200">
                <a:latin typeface="BIZ UDPゴシック" panose="020B0400000000000000" pitchFamily="50" charset="-128"/>
                <a:ea typeface="BIZ UDPゴシック" panose="020B0400000000000000" pitchFamily="50" charset="-128"/>
              </a:rPr>
              <a:t>(2024/11/20 </a:t>
            </a:r>
            <a:r>
              <a:rPr kumimoji="1" lang="ja-JP" altLang="en-US" sz="1200">
                <a:latin typeface="BIZ UDPゴシック" panose="020B0400000000000000" pitchFamily="50" charset="-128"/>
                <a:ea typeface="BIZ UDPゴシック" panose="020B0400000000000000" pitchFamily="50" charset="-128"/>
              </a:rPr>
              <a:t>以降</a:t>
            </a:r>
            <a:r>
              <a:rPr kumimoji="1" lang="en-US" altLang="ja-JP" sz="1200">
                <a:latin typeface="BIZ UDPゴシック" panose="020B0400000000000000" pitchFamily="50" charset="-128"/>
                <a:ea typeface="BIZ UDPゴシック" panose="020B0400000000000000" pitchFamily="50" charset="-128"/>
              </a:rPr>
              <a:t>)</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36" name="直線矢印コネクタ 35">
            <a:extLst>
              <a:ext uri="{FF2B5EF4-FFF2-40B4-BE49-F238E27FC236}">
                <a16:creationId xmlns:a16="http://schemas.microsoft.com/office/drawing/2014/main" id="{84495150-4FA2-A67F-4D0D-6FF668DA0EBC}"/>
              </a:ext>
            </a:extLst>
          </p:cNvPr>
          <p:cNvCxnSpPr>
            <a:cxnSpLocks/>
            <a:stCxn id="37" idx="1"/>
          </p:cNvCxnSpPr>
          <p:nvPr/>
        </p:nvCxnSpPr>
        <p:spPr bwMode="auto">
          <a:xfrm flipH="1">
            <a:off x="3863752" y="4144215"/>
            <a:ext cx="1728192" cy="158538"/>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37" name="テキスト ボックス 36">
            <a:extLst>
              <a:ext uri="{FF2B5EF4-FFF2-40B4-BE49-F238E27FC236}">
                <a16:creationId xmlns:a16="http://schemas.microsoft.com/office/drawing/2014/main" id="{478910A0-B3D9-9304-3947-56C9E6861B55}"/>
              </a:ext>
            </a:extLst>
          </p:cNvPr>
          <p:cNvSpPr txBox="1"/>
          <p:nvPr/>
        </p:nvSpPr>
        <p:spPr bwMode="auto">
          <a:xfrm>
            <a:off x="5591944" y="3821049"/>
            <a:ext cx="46805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生成するインデックスファイル名。任意のファイル名を書けるが、</a:t>
            </a:r>
            <a:r>
              <a:rPr lang="en-US" altLang="ja-JP" sz="1200">
                <a:latin typeface="BIZ UDPゴシック" panose="020B0400000000000000" pitchFamily="50" charset="-128"/>
                <a:ea typeface="BIZ UDPゴシック" panose="020B0400000000000000" pitchFamily="50" charset="-128"/>
              </a:rPr>
              <a:t>TARGETS </a:t>
            </a:r>
            <a:r>
              <a:rPr lang="ja-JP" altLang="en-US" sz="1200">
                <a:latin typeface="BIZ UDPゴシック" panose="020B0400000000000000" pitchFamily="50" charset="-128"/>
                <a:ea typeface="BIZ UDPゴシック" panose="020B0400000000000000" pitchFamily="50" charset="-128"/>
              </a:rPr>
              <a:t>のファイル名に </a:t>
            </a:r>
            <a:r>
              <a:rPr lang="en-US" altLang="ja-JP" sz="1200">
                <a:latin typeface="BIZ UDPゴシック" panose="020B0400000000000000" pitchFamily="50" charset="-128"/>
                <a:ea typeface="BIZ UDPゴシック" panose="020B0400000000000000" pitchFamily="50" charset="-128"/>
              </a:rPr>
              <a:t>_index.json </a:t>
            </a:r>
            <a:r>
              <a:rPr lang="ja-JP" altLang="en-US" sz="1200">
                <a:latin typeface="BIZ UDPゴシック" panose="020B0400000000000000" pitchFamily="50" charset="-128"/>
                <a:ea typeface="BIZ UDPゴシック" panose="020B0400000000000000" pitchFamily="50" charset="-128"/>
              </a:rPr>
              <a:t>を付加するのがわかりやすい</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38" name="直線矢印コネクタ 37">
            <a:extLst>
              <a:ext uri="{FF2B5EF4-FFF2-40B4-BE49-F238E27FC236}">
                <a16:creationId xmlns:a16="http://schemas.microsoft.com/office/drawing/2014/main" id="{5CD857D1-B56C-71E6-A4A2-E21E237AF0B0}"/>
              </a:ext>
            </a:extLst>
          </p:cNvPr>
          <p:cNvCxnSpPr>
            <a:cxnSpLocks/>
          </p:cNvCxnSpPr>
          <p:nvPr/>
        </p:nvCxnSpPr>
        <p:spPr bwMode="auto">
          <a:xfrm flipH="1" flipV="1">
            <a:off x="4079776" y="5746771"/>
            <a:ext cx="1440160" cy="97146"/>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40" name="直線矢印コネクタ 39">
            <a:extLst>
              <a:ext uri="{FF2B5EF4-FFF2-40B4-BE49-F238E27FC236}">
                <a16:creationId xmlns:a16="http://schemas.microsoft.com/office/drawing/2014/main" id="{1319849C-77CD-2B9F-50AB-3D095744AFE1}"/>
              </a:ext>
            </a:extLst>
          </p:cNvPr>
          <p:cNvCxnSpPr>
            <a:cxnSpLocks/>
          </p:cNvCxnSpPr>
          <p:nvPr/>
        </p:nvCxnSpPr>
        <p:spPr bwMode="auto">
          <a:xfrm flipH="1">
            <a:off x="2855640" y="2832930"/>
            <a:ext cx="2664296" cy="78060"/>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41" name="テキスト ボックス 40">
            <a:extLst>
              <a:ext uri="{FF2B5EF4-FFF2-40B4-BE49-F238E27FC236}">
                <a16:creationId xmlns:a16="http://schemas.microsoft.com/office/drawing/2014/main" id="{D818C4E5-ED34-BB78-4319-FD2C2312B21A}"/>
              </a:ext>
            </a:extLst>
          </p:cNvPr>
          <p:cNvSpPr txBox="1"/>
          <p:nvPr/>
        </p:nvSpPr>
        <p:spPr bwMode="auto">
          <a:xfrm>
            <a:off x="5591944" y="2687467"/>
            <a:ext cx="51125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作業フォルダを指定する。　末尾フォルダ区切り省略可、フルパス指定可</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42" name="直線矢印コネクタ 41">
            <a:extLst>
              <a:ext uri="{FF2B5EF4-FFF2-40B4-BE49-F238E27FC236}">
                <a16:creationId xmlns:a16="http://schemas.microsoft.com/office/drawing/2014/main" id="{5E2C3C38-1241-B9A6-A6E8-3C087260F1B5}"/>
              </a:ext>
            </a:extLst>
          </p:cNvPr>
          <p:cNvCxnSpPr>
            <a:cxnSpLocks/>
          </p:cNvCxnSpPr>
          <p:nvPr/>
        </p:nvCxnSpPr>
        <p:spPr bwMode="auto">
          <a:xfrm flipH="1" flipV="1">
            <a:off x="3503712" y="6220271"/>
            <a:ext cx="2016224" cy="175276"/>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43" name="テキスト ボックス 42">
            <a:extLst>
              <a:ext uri="{FF2B5EF4-FFF2-40B4-BE49-F238E27FC236}">
                <a16:creationId xmlns:a16="http://schemas.microsoft.com/office/drawing/2014/main" id="{9D97CCF5-8E05-540A-F875-911BE3BFFBEB}"/>
              </a:ext>
            </a:extLst>
          </p:cNvPr>
          <p:cNvSpPr txBox="1"/>
          <p:nvPr/>
        </p:nvSpPr>
        <p:spPr bwMode="auto">
          <a:xfrm>
            <a:off x="5591944" y="6220271"/>
            <a:ext cx="53285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通常、 </a:t>
            </a:r>
            <a:r>
              <a:rPr lang="en-US" altLang="ja-JP" sz="1200">
                <a:latin typeface="BIZ UDPゴシック" panose="020B0400000000000000" pitchFamily="50" charset="-128"/>
                <a:ea typeface="BIZ UDPゴシック" panose="020B0400000000000000" pitchFamily="50" charset="-128"/>
              </a:rPr>
              <a:t>INDEXING </a:t>
            </a:r>
            <a:r>
              <a:rPr lang="ja-JP" altLang="en-US" sz="1200">
                <a:latin typeface="BIZ UDPゴシック" panose="020B0400000000000000" pitchFamily="50" charset="-128"/>
                <a:ea typeface="BIZ UDPゴシック" panose="020B0400000000000000" pitchFamily="50" charset="-128"/>
              </a:rPr>
              <a:t>の項で生成したインデックスファイルの名前を書く。</a:t>
            </a:r>
            <a:endParaRPr lang="en-US" altLang="ja-JP" sz="1200">
              <a:latin typeface="BIZ UDPゴシック" panose="020B0400000000000000" pitchFamily="50" charset="-128"/>
              <a:ea typeface="BIZ UDPゴシック" panose="020B0400000000000000" pitchFamily="50" charset="-128"/>
            </a:endParaRPr>
          </a:p>
          <a:p>
            <a:pPr algn="l"/>
            <a:r>
              <a:rPr kumimoji="1" lang="ja-JP" altLang="en-US" sz="1200">
                <a:latin typeface="BIZ UDPゴシック" panose="020B0400000000000000" pitchFamily="50" charset="-128"/>
                <a:ea typeface="BIZ UDPゴシック" panose="020B0400000000000000" pitchFamily="50" charset="-128"/>
              </a:rPr>
              <a:t>ただし、インデックスファイルは複数指定できるので、配列として書く。</a:t>
            </a:r>
          </a:p>
        </p:txBody>
      </p:sp>
      <p:sp>
        <p:nvSpPr>
          <p:cNvPr id="44" name="テキスト ボックス 43">
            <a:extLst>
              <a:ext uri="{FF2B5EF4-FFF2-40B4-BE49-F238E27FC236}">
                <a16:creationId xmlns:a16="http://schemas.microsoft.com/office/drawing/2014/main" id="{C6EE668F-00AA-1E3D-093A-3223DFA6B0DE}"/>
              </a:ext>
            </a:extLst>
          </p:cNvPr>
          <p:cNvSpPr txBox="1"/>
          <p:nvPr/>
        </p:nvSpPr>
        <p:spPr bwMode="auto">
          <a:xfrm>
            <a:off x="5591944" y="3026568"/>
            <a:ext cx="417646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最終生成物となる </a:t>
            </a:r>
            <a:r>
              <a:rPr lang="en-US" altLang="ja-JP" sz="1200">
                <a:latin typeface="BIZ UDPゴシック" panose="020B0400000000000000" pitchFamily="50" charset="-128"/>
                <a:ea typeface="BIZ UDPゴシック" panose="020B0400000000000000" pitchFamily="50" charset="-128"/>
              </a:rPr>
              <a:t>pptx </a:t>
            </a:r>
            <a:r>
              <a:rPr lang="ja-JP" altLang="en-US" sz="1200">
                <a:latin typeface="BIZ UDPゴシック" panose="020B0400000000000000" pitchFamily="50" charset="-128"/>
                <a:ea typeface="BIZ UDPゴシック" panose="020B0400000000000000" pitchFamily="50" charset="-128"/>
              </a:rPr>
              <a:t>ファイル名を指定するセクション</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47" name="直線矢印コネクタ 46">
            <a:extLst>
              <a:ext uri="{FF2B5EF4-FFF2-40B4-BE49-F238E27FC236}">
                <a16:creationId xmlns:a16="http://schemas.microsoft.com/office/drawing/2014/main" id="{7354D354-1860-A2D3-59B4-0F3F21806E59}"/>
              </a:ext>
            </a:extLst>
          </p:cNvPr>
          <p:cNvCxnSpPr>
            <a:cxnSpLocks/>
          </p:cNvCxnSpPr>
          <p:nvPr/>
        </p:nvCxnSpPr>
        <p:spPr bwMode="auto">
          <a:xfrm flipH="1">
            <a:off x="1703512" y="3184367"/>
            <a:ext cx="3816424" cy="0"/>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5" name="テキスト ボックス 4">
            <a:extLst>
              <a:ext uri="{FF2B5EF4-FFF2-40B4-BE49-F238E27FC236}">
                <a16:creationId xmlns:a16="http://schemas.microsoft.com/office/drawing/2014/main" id="{DE273956-EBE9-502B-8B61-89DF4FA84EC3}"/>
              </a:ext>
            </a:extLst>
          </p:cNvPr>
          <p:cNvSpPr txBox="1"/>
          <p:nvPr/>
        </p:nvSpPr>
        <p:spPr bwMode="auto">
          <a:xfrm>
            <a:off x="5591943" y="2410468"/>
            <a:ext cx="151216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latin typeface="BIZ UDPゴシック" panose="020B0400000000000000" pitchFamily="50" charset="-128"/>
                <a:ea typeface="BIZ UDPゴシック" panose="020B0400000000000000" pitchFamily="50" charset="-128"/>
              </a:rPr>
              <a:t>1</a:t>
            </a:r>
            <a:r>
              <a:rPr lang="ja-JP" altLang="en-US" sz="1200">
                <a:latin typeface="BIZ UDPゴシック" panose="020B0400000000000000" pitchFamily="50" charset="-128"/>
                <a:ea typeface="BIZ UDPゴシック" panose="020B0400000000000000" pitchFamily="50" charset="-128"/>
              </a:rPr>
              <a:t>で固定</a:t>
            </a:r>
            <a:endParaRPr lang="en-US" altLang="ja-JP" sz="1200">
              <a:latin typeface="BIZ UDPゴシック" panose="020B0400000000000000" pitchFamily="50" charset="-128"/>
              <a:ea typeface="BIZ UDPゴシック" panose="020B0400000000000000" pitchFamily="50" charset="-128"/>
            </a:endParaRPr>
          </a:p>
        </p:txBody>
      </p:sp>
      <p:cxnSp>
        <p:nvCxnSpPr>
          <p:cNvPr id="6" name="直線矢印コネクタ 5">
            <a:extLst>
              <a:ext uri="{FF2B5EF4-FFF2-40B4-BE49-F238E27FC236}">
                <a16:creationId xmlns:a16="http://schemas.microsoft.com/office/drawing/2014/main" id="{3EE76023-04C2-D316-427B-B5BC2189B956}"/>
              </a:ext>
            </a:extLst>
          </p:cNvPr>
          <p:cNvCxnSpPr>
            <a:cxnSpLocks/>
          </p:cNvCxnSpPr>
          <p:nvPr/>
        </p:nvCxnSpPr>
        <p:spPr bwMode="auto">
          <a:xfrm flipH="1">
            <a:off x="1847528" y="2557460"/>
            <a:ext cx="3708411" cy="88933"/>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11" name="テキスト ボックス 10">
            <a:extLst>
              <a:ext uri="{FF2B5EF4-FFF2-40B4-BE49-F238E27FC236}">
                <a16:creationId xmlns:a16="http://schemas.microsoft.com/office/drawing/2014/main" id="{55A08D0A-3F81-70B9-9CBC-8EF68F33CBD3}"/>
              </a:ext>
            </a:extLst>
          </p:cNvPr>
          <p:cNvSpPr txBox="1"/>
          <p:nvPr/>
        </p:nvSpPr>
        <p:spPr bwMode="auto">
          <a:xfrm>
            <a:off x="5591944" y="3338955"/>
            <a:ext cx="51845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識別コード</a:t>
            </a:r>
            <a:r>
              <a:rPr lang="en-US" altLang="ja-JP" sz="1200">
                <a:latin typeface="BIZ UDPゴシック" panose="020B0400000000000000" pitchFamily="50" charset="-128"/>
                <a:ea typeface="BIZ UDPゴシック" panose="020B0400000000000000" pitchFamily="50" charset="-128"/>
              </a:rPr>
              <a:t>: </a:t>
            </a:r>
            <a:r>
              <a:rPr lang="ja-JP" altLang="en-US" sz="1200">
                <a:latin typeface="BIZ UDPゴシック" panose="020B0400000000000000" pitchFamily="50" charset="-128"/>
                <a:ea typeface="BIZ UDPゴシック" panose="020B0400000000000000" pitchFamily="50" charset="-128"/>
              </a:rPr>
              <a:t>ファイル名　の書式。識別コードは任意の英数字文字列</a:t>
            </a:r>
            <a:endParaRPr lang="en-US" altLang="ja-JP" sz="1200">
              <a:latin typeface="BIZ UDPゴシック" panose="020B0400000000000000" pitchFamily="50" charset="-128"/>
              <a:ea typeface="BIZ UDPゴシック" panose="020B0400000000000000" pitchFamily="50" charset="-128"/>
            </a:endParaRPr>
          </a:p>
          <a:p>
            <a:pPr algn="l"/>
            <a:r>
              <a:rPr kumimoji="1" lang="ja-JP" altLang="en-US" sz="1200">
                <a:latin typeface="BIZ UDPゴシック" panose="020B0400000000000000" pitchFamily="50" charset="-128"/>
                <a:ea typeface="BIZ UDPゴシック" panose="020B0400000000000000" pitchFamily="50" charset="-128"/>
              </a:rPr>
              <a:t>（実際に識別コードを使う例はテンプレート式のほうに掲載します）</a:t>
            </a:r>
          </a:p>
        </p:txBody>
      </p:sp>
      <p:cxnSp>
        <p:nvCxnSpPr>
          <p:cNvPr id="12" name="直線矢印コネクタ 11">
            <a:extLst>
              <a:ext uri="{FF2B5EF4-FFF2-40B4-BE49-F238E27FC236}">
                <a16:creationId xmlns:a16="http://schemas.microsoft.com/office/drawing/2014/main" id="{A886B083-E197-C627-D83A-BA6307859ECF}"/>
              </a:ext>
            </a:extLst>
          </p:cNvPr>
          <p:cNvCxnSpPr>
            <a:cxnSpLocks/>
          </p:cNvCxnSpPr>
          <p:nvPr/>
        </p:nvCxnSpPr>
        <p:spPr bwMode="auto">
          <a:xfrm flipH="1">
            <a:off x="2783632" y="3495591"/>
            <a:ext cx="2736304" cy="0"/>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9" name="直線矢印コネクタ 8">
            <a:extLst>
              <a:ext uri="{FF2B5EF4-FFF2-40B4-BE49-F238E27FC236}">
                <a16:creationId xmlns:a16="http://schemas.microsoft.com/office/drawing/2014/main" id="{44FF10B9-854B-858D-F5D2-4109984208A1}"/>
              </a:ext>
            </a:extLst>
          </p:cNvPr>
          <p:cNvCxnSpPr>
            <a:cxnSpLocks/>
          </p:cNvCxnSpPr>
          <p:nvPr/>
        </p:nvCxnSpPr>
        <p:spPr bwMode="auto">
          <a:xfrm flipH="1" flipV="1">
            <a:off x="4079776" y="4605550"/>
            <a:ext cx="1440160" cy="167641"/>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10" name="テキスト ボックス 9">
            <a:extLst>
              <a:ext uri="{FF2B5EF4-FFF2-40B4-BE49-F238E27FC236}">
                <a16:creationId xmlns:a16="http://schemas.microsoft.com/office/drawing/2014/main" id="{8E870343-7B9F-831F-B911-C8B01BE158F3}"/>
              </a:ext>
            </a:extLst>
          </p:cNvPr>
          <p:cNvSpPr txBox="1"/>
          <p:nvPr/>
        </p:nvSpPr>
        <p:spPr bwMode="auto">
          <a:xfrm>
            <a:off x="5591944" y="4398094"/>
            <a:ext cx="468052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ソースファイル名。生成の大元となる</a:t>
            </a:r>
            <a:r>
              <a:rPr lang="en-US" altLang="ja-JP" sz="1200">
                <a:latin typeface="BIZ UDPゴシック" panose="020B0400000000000000" pitchFamily="50" charset="-128"/>
                <a:ea typeface="BIZ UDPゴシック" panose="020B0400000000000000" pitchFamily="50" charset="-128"/>
              </a:rPr>
              <a:t>PowerPoint</a:t>
            </a:r>
            <a:r>
              <a:rPr lang="ja-JP" altLang="en-US" sz="1200">
                <a:latin typeface="BIZ UDPゴシック" panose="020B0400000000000000" pitchFamily="50" charset="-128"/>
                <a:ea typeface="BIZ UDPゴシック" panose="020B0400000000000000" pitchFamily="50" charset="-128"/>
              </a:rPr>
              <a:t>ファイルはこの名前で用意すること。ここも任意のファイル名を書けるが、</a:t>
            </a:r>
            <a:r>
              <a:rPr lang="en-US" altLang="ja-JP" sz="1200">
                <a:latin typeface="BIZ UDPゴシック" panose="020B0400000000000000" pitchFamily="50" charset="-128"/>
                <a:ea typeface="BIZ UDPゴシック" panose="020B0400000000000000" pitchFamily="50" charset="-128"/>
              </a:rPr>
              <a:t>TARGETS </a:t>
            </a:r>
            <a:r>
              <a:rPr lang="ja-JP" altLang="en-US" sz="1200">
                <a:latin typeface="BIZ UDPゴシック" panose="020B0400000000000000" pitchFamily="50" charset="-128"/>
                <a:ea typeface="BIZ UDPゴシック" panose="020B0400000000000000" pitchFamily="50" charset="-128"/>
              </a:rPr>
              <a:t>のファイル名に </a:t>
            </a:r>
            <a:r>
              <a:rPr lang="en-US" altLang="ja-JP" sz="1200">
                <a:latin typeface="BIZ UDPゴシック" panose="020B0400000000000000" pitchFamily="50" charset="-128"/>
                <a:ea typeface="BIZ UDPゴシック" panose="020B0400000000000000" pitchFamily="50" charset="-128"/>
              </a:rPr>
              <a:t>_source.pptx </a:t>
            </a:r>
            <a:r>
              <a:rPr lang="ja-JP" altLang="en-US" sz="1200">
                <a:latin typeface="BIZ UDPゴシック" panose="020B0400000000000000" pitchFamily="50" charset="-128"/>
                <a:ea typeface="BIZ UDPゴシック" panose="020B0400000000000000" pitchFamily="50" charset="-128"/>
              </a:rPr>
              <a:t>を付加するのがわかりやすい</a:t>
            </a:r>
            <a:endParaRPr kumimoji="1" lang="ja-JP" altLang="en-US" sz="120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B2CF56CC-A6C3-6724-2448-80AF4D4DFCDE}"/>
              </a:ext>
            </a:extLst>
          </p:cNvPr>
          <p:cNvSpPr txBox="1"/>
          <p:nvPr/>
        </p:nvSpPr>
        <p:spPr bwMode="auto">
          <a:xfrm>
            <a:off x="5591944" y="5285106"/>
            <a:ext cx="41764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最終生成物ファイルの指定。通常、</a:t>
            </a:r>
            <a:r>
              <a:rPr lang="en-US" altLang="ja-JP" sz="1200">
                <a:latin typeface="BIZ UDPゴシック" panose="020B0400000000000000" pitchFamily="50" charset="-128"/>
                <a:ea typeface="BIZ UDPゴシック" panose="020B0400000000000000" pitchFamily="50" charset="-128"/>
              </a:rPr>
              <a:t>TARGETS </a:t>
            </a:r>
            <a:r>
              <a:rPr lang="ja-JP" altLang="en-US" sz="1200">
                <a:latin typeface="BIZ UDPゴシック" panose="020B0400000000000000" pitchFamily="50" charset="-128"/>
                <a:ea typeface="BIZ UDPゴシック" panose="020B0400000000000000" pitchFamily="50" charset="-128"/>
              </a:rPr>
              <a:t>に書いたものと同じはず（わざわざ変える必要はないので）</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17" name="直線矢印コネクタ 16">
            <a:extLst>
              <a:ext uri="{FF2B5EF4-FFF2-40B4-BE49-F238E27FC236}">
                <a16:creationId xmlns:a16="http://schemas.microsoft.com/office/drawing/2014/main" id="{3216FEC9-065A-54C0-0AC3-416CBFE7A0BF}"/>
              </a:ext>
            </a:extLst>
          </p:cNvPr>
          <p:cNvCxnSpPr>
            <a:cxnSpLocks/>
          </p:cNvCxnSpPr>
          <p:nvPr/>
        </p:nvCxnSpPr>
        <p:spPr bwMode="auto">
          <a:xfrm flipH="1">
            <a:off x="3719736" y="5442905"/>
            <a:ext cx="1800200" cy="0"/>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19" name="テキスト ボックス 18">
            <a:extLst>
              <a:ext uri="{FF2B5EF4-FFF2-40B4-BE49-F238E27FC236}">
                <a16:creationId xmlns:a16="http://schemas.microsoft.com/office/drawing/2014/main" id="{93C58B80-9C9D-FFA1-9824-62E2D48DDE25}"/>
              </a:ext>
            </a:extLst>
          </p:cNvPr>
          <p:cNvSpPr txBox="1"/>
          <p:nvPr/>
        </p:nvSpPr>
        <p:spPr bwMode="auto">
          <a:xfrm>
            <a:off x="5591944" y="5716378"/>
            <a:ext cx="41764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ソースファイル名は </a:t>
            </a:r>
            <a:r>
              <a:rPr lang="en-US" altLang="ja-JP" sz="1200">
                <a:latin typeface="BIZ UDPゴシック" panose="020B0400000000000000" pitchFamily="50" charset="-128"/>
                <a:ea typeface="BIZ UDPゴシック" panose="020B0400000000000000" pitchFamily="50" charset="-128"/>
              </a:rPr>
              <a:t>INDEXING </a:t>
            </a:r>
            <a:r>
              <a:rPr lang="ja-JP" altLang="en-US" sz="1200">
                <a:latin typeface="BIZ UDPゴシック" panose="020B0400000000000000" pitchFamily="50" charset="-128"/>
                <a:ea typeface="BIZ UDPゴシック" panose="020B0400000000000000" pitchFamily="50" charset="-128"/>
              </a:rPr>
              <a:t>の記載と同じはず</a:t>
            </a:r>
            <a:endParaRPr lang="en-US" altLang="ja-JP" sz="1200">
              <a:latin typeface="BIZ UDPゴシック" panose="020B0400000000000000" pitchFamily="50" charset="-128"/>
              <a:ea typeface="BIZ UDPゴシック" panose="020B0400000000000000" pitchFamily="50" charset="-128"/>
            </a:endParaRPr>
          </a:p>
          <a:p>
            <a:pPr algn="l"/>
            <a:r>
              <a:rPr kumimoji="1" lang="ja-JP" altLang="en-US" sz="1200">
                <a:latin typeface="BIZ UDPゴシック" panose="020B0400000000000000" pitchFamily="50" charset="-128"/>
                <a:ea typeface="BIZ UDPゴシック" panose="020B0400000000000000" pitchFamily="50" charset="-128"/>
              </a:rPr>
              <a:t>（ここもわざわざ変える必要はないので）</a:t>
            </a:r>
          </a:p>
        </p:txBody>
      </p:sp>
      <p:sp>
        <p:nvSpPr>
          <p:cNvPr id="22" name="テキスト ボックス 21">
            <a:extLst>
              <a:ext uri="{FF2B5EF4-FFF2-40B4-BE49-F238E27FC236}">
                <a16:creationId xmlns:a16="http://schemas.microsoft.com/office/drawing/2014/main" id="{B255EF75-760B-B133-B728-66B6C958F3AB}"/>
              </a:ext>
            </a:extLst>
          </p:cNvPr>
          <p:cNvSpPr txBox="1"/>
          <p:nvPr/>
        </p:nvSpPr>
        <p:spPr bwMode="auto">
          <a:xfrm>
            <a:off x="5555939" y="1775186"/>
            <a:ext cx="6336705"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sz="1400" kern="0">
                <a:latin typeface="BIZ UDPゴシック" panose="020B0400000000000000" pitchFamily="50" charset="-128"/>
                <a:ea typeface="BIZ UDPゴシック" panose="020B0400000000000000" pitchFamily="50" charset="-128"/>
              </a:rPr>
              <a:t>パラメータ構成の基本となる書き方ですが、実用的にはあまり使いません。</a:t>
            </a:r>
            <a:endParaRPr lang="en-US" altLang="ja-JP" sz="1400" kern="0">
              <a:latin typeface="BIZ UDPゴシック" panose="020B0400000000000000" pitchFamily="50" charset="-128"/>
              <a:ea typeface="BIZ UDPゴシック" panose="020B0400000000000000" pitchFamily="50" charset="-128"/>
            </a:endParaRPr>
          </a:p>
          <a:p>
            <a:pPr eaLnBrk="1"/>
            <a:r>
              <a:rPr lang="ja-JP" altLang="en-US" sz="1400" kern="0">
                <a:latin typeface="BIZ UDPゴシック" panose="020B0400000000000000" pitchFamily="50" charset="-128"/>
                <a:ea typeface="BIZ UDPゴシック" panose="020B0400000000000000" pitchFamily="50" charset="-128"/>
              </a:rPr>
              <a:t>実際はこの方式よりも次ページのテンプレート式を使うことが多いです</a:t>
            </a:r>
            <a:endParaRPr lang="ja-JP" altLang="en-US" sz="1400" kern="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964339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2DABF-733B-1CA3-0C23-F11C7FF903E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9DDEC1-0AC4-540B-6768-4292632733D9}"/>
              </a:ext>
            </a:extLst>
          </p:cNvPr>
          <p:cNvSpPr>
            <a:spLocks noGrp="1"/>
          </p:cNvSpPr>
          <p:nvPr>
            <p:ph type="title"/>
          </p:nvPr>
        </p:nvSpPr>
        <p:spPr>
          <a:xfrm>
            <a:off x="898656" y="260648"/>
            <a:ext cx="10957984" cy="576061"/>
          </a:xfrm>
        </p:spPr>
        <p:txBody>
          <a:bodyPr/>
          <a:lstStyle/>
          <a:p>
            <a:r>
              <a:rPr lang="ja-JP" altLang="en-US" sz="2800">
                <a:solidFill>
                  <a:schemeClr val="tx1"/>
                </a:solidFill>
              </a:rPr>
              <a:t>パラメータファイルの書き方： テンプレート式</a:t>
            </a:r>
            <a:endParaRPr lang="ja-JP" altLang="en-US" sz="2800" dirty="0">
              <a:solidFill>
                <a:schemeClr val="tx1"/>
              </a:solidFill>
            </a:endParaRPr>
          </a:p>
        </p:txBody>
      </p:sp>
      <p:sp>
        <p:nvSpPr>
          <p:cNvPr id="3" name="フッター プレースホルダー 2">
            <a:extLst>
              <a:ext uri="{FF2B5EF4-FFF2-40B4-BE49-F238E27FC236}">
                <a16:creationId xmlns:a16="http://schemas.microsoft.com/office/drawing/2014/main" id="{A3500BB5-261F-E38A-5622-E7EFC7530725}"/>
              </a:ext>
            </a:extLst>
          </p:cNvPr>
          <p:cNvSpPr>
            <a:spLocks noGrp="1"/>
          </p:cNvSpPr>
          <p:nvPr>
            <p:ph type="ftr" sz="quarter" idx="11"/>
          </p:nvPr>
        </p:nvSpPr>
        <p:spPr>
          <a:xfrm>
            <a:off x="119336" y="6555804"/>
            <a:ext cx="5048251" cy="252264"/>
          </a:xfrm>
          <a:prstGeom prst="rect">
            <a:avLst/>
          </a:prstGeom>
        </p:spPr>
        <p:txBody>
          <a:bodyPr/>
          <a:lstStyle>
            <a:defPPr>
              <a:defRPr lang="en-US"/>
            </a:defPPr>
            <a:lvl1pPr algn="l" rtl="0" eaLnBrk="0" fontAlgn="base" hangingPunct="0">
              <a:spcBef>
                <a:spcPct val="0"/>
              </a:spcBef>
              <a:spcAft>
                <a:spcPct val="0"/>
              </a:spcAft>
              <a:defRPr kumimoji="1" sz="900" b="1" kern="1200">
                <a:solidFill>
                  <a:schemeClr val="tx1"/>
                </a:solidFill>
                <a:latin typeface="FOT-UD丸ゴ_ラージ Pr6 M" panose="02020400000000000000" pitchFamily="18" charset="-128"/>
                <a:ea typeface="FOT-UD丸ゴ_ラージ Pr6 M" panose="02020400000000000000" pitchFamily="18"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a:lstStyle>
          <a:p>
            <a:r>
              <a:rPr lang="en-US" altLang="ja-JP">
                <a:latin typeface="BIZ UDPゴシック" panose="020B0400000000000000" pitchFamily="50" charset="-128"/>
                <a:ea typeface="BIZ UDPゴシック" panose="020B0400000000000000" pitchFamily="50" charset="-128"/>
              </a:rPr>
              <a:t>Copyright 2025 </a:t>
            </a:r>
            <a:r>
              <a:rPr lang="ja-JP" altLang="en-US">
                <a:latin typeface="BIZ UDPゴシック" panose="020B0400000000000000" pitchFamily="50" charset="-128"/>
                <a:ea typeface="BIZ UDPゴシック" panose="020B0400000000000000" pitchFamily="50" charset="-128"/>
              </a:rPr>
              <a:t>アイデアクラフト </a:t>
            </a:r>
            <a:r>
              <a:rPr lang="en-US" altLang="ja-JP">
                <a:latin typeface="BIZ UDPゴシック" panose="020B0400000000000000" pitchFamily="50" charset="-128"/>
                <a:ea typeface="BIZ UDPゴシック" panose="020B0400000000000000" pitchFamily="50" charset="-128"/>
              </a:rPr>
              <a:t>Kaimai Mizuhiro</a:t>
            </a:r>
            <a:endParaRPr lang="ja-JP" altLang="en-US" dirty="0">
              <a:latin typeface="BIZ UDPゴシック" panose="020B0400000000000000" pitchFamily="50" charset="-128"/>
              <a:ea typeface="BIZ UDPゴシック" panose="020B0400000000000000" pitchFamily="50" charset="-128"/>
            </a:endParaRPr>
          </a:p>
        </p:txBody>
      </p:sp>
      <p:sp>
        <p:nvSpPr>
          <p:cNvPr id="7" name="スライド番号プレースホルダー 6">
            <a:extLst>
              <a:ext uri="{FF2B5EF4-FFF2-40B4-BE49-F238E27FC236}">
                <a16:creationId xmlns:a16="http://schemas.microsoft.com/office/drawing/2014/main" id="{40F66ED2-3566-D1D2-4536-94864DFDD807}"/>
              </a:ext>
            </a:extLst>
          </p:cNvPr>
          <p:cNvSpPr>
            <a:spLocks noGrp="1"/>
          </p:cNvSpPr>
          <p:nvPr>
            <p:ph type="sldNum" sz="quarter" idx="12"/>
          </p:nvPr>
        </p:nvSpPr>
        <p:spPr/>
        <p:txBody>
          <a:bodyPr/>
          <a:lstStyle/>
          <a:p>
            <a:fld id="{D2D8002D-B5B0-4BAC-B1F6-782DDCCE6D9C}" type="slidenum">
              <a:rPr kumimoji="1" lang="ja-JP" altLang="en-US" smtClean="0"/>
              <a:t>5</a:t>
            </a:fld>
            <a:endParaRPr kumimoji="1" lang="ja-JP" altLang="en-US"/>
          </a:p>
        </p:txBody>
      </p:sp>
      <p:sp>
        <p:nvSpPr>
          <p:cNvPr id="4" name="テキスト ボックス 3">
            <a:extLst>
              <a:ext uri="{FF2B5EF4-FFF2-40B4-BE49-F238E27FC236}">
                <a16:creationId xmlns:a16="http://schemas.microsoft.com/office/drawing/2014/main" id="{E6E96442-58B5-7BAD-96EA-0DA311E2801F}"/>
              </a:ext>
            </a:extLst>
          </p:cNvPr>
          <p:cNvSpPr txBox="1"/>
          <p:nvPr/>
        </p:nvSpPr>
        <p:spPr bwMode="auto">
          <a:xfrm>
            <a:off x="1127453" y="1052736"/>
            <a:ext cx="9577065"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kern="0">
                <a:latin typeface="BIZ UDPゴシック" panose="020B0400000000000000" pitchFamily="50" charset="-128"/>
                <a:ea typeface="BIZ UDPゴシック" panose="020B0400000000000000" pitchFamily="50" charset="-128"/>
              </a:rPr>
              <a:t>パラメータファイルには類似もしくは同一のファイル名が何度も出現します。</a:t>
            </a:r>
            <a:endParaRPr lang="en-US" altLang="ja-JP" kern="0">
              <a:latin typeface="BIZ UDPゴシック" panose="020B0400000000000000" pitchFamily="50" charset="-128"/>
              <a:ea typeface="BIZ UDPゴシック" panose="020B0400000000000000" pitchFamily="50" charset="-128"/>
            </a:endParaRPr>
          </a:p>
          <a:p>
            <a:pPr eaLnBrk="1"/>
            <a:r>
              <a:rPr lang="ja-JP" altLang="en-US" kern="0">
                <a:latin typeface="BIZ UDPゴシック" panose="020B0400000000000000" pitchFamily="50" charset="-128"/>
                <a:ea typeface="BIZ UDPゴシック" panose="020B0400000000000000" pitchFamily="50" charset="-128"/>
              </a:rPr>
              <a:t>それらには一定のパターンがあり、識別コードを使った簡略書式で簡単に書けます。</a:t>
            </a:r>
            <a:endParaRPr lang="ja-JP" altLang="en-US" kern="0" dirty="0">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16E0B869-59CC-AE93-FECA-F39DF956FA6C}"/>
              </a:ext>
            </a:extLst>
          </p:cNvPr>
          <p:cNvSpPr/>
          <p:nvPr/>
        </p:nvSpPr>
        <p:spPr bwMode="auto">
          <a:xfrm>
            <a:off x="695400" y="2335774"/>
            <a:ext cx="4472187" cy="3967886"/>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VERSION: 1</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FOLDER: example/ex1</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TARGETS:</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A: Example1</a:t>
            </a:r>
          </a:p>
          <a:p>
            <a:pPr marL="0" marR="0" indent="0" defTabSz="914400" rtl="0" eaLnBrk="1" fontAlgn="base" latinLnBrk="0" hangingPunct="1">
              <a:lnSpc>
                <a:spcPct val="15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INDEXING:</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INDEX: &lt;A:_index&gt;</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&lt;A:_source&gt;</a:t>
            </a:r>
          </a:p>
          <a:p>
            <a:pPr marL="0" marR="0" indent="0" defTabSz="914400" rtl="0" eaLnBrk="1" fontAlgn="base" latinLnBrk="0" hangingPunct="1">
              <a:lnSpc>
                <a:spcPct val="15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GENERATING:</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GENERATE: &lt;A&gt;</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&lt;A:_source&gt;</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INDEX:</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&lt;A:_index&gt;</a:t>
            </a:r>
          </a:p>
        </p:txBody>
      </p:sp>
      <p:sp>
        <p:nvSpPr>
          <p:cNvPr id="26" name="テキスト ボックス 25">
            <a:extLst>
              <a:ext uri="{FF2B5EF4-FFF2-40B4-BE49-F238E27FC236}">
                <a16:creationId xmlns:a16="http://schemas.microsoft.com/office/drawing/2014/main" id="{E97AA86B-3430-1DF0-70C0-2D8C5082E7AE}"/>
              </a:ext>
            </a:extLst>
          </p:cNvPr>
          <p:cNvSpPr txBox="1"/>
          <p:nvPr/>
        </p:nvSpPr>
        <p:spPr bwMode="auto">
          <a:xfrm>
            <a:off x="695400" y="2047741"/>
            <a:ext cx="32403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200">
                <a:latin typeface="BIZ UDPゴシック" panose="020B0400000000000000" pitchFamily="50" charset="-128"/>
                <a:ea typeface="BIZ UDPゴシック" panose="020B0400000000000000" pitchFamily="50" charset="-128"/>
              </a:rPr>
              <a:t>Ver.1 </a:t>
            </a:r>
            <a:r>
              <a:rPr kumimoji="1" lang="ja-JP" altLang="en-US" sz="1200">
                <a:latin typeface="BIZ UDPゴシック" panose="020B0400000000000000" pitchFamily="50" charset="-128"/>
                <a:ea typeface="BIZ UDPゴシック" panose="020B0400000000000000" pitchFamily="50" charset="-128"/>
              </a:rPr>
              <a:t>仕様 </a:t>
            </a:r>
            <a:r>
              <a:rPr kumimoji="1" lang="en-US" altLang="ja-JP" sz="1200">
                <a:latin typeface="BIZ UDPゴシック" panose="020B0400000000000000" pitchFamily="50" charset="-128"/>
                <a:ea typeface="BIZ UDPゴシック" panose="020B0400000000000000" pitchFamily="50" charset="-128"/>
              </a:rPr>
              <a:t>(2024/11/20 </a:t>
            </a:r>
            <a:r>
              <a:rPr kumimoji="1" lang="ja-JP" altLang="en-US" sz="1200">
                <a:latin typeface="BIZ UDPゴシック" panose="020B0400000000000000" pitchFamily="50" charset="-128"/>
                <a:ea typeface="BIZ UDPゴシック" panose="020B0400000000000000" pitchFamily="50" charset="-128"/>
              </a:rPr>
              <a:t>以降</a:t>
            </a:r>
            <a:r>
              <a:rPr kumimoji="1" lang="en-US" altLang="ja-JP" sz="1200">
                <a:latin typeface="BIZ UDPゴシック" panose="020B0400000000000000" pitchFamily="50" charset="-128"/>
                <a:ea typeface="BIZ UDPゴシック" panose="020B0400000000000000" pitchFamily="50" charset="-128"/>
              </a:rPr>
              <a:t>)</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27" name="直線矢印コネクタ 26">
            <a:extLst>
              <a:ext uri="{FF2B5EF4-FFF2-40B4-BE49-F238E27FC236}">
                <a16:creationId xmlns:a16="http://schemas.microsoft.com/office/drawing/2014/main" id="{CAE36307-F99D-AF10-BA7E-D05B2E17AAC2}"/>
              </a:ext>
            </a:extLst>
          </p:cNvPr>
          <p:cNvCxnSpPr>
            <a:cxnSpLocks/>
            <a:stCxn id="29" idx="1"/>
          </p:cNvCxnSpPr>
          <p:nvPr/>
        </p:nvCxnSpPr>
        <p:spPr bwMode="auto">
          <a:xfrm flipH="1" flipV="1">
            <a:off x="2643461" y="4195009"/>
            <a:ext cx="2948483" cy="420080"/>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29" name="テキスト ボックス 28">
            <a:extLst>
              <a:ext uri="{FF2B5EF4-FFF2-40B4-BE49-F238E27FC236}">
                <a16:creationId xmlns:a16="http://schemas.microsoft.com/office/drawing/2014/main" id="{E2F5F4A2-CBB4-DE93-EB43-803351C2E6B3}"/>
              </a:ext>
            </a:extLst>
          </p:cNvPr>
          <p:cNvSpPr txBox="1"/>
          <p:nvPr/>
        </p:nvSpPr>
        <p:spPr bwMode="auto">
          <a:xfrm>
            <a:off x="5591944" y="4476589"/>
            <a:ext cx="5095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これらの書式は識別コード「</a:t>
            </a:r>
            <a:r>
              <a:rPr lang="en-US" altLang="ja-JP" sz="1200">
                <a:latin typeface="BIZ UDPゴシック" panose="020B0400000000000000" pitchFamily="50" charset="-128"/>
                <a:ea typeface="BIZ UDPゴシック" panose="020B0400000000000000" pitchFamily="50" charset="-128"/>
              </a:rPr>
              <a:t>A</a:t>
            </a:r>
            <a:r>
              <a:rPr lang="ja-JP" altLang="en-US" sz="1200">
                <a:latin typeface="BIZ UDPゴシック" panose="020B0400000000000000" pitchFamily="50" charset="-128"/>
                <a:ea typeface="BIZ UDPゴシック" panose="020B0400000000000000" pitchFamily="50" charset="-128"/>
              </a:rPr>
              <a:t>」を使ったファイル名に変換されます。</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40" name="直線矢印コネクタ 39">
            <a:extLst>
              <a:ext uri="{FF2B5EF4-FFF2-40B4-BE49-F238E27FC236}">
                <a16:creationId xmlns:a16="http://schemas.microsoft.com/office/drawing/2014/main" id="{495BA121-CCC5-C051-8404-09F5D0B28258}"/>
              </a:ext>
            </a:extLst>
          </p:cNvPr>
          <p:cNvCxnSpPr>
            <a:cxnSpLocks/>
          </p:cNvCxnSpPr>
          <p:nvPr/>
        </p:nvCxnSpPr>
        <p:spPr bwMode="auto">
          <a:xfrm flipH="1">
            <a:off x="2063552" y="3370399"/>
            <a:ext cx="3590965" cy="0"/>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41" name="テキスト ボックス 40">
            <a:extLst>
              <a:ext uri="{FF2B5EF4-FFF2-40B4-BE49-F238E27FC236}">
                <a16:creationId xmlns:a16="http://schemas.microsoft.com/office/drawing/2014/main" id="{BD646528-6E8A-8DE7-FBC2-A2E44B55811F}"/>
              </a:ext>
            </a:extLst>
          </p:cNvPr>
          <p:cNvSpPr txBox="1"/>
          <p:nvPr/>
        </p:nvSpPr>
        <p:spPr bwMode="auto">
          <a:xfrm>
            <a:off x="5694206" y="3156576"/>
            <a:ext cx="41764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latin typeface="BIZ UDPゴシック" panose="020B0400000000000000" pitchFamily="50" charset="-128"/>
                <a:ea typeface="BIZ UDPゴシック" panose="020B0400000000000000" pitchFamily="50" charset="-128"/>
              </a:rPr>
              <a:t>TARGETS </a:t>
            </a:r>
            <a:r>
              <a:rPr lang="ja-JP" altLang="en-US" sz="1200">
                <a:latin typeface="BIZ UDPゴシック" panose="020B0400000000000000" pitchFamily="50" charset="-128"/>
                <a:ea typeface="BIZ UDPゴシック" panose="020B0400000000000000" pitchFamily="50" charset="-128"/>
              </a:rPr>
              <a:t>セクションはスクラッチ式と同じ。</a:t>
            </a:r>
            <a:endParaRPr lang="en-US" altLang="ja-JP" sz="1200">
              <a:latin typeface="BIZ UDPゴシック" panose="020B0400000000000000" pitchFamily="50" charset="-128"/>
              <a:ea typeface="BIZ UDPゴシック" panose="020B0400000000000000" pitchFamily="50" charset="-128"/>
            </a:endParaRPr>
          </a:p>
          <a:p>
            <a:pPr algn="l"/>
            <a:r>
              <a:rPr lang="ja-JP" altLang="en-US" sz="1200">
                <a:latin typeface="BIZ UDPゴシック" panose="020B0400000000000000" pitchFamily="50" charset="-128"/>
                <a:ea typeface="BIZ UDPゴシック" panose="020B0400000000000000" pitchFamily="50" charset="-128"/>
              </a:rPr>
              <a:t>なお、拡張子 </a:t>
            </a:r>
            <a:r>
              <a:rPr lang="en-US" altLang="ja-JP" sz="1200">
                <a:latin typeface="BIZ UDPゴシック" panose="020B0400000000000000" pitchFamily="50" charset="-128"/>
                <a:ea typeface="BIZ UDPゴシック" panose="020B0400000000000000" pitchFamily="50" charset="-128"/>
              </a:rPr>
              <a:t>pptx </a:t>
            </a:r>
            <a:r>
              <a:rPr lang="ja-JP" altLang="en-US" sz="1200">
                <a:latin typeface="BIZ UDPゴシック" panose="020B0400000000000000" pitchFamily="50" charset="-128"/>
                <a:ea typeface="BIZ UDPゴシック" panose="020B0400000000000000" pitchFamily="50" charset="-128"/>
              </a:rPr>
              <a:t>は省略可。</a:t>
            </a:r>
            <a:endParaRPr lang="en-US" altLang="ja-JP" sz="1200">
              <a:latin typeface="BIZ UDPゴシック" panose="020B0400000000000000" pitchFamily="50" charset="-128"/>
              <a:ea typeface="BIZ UDPゴシック" panose="020B0400000000000000" pitchFamily="50" charset="-128"/>
            </a:endParaRPr>
          </a:p>
        </p:txBody>
      </p:sp>
      <p:cxnSp>
        <p:nvCxnSpPr>
          <p:cNvPr id="8" name="直線矢印コネクタ 7">
            <a:extLst>
              <a:ext uri="{FF2B5EF4-FFF2-40B4-BE49-F238E27FC236}">
                <a16:creationId xmlns:a16="http://schemas.microsoft.com/office/drawing/2014/main" id="{D2A64BC7-011F-8412-F7FB-3677C94B134A}"/>
              </a:ext>
            </a:extLst>
          </p:cNvPr>
          <p:cNvCxnSpPr>
            <a:cxnSpLocks/>
            <a:stCxn id="29" idx="1"/>
          </p:cNvCxnSpPr>
          <p:nvPr/>
        </p:nvCxnSpPr>
        <p:spPr bwMode="auto">
          <a:xfrm flipH="1" flipV="1">
            <a:off x="2855640" y="4468365"/>
            <a:ext cx="2736304" cy="146724"/>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10" name="直線矢印コネクタ 9">
            <a:extLst>
              <a:ext uri="{FF2B5EF4-FFF2-40B4-BE49-F238E27FC236}">
                <a16:creationId xmlns:a16="http://schemas.microsoft.com/office/drawing/2014/main" id="{49C38B0B-45F5-E432-52BE-2FED4C98C069}"/>
              </a:ext>
            </a:extLst>
          </p:cNvPr>
          <p:cNvCxnSpPr>
            <a:cxnSpLocks/>
            <a:stCxn id="29" idx="1"/>
          </p:cNvCxnSpPr>
          <p:nvPr/>
        </p:nvCxnSpPr>
        <p:spPr bwMode="auto">
          <a:xfrm flipH="1">
            <a:off x="2423592" y="4615089"/>
            <a:ext cx="3168352" cy="657867"/>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12" name="直線矢印コネクタ 11">
            <a:extLst>
              <a:ext uri="{FF2B5EF4-FFF2-40B4-BE49-F238E27FC236}">
                <a16:creationId xmlns:a16="http://schemas.microsoft.com/office/drawing/2014/main" id="{44316828-5CF8-C04F-59B9-DAA99D7230F4}"/>
              </a:ext>
            </a:extLst>
          </p:cNvPr>
          <p:cNvCxnSpPr>
            <a:cxnSpLocks/>
            <a:stCxn id="29" idx="1"/>
          </p:cNvCxnSpPr>
          <p:nvPr/>
        </p:nvCxnSpPr>
        <p:spPr bwMode="auto">
          <a:xfrm flipH="1">
            <a:off x="2783632" y="4615089"/>
            <a:ext cx="2808312" cy="903928"/>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15" name="直線矢印コネクタ 14">
            <a:extLst>
              <a:ext uri="{FF2B5EF4-FFF2-40B4-BE49-F238E27FC236}">
                <a16:creationId xmlns:a16="http://schemas.microsoft.com/office/drawing/2014/main" id="{6656EE6F-5073-D128-11C4-769C97F39CC5}"/>
              </a:ext>
            </a:extLst>
          </p:cNvPr>
          <p:cNvCxnSpPr>
            <a:cxnSpLocks/>
            <a:stCxn id="29" idx="1"/>
          </p:cNvCxnSpPr>
          <p:nvPr/>
        </p:nvCxnSpPr>
        <p:spPr bwMode="auto">
          <a:xfrm flipH="1">
            <a:off x="2207568" y="4615089"/>
            <a:ext cx="3384376" cy="1479679"/>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17" name="テキスト ボックス 16">
            <a:extLst>
              <a:ext uri="{FF2B5EF4-FFF2-40B4-BE49-F238E27FC236}">
                <a16:creationId xmlns:a16="http://schemas.microsoft.com/office/drawing/2014/main" id="{594A8EBB-97DF-E52F-1FBC-EC6D41937B60}"/>
              </a:ext>
            </a:extLst>
          </p:cNvPr>
          <p:cNvSpPr txBox="1"/>
          <p:nvPr/>
        </p:nvSpPr>
        <p:spPr bwMode="auto">
          <a:xfrm>
            <a:off x="5896694" y="5018432"/>
            <a:ext cx="5095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latin typeface="BIZ UDPゴシック" panose="020B0400000000000000" pitchFamily="50" charset="-128"/>
                <a:ea typeface="BIZ UDPゴシック" panose="020B0400000000000000" pitchFamily="50" charset="-128"/>
              </a:rPr>
              <a:t>&lt;A&gt;</a:t>
            </a:r>
            <a:r>
              <a:rPr lang="ja-JP" altLang="en-US" sz="1200">
                <a:latin typeface="BIZ UDPゴシック" panose="020B0400000000000000" pitchFamily="50" charset="-128"/>
                <a:ea typeface="BIZ UDPゴシック" panose="020B0400000000000000" pitchFamily="50" charset="-128"/>
              </a:rPr>
              <a:t>　→　</a:t>
            </a:r>
            <a:r>
              <a:rPr lang="en-US" altLang="ja-JP" sz="1200">
                <a:latin typeface="BIZ UDPゴシック" panose="020B0400000000000000" pitchFamily="50" charset="-128"/>
                <a:ea typeface="BIZ UDPゴシック" panose="020B0400000000000000" pitchFamily="50" charset="-128"/>
              </a:rPr>
              <a:t>Example1 </a:t>
            </a:r>
            <a:r>
              <a:rPr lang="ja-JP" altLang="en-US" sz="1200">
                <a:latin typeface="BIZ UDPゴシック" panose="020B0400000000000000" pitchFamily="50" charset="-128"/>
                <a:ea typeface="BIZ UDPゴシック" panose="020B0400000000000000" pitchFamily="50" charset="-128"/>
              </a:rPr>
              <a:t>と変換される</a:t>
            </a:r>
            <a:endParaRPr kumimoji="1" lang="ja-JP" altLang="en-US" sz="1200">
              <a:latin typeface="BIZ UDPゴシック" panose="020B0400000000000000" pitchFamily="50" charset="-128"/>
              <a:ea typeface="BIZ UDPゴシック" panose="020B0400000000000000" pitchFamily="50" charset="-128"/>
            </a:endParaRPr>
          </a:p>
        </p:txBody>
      </p:sp>
      <p:sp>
        <p:nvSpPr>
          <p:cNvPr id="18" name="テキスト ボックス 17">
            <a:extLst>
              <a:ext uri="{FF2B5EF4-FFF2-40B4-BE49-F238E27FC236}">
                <a16:creationId xmlns:a16="http://schemas.microsoft.com/office/drawing/2014/main" id="{40AEBE91-9522-E1E7-E766-054910EC393B}"/>
              </a:ext>
            </a:extLst>
          </p:cNvPr>
          <p:cNvSpPr txBox="1"/>
          <p:nvPr/>
        </p:nvSpPr>
        <p:spPr bwMode="auto">
          <a:xfrm>
            <a:off x="5896694" y="5295788"/>
            <a:ext cx="5095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latin typeface="BIZ UDPゴシック" panose="020B0400000000000000" pitchFamily="50" charset="-128"/>
                <a:ea typeface="BIZ UDPゴシック" panose="020B0400000000000000" pitchFamily="50" charset="-128"/>
              </a:rPr>
              <a:t>&lt;A:_index&gt;</a:t>
            </a:r>
            <a:r>
              <a:rPr lang="ja-JP" altLang="en-US" sz="1200">
                <a:latin typeface="BIZ UDPゴシック" panose="020B0400000000000000" pitchFamily="50" charset="-128"/>
                <a:ea typeface="BIZ UDPゴシック" panose="020B0400000000000000" pitchFamily="50" charset="-128"/>
              </a:rPr>
              <a:t>　→　</a:t>
            </a:r>
            <a:r>
              <a:rPr lang="en-US" altLang="ja-JP" sz="1200">
                <a:latin typeface="BIZ UDPゴシック" panose="020B0400000000000000" pitchFamily="50" charset="-128"/>
                <a:ea typeface="BIZ UDPゴシック" panose="020B0400000000000000" pitchFamily="50" charset="-128"/>
              </a:rPr>
              <a:t>Example1_index </a:t>
            </a:r>
            <a:r>
              <a:rPr lang="ja-JP" altLang="en-US" sz="1200">
                <a:latin typeface="BIZ UDPゴシック" panose="020B0400000000000000" pitchFamily="50" charset="-128"/>
                <a:ea typeface="BIZ UDPゴシック" panose="020B0400000000000000" pitchFamily="50" charset="-128"/>
              </a:rPr>
              <a:t>と変換される</a:t>
            </a:r>
            <a:endParaRPr kumimoji="1" lang="ja-JP" altLang="en-US" sz="1200">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E9DF7403-76FA-FF06-BB2B-F12AC8FE4E29}"/>
              </a:ext>
            </a:extLst>
          </p:cNvPr>
          <p:cNvSpPr txBox="1"/>
          <p:nvPr/>
        </p:nvSpPr>
        <p:spPr bwMode="auto">
          <a:xfrm>
            <a:off x="5896694" y="5552194"/>
            <a:ext cx="5095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latin typeface="BIZ UDPゴシック" panose="020B0400000000000000" pitchFamily="50" charset="-128"/>
                <a:ea typeface="BIZ UDPゴシック" panose="020B0400000000000000" pitchFamily="50" charset="-128"/>
              </a:rPr>
              <a:t>&lt;A:_source&gt;</a:t>
            </a:r>
            <a:r>
              <a:rPr lang="ja-JP" altLang="en-US" sz="1200">
                <a:latin typeface="BIZ UDPゴシック" panose="020B0400000000000000" pitchFamily="50" charset="-128"/>
                <a:ea typeface="BIZ UDPゴシック" panose="020B0400000000000000" pitchFamily="50" charset="-128"/>
              </a:rPr>
              <a:t>　→　</a:t>
            </a:r>
            <a:r>
              <a:rPr lang="en-US" altLang="ja-JP" sz="1200">
                <a:latin typeface="BIZ UDPゴシック" panose="020B0400000000000000" pitchFamily="50" charset="-128"/>
                <a:ea typeface="BIZ UDPゴシック" panose="020B0400000000000000" pitchFamily="50" charset="-128"/>
              </a:rPr>
              <a:t>Example1_source </a:t>
            </a:r>
            <a:r>
              <a:rPr lang="ja-JP" altLang="en-US" sz="1200">
                <a:latin typeface="BIZ UDPゴシック" panose="020B0400000000000000" pitchFamily="50" charset="-128"/>
                <a:ea typeface="BIZ UDPゴシック" panose="020B0400000000000000" pitchFamily="50" charset="-128"/>
              </a:rPr>
              <a:t>として変換される</a:t>
            </a:r>
            <a:endParaRPr kumimoji="1" lang="ja-JP" altLang="en-US" sz="1200">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6D395579-1334-C4E0-0D00-842475440F33}"/>
              </a:ext>
            </a:extLst>
          </p:cNvPr>
          <p:cNvSpPr txBox="1"/>
          <p:nvPr/>
        </p:nvSpPr>
        <p:spPr bwMode="auto">
          <a:xfrm>
            <a:off x="5591944" y="2150506"/>
            <a:ext cx="5400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600">
                <a:latin typeface="BIZ UDPゴシック" panose="020B0400000000000000" pitchFamily="50" charset="-128"/>
                <a:ea typeface="BIZ UDPゴシック" panose="020B0400000000000000" pitchFamily="50" charset="-128"/>
              </a:rPr>
              <a:t>単一のソース </a:t>
            </a:r>
            <a:r>
              <a:rPr kumimoji="1" lang="en-US" altLang="ja-JP" sz="1600">
                <a:latin typeface="BIZ UDPゴシック" panose="020B0400000000000000" pitchFamily="50" charset="-128"/>
                <a:ea typeface="BIZ UDPゴシック" panose="020B0400000000000000" pitchFamily="50" charset="-128"/>
              </a:rPr>
              <a:t>pptx </a:t>
            </a:r>
            <a:r>
              <a:rPr kumimoji="1" lang="ja-JP" altLang="en-US" sz="1600">
                <a:latin typeface="BIZ UDPゴシック" panose="020B0400000000000000" pitchFamily="50" charset="-128"/>
                <a:ea typeface="BIZ UDPゴシック" panose="020B0400000000000000" pitchFamily="50" charset="-128"/>
              </a:rPr>
              <a:t>を変換する場合、このテンプレートで </a:t>
            </a:r>
            <a:r>
              <a:rPr kumimoji="1" lang="en-US" altLang="ja-JP" sz="1600">
                <a:solidFill>
                  <a:srgbClr val="FF0000"/>
                </a:solidFill>
                <a:latin typeface="BIZ UDPゴシック" panose="020B0400000000000000" pitchFamily="50" charset="-128"/>
                <a:ea typeface="BIZ UDPゴシック" panose="020B0400000000000000" pitchFamily="50" charset="-128"/>
              </a:rPr>
              <a:t>FOLDER </a:t>
            </a:r>
            <a:r>
              <a:rPr kumimoji="1" lang="ja-JP" altLang="en-US" sz="1600">
                <a:solidFill>
                  <a:srgbClr val="FF0000"/>
                </a:solidFill>
                <a:latin typeface="BIZ UDPゴシック" panose="020B0400000000000000" pitchFamily="50" charset="-128"/>
                <a:ea typeface="BIZ UDPゴシック" panose="020B0400000000000000" pitchFamily="50" charset="-128"/>
              </a:rPr>
              <a:t>と</a:t>
            </a:r>
            <a:r>
              <a:rPr kumimoji="1" lang="en-US" altLang="ja-JP" sz="1600">
                <a:solidFill>
                  <a:srgbClr val="FF0000"/>
                </a:solidFill>
                <a:latin typeface="BIZ UDPゴシック" panose="020B0400000000000000" pitchFamily="50" charset="-128"/>
                <a:ea typeface="BIZ UDPゴシック" panose="020B0400000000000000" pitchFamily="50" charset="-128"/>
              </a:rPr>
              <a:t> TARGETS </a:t>
            </a:r>
            <a:r>
              <a:rPr kumimoji="1" lang="ja-JP" altLang="en-US" sz="1600">
                <a:solidFill>
                  <a:srgbClr val="FF0000"/>
                </a:solidFill>
                <a:latin typeface="BIZ UDPゴシック" panose="020B0400000000000000" pitchFamily="50" charset="-128"/>
                <a:ea typeface="BIZ UDPゴシック" panose="020B0400000000000000" pitchFamily="50" charset="-128"/>
              </a:rPr>
              <a:t>セクションだけ</a:t>
            </a:r>
            <a:endParaRPr kumimoji="1" lang="en-US" altLang="ja-JP" sz="1600">
              <a:solidFill>
                <a:srgbClr val="FF0000"/>
              </a:solidFill>
              <a:latin typeface="BIZ UDPゴシック" panose="020B0400000000000000" pitchFamily="50" charset="-128"/>
              <a:ea typeface="BIZ UDPゴシック" panose="020B0400000000000000" pitchFamily="50" charset="-128"/>
            </a:endParaRPr>
          </a:p>
          <a:p>
            <a:pPr algn="l"/>
            <a:r>
              <a:rPr kumimoji="1" lang="ja-JP" altLang="en-US" sz="1600">
                <a:latin typeface="BIZ UDPゴシック" panose="020B0400000000000000" pitchFamily="50" charset="-128"/>
                <a:ea typeface="BIZ UDPゴシック" panose="020B0400000000000000" pitchFamily="50" charset="-128"/>
              </a:rPr>
              <a:t>を書けば間に合うことが多いです。</a:t>
            </a:r>
          </a:p>
        </p:txBody>
      </p:sp>
    </p:spTree>
    <p:extLst>
      <p:ext uri="{BB962C8B-B14F-4D97-AF65-F5344CB8AC3E}">
        <p14:creationId xmlns:p14="http://schemas.microsoft.com/office/powerpoint/2010/main" val="3339446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2DABF-733B-1CA3-0C23-F11C7FF903E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9DDEC1-0AC4-540B-6768-4292632733D9}"/>
              </a:ext>
            </a:extLst>
          </p:cNvPr>
          <p:cNvSpPr>
            <a:spLocks noGrp="1"/>
          </p:cNvSpPr>
          <p:nvPr>
            <p:ph type="title"/>
          </p:nvPr>
        </p:nvSpPr>
        <p:spPr>
          <a:xfrm>
            <a:off x="898656" y="260648"/>
            <a:ext cx="10957984" cy="576061"/>
          </a:xfrm>
        </p:spPr>
        <p:txBody>
          <a:bodyPr/>
          <a:lstStyle/>
          <a:p>
            <a:r>
              <a:rPr lang="ja-JP" altLang="en-US" sz="2800">
                <a:solidFill>
                  <a:schemeClr val="tx1"/>
                </a:solidFill>
              </a:rPr>
              <a:t>パラメータファイルの書き方： 複数ソース相互参照例</a:t>
            </a:r>
            <a:endParaRPr lang="ja-JP" altLang="en-US" sz="2800" dirty="0">
              <a:solidFill>
                <a:schemeClr val="tx1"/>
              </a:solidFill>
            </a:endParaRPr>
          </a:p>
        </p:txBody>
      </p:sp>
      <p:sp>
        <p:nvSpPr>
          <p:cNvPr id="3" name="フッター プレースホルダー 2">
            <a:extLst>
              <a:ext uri="{FF2B5EF4-FFF2-40B4-BE49-F238E27FC236}">
                <a16:creationId xmlns:a16="http://schemas.microsoft.com/office/drawing/2014/main" id="{A3500BB5-261F-E38A-5622-E7EFC7530725}"/>
              </a:ext>
            </a:extLst>
          </p:cNvPr>
          <p:cNvSpPr>
            <a:spLocks noGrp="1"/>
          </p:cNvSpPr>
          <p:nvPr>
            <p:ph type="ftr" sz="quarter" idx="11"/>
          </p:nvPr>
        </p:nvSpPr>
        <p:spPr>
          <a:xfrm>
            <a:off x="119336" y="6555804"/>
            <a:ext cx="5048251" cy="252264"/>
          </a:xfrm>
          <a:prstGeom prst="rect">
            <a:avLst/>
          </a:prstGeom>
        </p:spPr>
        <p:txBody>
          <a:bodyPr/>
          <a:lstStyle>
            <a:defPPr>
              <a:defRPr lang="en-US"/>
            </a:defPPr>
            <a:lvl1pPr algn="l" rtl="0" eaLnBrk="0" fontAlgn="base" hangingPunct="0">
              <a:spcBef>
                <a:spcPct val="0"/>
              </a:spcBef>
              <a:spcAft>
                <a:spcPct val="0"/>
              </a:spcAft>
              <a:defRPr kumimoji="1" sz="900" b="1" kern="1200">
                <a:solidFill>
                  <a:schemeClr val="tx1"/>
                </a:solidFill>
                <a:latin typeface="FOT-UD丸ゴ_ラージ Pr6 M" panose="02020400000000000000" pitchFamily="18" charset="-128"/>
                <a:ea typeface="FOT-UD丸ゴ_ラージ Pr6 M" panose="02020400000000000000" pitchFamily="18"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a:lstStyle>
          <a:p>
            <a:r>
              <a:rPr lang="en-US" altLang="ja-JP">
                <a:latin typeface="BIZ UDPゴシック" panose="020B0400000000000000" pitchFamily="50" charset="-128"/>
                <a:ea typeface="BIZ UDPゴシック" panose="020B0400000000000000" pitchFamily="50" charset="-128"/>
              </a:rPr>
              <a:t>Copyright 2025 </a:t>
            </a:r>
            <a:r>
              <a:rPr lang="ja-JP" altLang="en-US">
                <a:latin typeface="BIZ UDPゴシック" panose="020B0400000000000000" pitchFamily="50" charset="-128"/>
                <a:ea typeface="BIZ UDPゴシック" panose="020B0400000000000000" pitchFamily="50" charset="-128"/>
              </a:rPr>
              <a:t>アイデアクラフト </a:t>
            </a:r>
            <a:r>
              <a:rPr lang="en-US" altLang="ja-JP">
                <a:latin typeface="BIZ UDPゴシック" panose="020B0400000000000000" pitchFamily="50" charset="-128"/>
                <a:ea typeface="BIZ UDPゴシック" panose="020B0400000000000000" pitchFamily="50" charset="-128"/>
              </a:rPr>
              <a:t>Kaimai Mizuhiro</a:t>
            </a:r>
            <a:endParaRPr lang="ja-JP" altLang="en-US" dirty="0">
              <a:latin typeface="BIZ UDPゴシック" panose="020B0400000000000000" pitchFamily="50" charset="-128"/>
              <a:ea typeface="BIZ UDPゴシック" panose="020B0400000000000000" pitchFamily="50" charset="-128"/>
            </a:endParaRPr>
          </a:p>
        </p:txBody>
      </p:sp>
      <p:sp>
        <p:nvSpPr>
          <p:cNvPr id="7" name="スライド番号プレースホルダー 6">
            <a:extLst>
              <a:ext uri="{FF2B5EF4-FFF2-40B4-BE49-F238E27FC236}">
                <a16:creationId xmlns:a16="http://schemas.microsoft.com/office/drawing/2014/main" id="{40F66ED2-3566-D1D2-4536-94864DFDD807}"/>
              </a:ext>
            </a:extLst>
          </p:cNvPr>
          <p:cNvSpPr>
            <a:spLocks noGrp="1"/>
          </p:cNvSpPr>
          <p:nvPr>
            <p:ph type="sldNum" sz="quarter" idx="12"/>
          </p:nvPr>
        </p:nvSpPr>
        <p:spPr/>
        <p:txBody>
          <a:bodyPr/>
          <a:lstStyle/>
          <a:p>
            <a:fld id="{D2D8002D-B5B0-4BAC-B1F6-782DDCCE6D9C}" type="slidenum">
              <a:rPr kumimoji="1" lang="ja-JP" altLang="en-US" smtClean="0"/>
              <a:t>6</a:t>
            </a:fld>
            <a:endParaRPr kumimoji="1" lang="ja-JP" altLang="en-US"/>
          </a:p>
        </p:txBody>
      </p:sp>
      <p:sp>
        <p:nvSpPr>
          <p:cNvPr id="4" name="テキスト ボックス 3">
            <a:extLst>
              <a:ext uri="{FF2B5EF4-FFF2-40B4-BE49-F238E27FC236}">
                <a16:creationId xmlns:a16="http://schemas.microsoft.com/office/drawing/2014/main" id="{E6E96442-58B5-7BAD-96EA-0DA311E2801F}"/>
              </a:ext>
            </a:extLst>
          </p:cNvPr>
          <p:cNvSpPr txBox="1"/>
          <p:nvPr/>
        </p:nvSpPr>
        <p:spPr bwMode="auto">
          <a:xfrm>
            <a:off x="1127453" y="1052736"/>
            <a:ext cx="9577065"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kern="0">
                <a:latin typeface="BIZ UDPゴシック" panose="020B0400000000000000" pitchFamily="50" charset="-128"/>
                <a:ea typeface="BIZ UDPゴシック" panose="020B0400000000000000" pitchFamily="50" charset="-128"/>
              </a:rPr>
              <a:t>複数のソース </a:t>
            </a:r>
            <a:r>
              <a:rPr lang="en-US" altLang="ja-JP" kern="0">
                <a:latin typeface="BIZ UDPゴシック" panose="020B0400000000000000" pitchFamily="50" charset="-128"/>
                <a:ea typeface="BIZ UDPゴシック" panose="020B0400000000000000" pitchFamily="50" charset="-128"/>
              </a:rPr>
              <a:t>pptx </a:t>
            </a:r>
            <a:r>
              <a:rPr lang="ja-JP" altLang="en-US" kern="0">
                <a:latin typeface="BIZ UDPゴシック" panose="020B0400000000000000" pitchFamily="50" charset="-128"/>
                <a:ea typeface="BIZ UDPゴシック" panose="020B0400000000000000" pitchFamily="50" charset="-128"/>
              </a:rPr>
              <a:t>ファイルで相互参照を行う場合は </a:t>
            </a:r>
            <a:r>
              <a:rPr lang="en-US" altLang="ja-JP" kern="0">
                <a:latin typeface="BIZ UDPゴシック" panose="020B0400000000000000" pitchFamily="50" charset="-128"/>
                <a:ea typeface="BIZ UDPゴシック" panose="020B0400000000000000" pitchFamily="50" charset="-128"/>
              </a:rPr>
              <a:t>TARGETS </a:t>
            </a:r>
            <a:r>
              <a:rPr lang="ja-JP" altLang="en-US" kern="0">
                <a:latin typeface="BIZ UDPゴシック" panose="020B0400000000000000" pitchFamily="50" charset="-128"/>
                <a:ea typeface="BIZ UDPゴシック" panose="020B0400000000000000" pitchFamily="50" charset="-128"/>
              </a:rPr>
              <a:t>セクションに複数のソースを記載し、それに応じて </a:t>
            </a:r>
            <a:r>
              <a:rPr lang="en-US" altLang="ja-JP" kern="0">
                <a:latin typeface="BIZ UDPゴシック" panose="020B0400000000000000" pitchFamily="50" charset="-128"/>
                <a:ea typeface="BIZ UDPゴシック" panose="020B0400000000000000" pitchFamily="50" charset="-128"/>
              </a:rPr>
              <a:t>INDEXING, GENERATING </a:t>
            </a:r>
            <a:r>
              <a:rPr lang="ja-JP" altLang="en-US" kern="0">
                <a:latin typeface="BIZ UDPゴシック" panose="020B0400000000000000" pitchFamily="50" charset="-128"/>
                <a:ea typeface="BIZ UDPゴシック" panose="020B0400000000000000" pitchFamily="50" charset="-128"/>
              </a:rPr>
              <a:t>も複数化します</a:t>
            </a:r>
            <a:endParaRPr lang="ja-JP" altLang="en-US" kern="0" dirty="0">
              <a:latin typeface="BIZ UDPゴシック" panose="020B0400000000000000" pitchFamily="50" charset="-128"/>
              <a:ea typeface="BIZ UDPゴシック" panose="020B0400000000000000" pitchFamily="50" charset="-128"/>
            </a:endParaRPr>
          </a:p>
        </p:txBody>
      </p:sp>
      <p:sp>
        <p:nvSpPr>
          <p:cNvPr id="59" name="正方形/長方形 58">
            <a:extLst>
              <a:ext uri="{FF2B5EF4-FFF2-40B4-BE49-F238E27FC236}">
                <a16:creationId xmlns:a16="http://schemas.microsoft.com/office/drawing/2014/main" id="{6D59A1A0-AF76-5777-3071-F088E6F289D1}"/>
              </a:ext>
            </a:extLst>
          </p:cNvPr>
          <p:cNvSpPr/>
          <p:nvPr/>
        </p:nvSpPr>
        <p:spPr bwMode="auto">
          <a:xfrm>
            <a:off x="839416" y="1854386"/>
            <a:ext cx="4472187" cy="452694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fr-FR" altLang="ja-JP" sz="1200">
                <a:latin typeface="BIZ UDPゴシック" panose="020B0400000000000000" pitchFamily="50" charset="-128"/>
                <a:ea typeface="BIZ UDPゴシック" panose="020B0400000000000000" pitchFamily="50" charset="-128"/>
              </a:rPr>
              <a:t>VERSION: 1</a:t>
            </a:r>
          </a:p>
          <a:p>
            <a:pPr marL="0" marR="0" indent="0" defTabSz="914400" rtl="0" eaLnBrk="1" fontAlgn="base" latinLnBrk="0" hangingPunct="1">
              <a:lnSpc>
                <a:spcPct val="100000"/>
              </a:lnSpc>
              <a:spcBef>
                <a:spcPct val="0"/>
              </a:spcBef>
              <a:spcAft>
                <a:spcPct val="0"/>
              </a:spcAft>
              <a:buClrTx/>
              <a:buSzTx/>
              <a:buFontTx/>
              <a:buNone/>
              <a:tabLst/>
            </a:pPr>
            <a:r>
              <a:rPr lang="fr-FR" altLang="ja-JP" sz="1200">
                <a:latin typeface="BIZ UDPゴシック" panose="020B0400000000000000" pitchFamily="50" charset="-128"/>
                <a:ea typeface="BIZ UDPゴシック" panose="020B0400000000000000" pitchFamily="50" charset="-128"/>
              </a:rPr>
              <a:t>FOLDER: example/ex1 </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TARGETS:</a:t>
            </a:r>
          </a:p>
          <a:p>
            <a:pPr marL="0" marR="0" indent="0" defTabSz="914400" rtl="0" eaLnBrk="1" fontAlgn="base" latinLnBrk="0" hangingPunct="1">
              <a:lnSpc>
                <a:spcPct val="100000"/>
              </a:lnSpc>
              <a:spcBef>
                <a:spcPct val="0"/>
              </a:spcBef>
              <a:spcAft>
                <a:spcPct val="0"/>
              </a:spcAft>
              <a:buClrTx/>
              <a:buSzTx/>
              <a:buFontTx/>
              <a:buNone/>
              <a:tabLst/>
            </a:pPr>
            <a:r>
              <a:rPr lang="ja-JP" altLang="en-US" sz="1200">
                <a:latin typeface="BIZ UDPゴシック" panose="020B0400000000000000" pitchFamily="50" charset="-128"/>
                <a:ea typeface="BIZ UDPゴシック" panose="020B0400000000000000" pitchFamily="50" charset="-128"/>
              </a:rPr>
              <a:t>  </a:t>
            </a:r>
            <a:r>
              <a:rPr lang="en-US" altLang="ja-JP" sz="1200">
                <a:latin typeface="BIZ UDPゴシック" panose="020B0400000000000000" pitchFamily="50" charset="-128"/>
                <a:ea typeface="BIZ UDPゴシック" panose="020B0400000000000000" pitchFamily="50" charset="-128"/>
              </a:rPr>
              <a:t>A: SourcefileA</a:t>
            </a:r>
          </a:p>
          <a:p>
            <a:pPr marL="0" marR="0" indent="0" defTabSz="914400" rtl="0" eaLnBrk="1" fontAlgn="base" latinLnBrk="0" hangingPunct="1">
              <a:lnSpc>
                <a:spcPct val="100000"/>
              </a:lnSpc>
              <a:spcBef>
                <a:spcPct val="0"/>
              </a:spcBef>
              <a:spcAft>
                <a:spcPct val="0"/>
              </a:spcAft>
              <a:buClrTx/>
              <a:buSzTx/>
              <a:buFontTx/>
              <a:buNone/>
              <a:tabLst/>
            </a:pPr>
            <a:r>
              <a:rPr lang="ja-JP" altLang="en-US" sz="1200">
                <a:latin typeface="BIZ UDPゴシック" panose="020B0400000000000000" pitchFamily="50" charset="-128"/>
                <a:ea typeface="BIZ UDPゴシック" panose="020B0400000000000000" pitchFamily="50" charset="-128"/>
              </a:rPr>
              <a:t>  </a:t>
            </a:r>
            <a:r>
              <a:rPr lang="en-US" altLang="ja-JP" sz="1200">
                <a:latin typeface="BIZ UDPゴシック" panose="020B0400000000000000" pitchFamily="50" charset="-128"/>
                <a:ea typeface="BIZ UDPゴシック" panose="020B0400000000000000" pitchFamily="50" charset="-128"/>
              </a:rPr>
              <a:t>B: C:\folder\SourcefileB</a:t>
            </a:r>
          </a:p>
          <a:p>
            <a:pPr marL="0" marR="0" indent="0" defTabSz="914400" rtl="0" eaLnBrk="1" fontAlgn="base" latinLnBrk="0" hangingPunct="1">
              <a:lnSpc>
                <a:spcPct val="10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INDEXING:</a:t>
            </a:r>
          </a:p>
          <a:p>
            <a:pPr eaLnBrk="1" hangingPunct="1"/>
            <a:r>
              <a:rPr lang="en-US" altLang="ja-JP" sz="1200">
                <a:latin typeface="BIZ UDPゴシック" panose="020B0400000000000000" pitchFamily="50" charset="-128"/>
                <a:ea typeface="BIZ UDPゴシック" panose="020B0400000000000000" pitchFamily="50" charset="-128"/>
              </a:rPr>
              <a:t>  - INDEX: &lt;A:_index&gt;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&lt;A:_source&gt;</a:t>
            </a:r>
          </a:p>
          <a:p>
            <a:pPr eaLnBrk="1" hangingPunct="1"/>
            <a:r>
              <a:rPr lang="en-US" altLang="ja-JP" sz="1200">
                <a:latin typeface="BIZ UDPゴシック" panose="020B0400000000000000" pitchFamily="50" charset="-128"/>
                <a:ea typeface="BIZ UDPゴシック" panose="020B0400000000000000" pitchFamily="50" charset="-128"/>
              </a:rPr>
              <a:t>  - INDEX: &lt;B:_index&gt;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&lt;B:_source&gt;</a:t>
            </a:r>
          </a:p>
          <a:p>
            <a:pPr marL="0" marR="0" indent="0" defTabSz="914400" rtl="0" eaLnBrk="1" fontAlgn="base" latinLnBrk="0" hangingPunct="1">
              <a:lnSpc>
                <a:spcPct val="10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GENERATING:</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GENERATE: &lt;A&gt;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&lt;A:_source&gt;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INDEX:</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&lt;A:index&gt;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&lt;B:index&gt;</a:t>
            </a:r>
          </a:p>
          <a:p>
            <a:pPr marL="0" marR="0" indent="0" defTabSz="914400" rtl="0" eaLnBrk="1" fontAlgn="base" latinLnBrk="0" hangingPunct="1">
              <a:lnSpc>
                <a:spcPct val="10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GENERATE : &lt;B&gt;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&lt;B:_source&gt;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INDEX:</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&lt;A:index&gt;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&lt;B:index&gt;</a:t>
            </a:r>
          </a:p>
          <a:p>
            <a:pPr marL="0" marR="0" indent="0" defTabSz="914400" rtl="0" eaLnBrk="1" fontAlgn="base" latinLnBrk="0" hangingPunct="1">
              <a:lnSpc>
                <a:spcPct val="10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p:txBody>
      </p:sp>
      <p:cxnSp>
        <p:nvCxnSpPr>
          <p:cNvPr id="60" name="直線矢印コネクタ 59">
            <a:extLst>
              <a:ext uri="{FF2B5EF4-FFF2-40B4-BE49-F238E27FC236}">
                <a16:creationId xmlns:a16="http://schemas.microsoft.com/office/drawing/2014/main" id="{5BDDDB5E-FBAA-75F3-0C8C-2910AC3FF47A}"/>
              </a:ext>
            </a:extLst>
          </p:cNvPr>
          <p:cNvCxnSpPr>
            <a:cxnSpLocks/>
            <a:stCxn id="61" idx="1"/>
          </p:cNvCxnSpPr>
          <p:nvPr/>
        </p:nvCxnSpPr>
        <p:spPr bwMode="auto">
          <a:xfrm flipH="1" flipV="1">
            <a:off x="2927648" y="3280272"/>
            <a:ext cx="2808312" cy="88908"/>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61" name="テキスト ボックス 60">
            <a:extLst>
              <a:ext uri="{FF2B5EF4-FFF2-40B4-BE49-F238E27FC236}">
                <a16:creationId xmlns:a16="http://schemas.microsoft.com/office/drawing/2014/main" id="{B29F5A34-F2FE-05F5-9C60-29C0076848C3}"/>
              </a:ext>
            </a:extLst>
          </p:cNvPr>
          <p:cNvSpPr txBox="1"/>
          <p:nvPr/>
        </p:nvSpPr>
        <p:spPr bwMode="auto">
          <a:xfrm>
            <a:off x="5735960" y="3046014"/>
            <a:ext cx="417646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latin typeface="BIZ UDPゴシック" panose="020B0400000000000000" pitchFamily="50" charset="-128"/>
                <a:ea typeface="BIZ UDPゴシック" panose="020B0400000000000000" pitchFamily="50" charset="-128"/>
              </a:rPr>
              <a:t>TARGETS: </a:t>
            </a:r>
            <a:r>
              <a:rPr lang="ja-JP" altLang="en-US" sz="1200">
                <a:latin typeface="BIZ UDPゴシック" panose="020B0400000000000000" pitchFamily="50" charset="-128"/>
                <a:ea typeface="BIZ UDPゴシック" panose="020B0400000000000000" pitchFamily="50" charset="-128"/>
              </a:rPr>
              <a:t>に指定した個別ファイルごとに </a:t>
            </a:r>
            <a:r>
              <a:rPr lang="en-US" altLang="ja-JP" sz="1200">
                <a:latin typeface="BIZ UDPゴシック" panose="020B0400000000000000" pitchFamily="50" charset="-128"/>
                <a:ea typeface="BIZ UDPゴシック" panose="020B0400000000000000" pitchFamily="50" charset="-128"/>
              </a:rPr>
              <a:t>INDEX </a:t>
            </a:r>
            <a:r>
              <a:rPr lang="ja-JP" altLang="en-US" sz="1200">
                <a:latin typeface="BIZ UDPゴシック" panose="020B0400000000000000" pitchFamily="50" charset="-128"/>
                <a:ea typeface="BIZ UDPゴシック" panose="020B0400000000000000" pitchFamily="50" charset="-128"/>
              </a:rPr>
              <a:t>パラメータを指定する。　通常このように識別コードを使ったパターンを繰り返すだけ。</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68" name="直線矢印コネクタ 67">
            <a:extLst>
              <a:ext uri="{FF2B5EF4-FFF2-40B4-BE49-F238E27FC236}">
                <a16:creationId xmlns:a16="http://schemas.microsoft.com/office/drawing/2014/main" id="{A74E4AD1-9D3D-9414-A3FD-C4C5B8EA6C59}"/>
              </a:ext>
            </a:extLst>
          </p:cNvPr>
          <p:cNvCxnSpPr>
            <a:cxnSpLocks/>
          </p:cNvCxnSpPr>
          <p:nvPr/>
        </p:nvCxnSpPr>
        <p:spPr bwMode="auto">
          <a:xfrm flipH="1">
            <a:off x="2639616" y="4174001"/>
            <a:ext cx="3096344" cy="216024"/>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69" name="テキスト ボックス 68">
            <a:extLst>
              <a:ext uri="{FF2B5EF4-FFF2-40B4-BE49-F238E27FC236}">
                <a16:creationId xmlns:a16="http://schemas.microsoft.com/office/drawing/2014/main" id="{E28DF504-5973-0ED5-21C0-6074B19710DA}"/>
              </a:ext>
            </a:extLst>
          </p:cNvPr>
          <p:cNvSpPr txBox="1"/>
          <p:nvPr/>
        </p:nvSpPr>
        <p:spPr bwMode="auto">
          <a:xfrm>
            <a:off x="5735960" y="3987062"/>
            <a:ext cx="447218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latin typeface="BIZ UDPゴシック" panose="020B0400000000000000" pitchFamily="50" charset="-128"/>
                <a:ea typeface="BIZ UDPゴシック" panose="020B0400000000000000" pitchFamily="50" charset="-128"/>
              </a:rPr>
              <a:t>TARGETS: </a:t>
            </a:r>
            <a:r>
              <a:rPr lang="ja-JP" altLang="en-US" sz="1200">
                <a:latin typeface="BIZ UDPゴシック" panose="020B0400000000000000" pitchFamily="50" charset="-128"/>
                <a:ea typeface="BIZ UDPゴシック" panose="020B0400000000000000" pitchFamily="50" charset="-128"/>
              </a:rPr>
              <a:t>に指定した個別ファイルごとに </a:t>
            </a:r>
            <a:r>
              <a:rPr lang="en-US" altLang="ja-JP" sz="1200">
                <a:latin typeface="BIZ UDPゴシック" panose="020B0400000000000000" pitchFamily="50" charset="-128"/>
                <a:ea typeface="BIZ UDPゴシック" panose="020B0400000000000000" pitchFamily="50" charset="-128"/>
              </a:rPr>
              <a:t>GENERATING </a:t>
            </a:r>
            <a:r>
              <a:rPr lang="ja-JP" altLang="en-US" sz="1200">
                <a:latin typeface="BIZ UDPゴシック" panose="020B0400000000000000" pitchFamily="50" charset="-128"/>
                <a:ea typeface="BIZ UDPゴシック" panose="020B0400000000000000" pitchFamily="50" charset="-128"/>
              </a:rPr>
              <a:t>パラメータを指定する。　これも識別コードを使ったパターンを繰り返すことが多い</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72" name="直線矢印コネクタ 71">
            <a:extLst>
              <a:ext uri="{FF2B5EF4-FFF2-40B4-BE49-F238E27FC236}">
                <a16:creationId xmlns:a16="http://schemas.microsoft.com/office/drawing/2014/main" id="{728813FE-8770-7C83-50C8-E700CA9E757F}"/>
              </a:ext>
            </a:extLst>
          </p:cNvPr>
          <p:cNvCxnSpPr>
            <a:cxnSpLocks/>
          </p:cNvCxnSpPr>
          <p:nvPr/>
        </p:nvCxnSpPr>
        <p:spPr bwMode="auto">
          <a:xfrm flipH="1">
            <a:off x="2351584" y="2517817"/>
            <a:ext cx="3312368" cy="72008"/>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73" name="テキスト ボックス 72">
            <a:extLst>
              <a:ext uri="{FF2B5EF4-FFF2-40B4-BE49-F238E27FC236}">
                <a16:creationId xmlns:a16="http://schemas.microsoft.com/office/drawing/2014/main" id="{5EFE98A1-9E38-C0D1-E20F-D0DD4D874482}"/>
              </a:ext>
            </a:extLst>
          </p:cNvPr>
          <p:cNvSpPr txBox="1"/>
          <p:nvPr/>
        </p:nvSpPr>
        <p:spPr bwMode="auto">
          <a:xfrm>
            <a:off x="5735960" y="2372346"/>
            <a:ext cx="44721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latin typeface="BIZ UDPゴシック" panose="020B0400000000000000" pitchFamily="50" charset="-128"/>
                <a:ea typeface="BIZ UDPゴシック" panose="020B0400000000000000" pitchFamily="50" charset="-128"/>
              </a:rPr>
              <a:t>TARGETS: </a:t>
            </a:r>
            <a:r>
              <a:rPr lang="ja-JP" altLang="en-US" sz="1200">
                <a:latin typeface="BIZ UDPゴシック" panose="020B0400000000000000" pitchFamily="50" charset="-128"/>
                <a:ea typeface="BIZ UDPゴシック" panose="020B0400000000000000" pitchFamily="50" charset="-128"/>
              </a:rPr>
              <a:t>に識別コードを変えて複数のファイル名を書く。</a:t>
            </a:r>
            <a:endParaRPr lang="en-US" altLang="ja-JP" sz="1200">
              <a:latin typeface="BIZ UDPゴシック" panose="020B0400000000000000" pitchFamily="50" charset="-128"/>
              <a:ea typeface="BIZ UDPゴシック" panose="020B0400000000000000" pitchFamily="50" charset="-128"/>
            </a:endParaRPr>
          </a:p>
          <a:p>
            <a:pPr algn="l"/>
            <a:r>
              <a:rPr lang="ja-JP" altLang="en-US" sz="1200">
                <a:latin typeface="BIZ UDPゴシック" panose="020B0400000000000000" pitchFamily="50" charset="-128"/>
                <a:ea typeface="BIZ UDPゴシック" panose="020B0400000000000000" pitchFamily="50" charset="-128"/>
              </a:rPr>
              <a:t>フルパスで書くこともできる。拡張子は省略できる。</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79" name="直線矢印コネクタ 78">
            <a:extLst>
              <a:ext uri="{FF2B5EF4-FFF2-40B4-BE49-F238E27FC236}">
                <a16:creationId xmlns:a16="http://schemas.microsoft.com/office/drawing/2014/main" id="{A044CA10-39FF-C413-42F7-A32BB7883DD7}"/>
              </a:ext>
            </a:extLst>
          </p:cNvPr>
          <p:cNvCxnSpPr>
            <a:cxnSpLocks/>
          </p:cNvCxnSpPr>
          <p:nvPr/>
        </p:nvCxnSpPr>
        <p:spPr bwMode="auto">
          <a:xfrm flipH="1">
            <a:off x="3287688" y="2589825"/>
            <a:ext cx="2376264" cy="138537"/>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83" name="直線矢印コネクタ 82">
            <a:extLst>
              <a:ext uri="{FF2B5EF4-FFF2-40B4-BE49-F238E27FC236}">
                <a16:creationId xmlns:a16="http://schemas.microsoft.com/office/drawing/2014/main" id="{172F3A48-4F29-000E-21A9-E014F5848788}"/>
              </a:ext>
            </a:extLst>
          </p:cNvPr>
          <p:cNvCxnSpPr>
            <a:cxnSpLocks/>
            <a:stCxn id="61" idx="1"/>
          </p:cNvCxnSpPr>
          <p:nvPr/>
        </p:nvCxnSpPr>
        <p:spPr bwMode="auto">
          <a:xfrm flipH="1">
            <a:off x="2927648" y="3369180"/>
            <a:ext cx="2808312" cy="313774"/>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89" name="テキスト ボックス 88">
            <a:extLst>
              <a:ext uri="{FF2B5EF4-FFF2-40B4-BE49-F238E27FC236}">
                <a16:creationId xmlns:a16="http://schemas.microsoft.com/office/drawing/2014/main" id="{A4AF6773-A830-E27E-20EB-A184D8DB2AB4}"/>
              </a:ext>
            </a:extLst>
          </p:cNvPr>
          <p:cNvSpPr txBox="1"/>
          <p:nvPr/>
        </p:nvSpPr>
        <p:spPr bwMode="auto">
          <a:xfrm>
            <a:off x="5735960" y="4702197"/>
            <a:ext cx="44721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solidFill>
                  <a:srgbClr val="FF0000"/>
                </a:solidFill>
                <a:latin typeface="BIZ UDPゴシック" panose="020B0400000000000000" pitchFamily="50" charset="-128"/>
                <a:ea typeface="BIZ UDPゴシック" panose="020B0400000000000000" pitchFamily="50" charset="-128"/>
              </a:rPr>
              <a:t>相互参照をする場合は </a:t>
            </a:r>
            <a:r>
              <a:rPr lang="en-US" altLang="ja-JP" sz="1200">
                <a:solidFill>
                  <a:srgbClr val="FF0000"/>
                </a:solidFill>
                <a:latin typeface="BIZ UDPゴシック" panose="020B0400000000000000" pitchFamily="50" charset="-128"/>
                <a:ea typeface="BIZ UDPゴシック" panose="020B0400000000000000" pitchFamily="50" charset="-128"/>
              </a:rPr>
              <a:t>INDEX </a:t>
            </a:r>
            <a:r>
              <a:rPr lang="ja-JP" altLang="en-US" sz="1200">
                <a:solidFill>
                  <a:srgbClr val="FF0000"/>
                </a:solidFill>
                <a:latin typeface="BIZ UDPゴシック" panose="020B0400000000000000" pitchFamily="50" charset="-128"/>
                <a:ea typeface="BIZ UDPゴシック" panose="020B0400000000000000" pitchFamily="50" charset="-128"/>
              </a:rPr>
              <a:t>を複数指定しなければならない</a:t>
            </a:r>
            <a:endParaRPr kumimoji="1" lang="ja-JP" altLang="en-US" sz="1200">
              <a:solidFill>
                <a:srgbClr val="FF0000"/>
              </a:solidFill>
              <a:latin typeface="BIZ UDPゴシック" panose="020B0400000000000000" pitchFamily="50" charset="-128"/>
              <a:ea typeface="BIZ UDPゴシック" panose="020B0400000000000000" pitchFamily="50" charset="-128"/>
            </a:endParaRPr>
          </a:p>
        </p:txBody>
      </p:sp>
      <p:cxnSp>
        <p:nvCxnSpPr>
          <p:cNvPr id="90" name="直線矢印コネクタ 89">
            <a:extLst>
              <a:ext uri="{FF2B5EF4-FFF2-40B4-BE49-F238E27FC236}">
                <a16:creationId xmlns:a16="http://schemas.microsoft.com/office/drawing/2014/main" id="{3D17C229-41F2-B776-CBC7-A5E0AEF16EAF}"/>
              </a:ext>
            </a:extLst>
          </p:cNvPr>
          <p:cNvCxnSpPr>
            <a:cxnSpLocks/>
          </p:cNvCxnSpPr>
          <p:nvPr/>
        </p:nvCxnSpPr>
        <p:spPr bwMode="auto">
          <a:xfrm flipH="1">
            <a:off x="2423592" y="4840734"/>
            <a:ext cx="3312368" cy="162877"/>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92" name="直線矢印コネクタ 91">
            <a:extLst>
              <a:ext uri="{FF2B5EF4-FFF2-40B4-BE49-F238E27FC236}">
                <a16:creationId xmlns:a16="http://schemas.microsoft.com/office/drawing/2014/main" id="{BFB9D76D-B3AA-BFB1-3042-41A680C82EED}"/>
              </a:ext>
            </a:extLst>
          </p:cNvPr>
          <p:cNvCxnSpPr>
            <a:cxnSpLocks/>
          </p:cNvCxnSpPr>
          <p:nvPr/>
        </p:nvCxnSpPr>
        <p:spPr bwMode="auto">
          <a:xfrm flipH="1">
            <a:off x="2495600" y="4215102"/>
            <a:ext cx="3240360" cy="1158727"/>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94" name="直線矢印コネクタ 93">
            <a:extLst>
              <a:ext uri="{FF2B5EF4-FFF2-40B4-BE49-F238E27FC236}">
                <a16:creationId xmlns:a16="http://schemas.microsoft.com/office/drawing/2014/main" id="{AB99443A-C661-1A98-4276-E037CC8D6765}"/>
              </a:ext>
            </a:extLst>
          </p:cNvPr>
          <p:cNvCxnSpPr>
            <a:cxnSpLocks/>
          </p:cNvCxnSpPr>
          <p:nvPr/>
        </p:nvCxnSpPr>
        <p:spPr bwMode="auto">
          <a:xfrm flipH="1">
            <a:off x="2351584" y="4871629"/>
            <a:ext cx="3384376" cy="1149659"/>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Tree>
    <p:extLst>
      <p:ext uri="{BB962C8B-B14F-4D97-AF65-F5344CB8AC3E}">
        <p14:creationId xmlns:p14="http://schemas.microsoft.com/office/powerpoint/2010/main" val="3230237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2DABF-733B-1CA3-0C23-F11C7FF903E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9DDEC1-0AC4-540B-6768-4292632733D9}"/>
              </a:ext>
            </a:extLst>
          </p:cNvPr>
          <p:cNvSpPr>
            <a:spLocks noGrp="1"/>
          </p:cNvSpPr>
          <p:nvPr>
            <p:ph type="title"/>
          </p:nvPr>
        </p:nvSpPr>
        <p:spPr>
          <a:xfrm>
            <a:off x="898656" y="260648"/>
            <a:ext cx="10957984" cy="576061"/>
          </a:xfrm>
        </p:spPr>
        <p:txBody>
          <a:bodyPr/>
          <a:lstStyle/>
          <a:p>
            <a:r>
              <a:rPr lang="ja-JP" altLang="en-US" sz="2800">
                <a:solidFill>
                  <a:schemeClr val="tx1"/>
                </a:solidFill>
              </a:rPr>
              <a:t>パラメータファイルの書き方： </a:t>
            </a:r>
            <a:r>
              <a:rPr lang="en-US" altLang="ja-JP" sz="2800">
                <a:solidFill>
                  <a:schemeClr val="tx1"/>
                </a:solidFill>
              </a:rPr>
              <a:t>#CSP#, #CSL# </a:t>
            </a:r>
            <a:r>
              <a:rPr lang="ja-JP" altLang="en-US" sz="2800">
                <a:solidFill>
                  <a:schemeClr val="tx1"/>
                </a:solidFill>
              </a:rPr>
              <a:t>の使用</a:t>
            </a:r>
            <a:endParaRPr lang="ja-JP" altLang="en-US" sz="2800" dirty="0">
              <a:solidFill>
                <a:schemeClr val="tx1"/>
              </a:solidFill>
            </a:endParaRPr>
          </a:p>
        </p:txBody>
      </p:sp>
      <p:sp>
        <p:nvSpPr>
          <p:cNvPr id="3" name="フッター プレースホルダー 2">
            <a:extLst>
              <a:ext uri="{FF2B5EF4-FFF2-40B4-BE49-F238E27FC236}">
                <a16:creationId xmlns:a16="http://schemas.microsoft.com/office/drawing/2014/main" id="{A3500BB5-261F-E38A-5622-E7EFC7530725}"/>
              </a:ext>
            </a:extLst>
          </p:cNvPr>
          <p:cNvSpPr>
            <a:spLocks noGrp="1"/>
          </p:cNvSpPr>
          <p:nvPr>
            <p:ph type="ftr" sz="quarter" idx="11"/>
          </p:nvPr>
        </p:nvSpPr>
        <p:spPr>
          <a:xfrm>
            <a:off x="119336" y="6555804"/>
            <a:ext cx="5048251" cy="252264"/>
          </a:xfrm>
          <a:prstGeom prst="rect">
            <a:avLst/>
          </a:prstGeom>
        </p:spPr>
        <p:txBody>
          <a:bodyPr/>
          <a:lstStyle>
            <a:defPPr>
              <a:defRPr lang="en-US"/>
            </a:defPPr>
            <a:lvl1pPr algn="l" rtl="0" eaLnBrk="0" fontAlgn="base" hangingPunct="0">
              <a:spcBef>
                <a:spcPct val="0"/>
              </a:spcBef>
              <a:spcAft>
                <a:spcPct val="0"/>
              </a:spcAft>
              <a:defRPr kumimoji="1" sz="900" b="1" kern="1200">
                <a:solidFill>
                  <a:schemeClr val="tx1"/>
                </a:solidFill>
                <a:latin typeface="FOT-UD丸ゴ_ラージ Pr6 M" panose="02020400000000000000" pitchFamily="18" charset="-128"/>
                <a:ea typeface="FOT-UD丸ゴ_ラージ Pr6 M" panose="02020400000000000000" pitchFamily="18"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a:lstStyle>
          <a:p>
            <a:r>
              <a:rPr lang="en-US" altLang="ja-JP">
                <a:latin typeface="BIZ UDPゴシック" panose="020B0400000000000000" pitchFamily="50" charset="-128"/>
                <a:ea typeface="BIZ UDPゴシック" panose="020B0400000000000000" pitchFamily="50" charset="-128"/>
              </a:rPr>
              <a:t>Copyright 2025 </a:t>
            </a:r>
            <a:r>
              <a:rPr lang="ja-JP" altLang="en-US">
                <a:latin typeface="BIZ UDPゴシック" panose="020B0400000000000000" pitchFamily="50" charset="-128"/>
                <a:ea typeface="BIZ UDPゴシック" panose="020B0400000000000000" pitchFamily="50" charset="-128"/>
              </a:rPr>
              <a:t>アイデアクラフト </a:t>
            </a:r>
            <a:r>
              <a:rPr lang="en-US" altLang="ja-JP">
                <a:latin typeface="BIZ UDPゴシック" panose="020B0400000000000000" pitchFamily="50" charset="-128"/>
                <a:ea typeface="BIZ UDPゴシック" panose="020B0400000000000000" pitchFamily="50" charset="-128"/>
              </a:rPr>
              <a:t>Kaimai Mizuhiro</a:t>
            </a:r>
            <a:endParaRPr lang="ja-JP" altLang="en-US" dirty="0">
              <a:latin typeface="BIZ UDPゴシック" panose="020B0400000000000000" pitchFamily="50" charset="-128"/>
              <a:ea typeface="BIZ UDPゴシック" panose="020B0400000000000000" pitchFamily="50" charset="-128"/>
            </a:endParaRPr>
          </a:p>
        </p:txBody>
      </p:sp>
      <p:sp>
        <p:nvSpPr>
          <p:cNvPr id="7" name="スライド番号プレースホルダー 6">
            <a:extLst>
              <a:ext uri="{FF2B5EF4-FFF2-40B4-BE49-F238E27FC236}">
                <a16:creationId xmlns:a16="http://schemas.microsoft.com/office/drawing/2014/main" id="{40F66ED2-3566-D1D2-4536-94864DFDD807}"/>
              </a:ext>
            </a:extLst>
          </p:cNvPr>
          <p:cNvSpPr>
            <a:spLocks noGrp="1"/>
          </p:cNvSpPr>
          <p:nvPr>
            <p:ph type="sldNum" sz="quarter" idx="12"/>
          </p:nvPr>
        </p:nvSpPr>
        <p:spPr/>
        <p:txBody>
          <a:bodyPr/>
          <a:lstStyle/>
          <a:p>
            <a:fld id="{D2D8002D-B5B0-4BAC-B1F6-782DDCCE6D9C}" type="slidenum">
              <a:rPr kumimoji="1" lang="ja-JP" altLang="en-US" smtClean="0"/>
              <a:t>7</a:t>
            </a:fld>
            <a:endParaRPr kumimoji="1" lang="ja-JP" altLang="en-US"/>
          </a:p>
        </p:txBody>
      </p:sp>
      <p:sp>
        <p:nvSpPr>
          <p:cNvPr id="4" name="テキスト ボックス 3">
            <a:extLst>
              <a:ext uri="{FF2B5EF4-FFF2-40B4-BE49-F238E27FC236}">
                <a16:creationId xmlns:a16="http://schemas.microsoft.com/office/drawing/2014/main" id="{E6E96442-58B5-7BAD-96EA-0DA311E2801F}"/>
              </a:ext>
            </a:extLst>
          </p:cNvPr>
          <p:cNvSpPr txBox="1"/>
          <p:nvPr/>
        </p:nvSpPr>
        <p:spPr bwMode="auto">
          <a:xfrm>
            <a:off x="1127453" y="1052736"/>
            <a:ext cx="9577065"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en-US" altLang="ja-JP" kern="0">
                <a:latin typeface="BIZ UDPゴシック" panose="020B0400000000000000" pitchFamily="50" charset="-128"/>
                <a:ea typeface="BIZ UDPゴシック" panose="020B0400000000000000" pitchFamily="50" charset="-128"/>
              </a:rPr>
              <a:t>#CSL# </a:t>
            </a:r>
            <a:r>
              <a:rPr lang="ja-JP" altLang="en-US" kern="0">
                <a:latin typeface="BIZ UDPゴシック" panose="020B0400000000000000" pitchFamily="50" charset="-128"/>
                <a:ea typeface="BIZ UDPゴシック" panose="020B0400000000000000" pitchFamily="50" charset="-128"/>
              </a:rPr>
              <a:t>または </a:t>
            </a:r>
            <a:r>
              <a:rPr lang="en-US" altLang="ja-JP" kern="0">
                <a:latin typeface="BIZ UDPゴシック" panose="020B0400000000000000" pitchFamily="50" charset="-128"/>
                <a:ea typeface="BIZ UDPゴシック" panose="020B0400000000000000" pitchFamily="50" charset="-128"/>
              </a:rPr>
              <a:t>#CSP# </a:t>
            </a:r>
            <a:r>
              <a:rPr lang="ja-JP" altLang="en-US" kern="0">
                <a:latin typeface="BIZ UDPゴシック" panose="020B0400000000000000" pitchFamily="50" charset="-128"/>
                <a:ea typeface="BIZ UDPゴシック" panose="020B0400000000000000" pitchFamily="50" charset="-128"/>
              </a:rPr>
              <a:t>を使用する場合は、</a:t>
            </a:r>
            <a:r>
              <a:rPr lang="en-US" altLang="ja-JP" kern="0">
                <a:latin typeface="BIZ UDPゴシック" panose="020B0400000000000000" pitchFamily="50" charset="-128"/>
                <a:ea typeface="BIZ UDPゴシック" panose="020B0400000000000000" pitchFamily="50" charset="-128"/>
              </a:rPr>
              <a:t>GENERATING </a:t>
            </a:r>
            <a:r>
              <a:rPr lang="ja-JP" altLang="en-US" kern="0">
                <a:latin typeface="BIZ UDPゴシック" panose="020B0400000000000000" pitchFamily="50" charset="-128"/>
                <a:ea typeface="BIZ UDPゴシック" panose="020B0400000000000000" pitchFamily="50" charset="-128"/>
              </a:rPr>
              <a:t>セクションでその指定を行う</a:t>
            </a:r>
            <a:endParaRPr lang="ja-JP" altLang="en-US" kern="0" dirty="0">
              <a:latin typeface="BIZ UDPゴシック" panose="020B0400000000000000" pitchFamily="50" charset="-128"/>
              <a:ea typeface="BIZ UDPゴシック" panose="020B0400000000000000" pitchFamily="50" charset="-128"/>
            </a:endParaRPr>
          </a:p>
        </p:txBody>
      </p:sp>
      <p:sp>
        <p:nvSpPr>
          <p:cNvPr id="59" name="正方形/長方形 58">
            <a:extLst>
              <a:ext uri="{FF2B5EF4-FFF2-40B4-BE49-F238E27FC236}">
                <a16:creationId xmlns:a16="http://schemas.microsoft.com/office/drawing/2014/main" id="{6D59A1A0-AF76-5777-3071-F088E6F289D1}"/>
              </a:ext>
            </a:extLst>
          </p:cNvPr>
          <p:cNvSpPr/>
          <p:nvPr/>
        </p:nvSpPr>
        <p:spPr bwMode="auto">
          <a:xfrm>
            <a:off x="839416" y="1863874"/>
            <a:ext cx="4472187" cy="452694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fr-FR" altLang="ja-JP" sz="1200">
                <a:latin typeface="BIZ UDPゴシック" panose="020B0400000000000000" pitchFamily="50" charset="-128"/>
                <a:ea typeface="BIZ UDPゴシック" panose="020B0400000000000000" pitchFamily="50" charset="-128"/>
              </a:rPr>
              <a:t>VERSION: 1</a:t>
            </a:r>
          </a:p>
          <a:p>
            <a:pPr marL="0" marR="0" indent="0" defTabSz="914400" rtl="0" eaLnBrk="1" fontAlgn="base" latinLnBrk="0" hangingPunct="1">
              <a:lnSpc>
                <a:spcPct val="100000"/>
              </a:lnSpc>
              <a:spcBef>
                <a:spcPct val="0"/>
              </a:spcBef>
              <a:spcAft>
                <a:spcPct val="0"/>
              </a:spcAft>
              <a:buClrTx/>
              <a:buSzTx/>
              <a:buFontTx/>
              <a:buNone/>
              <a:tabLst/>
            </a:pPr>
            <a:r>
              <a:rPr lang="fr-FR" altLang="ja-JP" sz="1200">
                <a:latin typeface="BIZ UDPゴシック" panose="020B0400000000000000" pitchFamily="50" charset="-128"/>
                <a:ea typeface="BIZ UDPゴシック" panose="020B0400000000000000" pitchFamily="50" charset="-128"/>
              </a:rPr>
              <a:t>FOLDER: example/ex1 </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TARGETS:</a:t>
            </a:r>
          </a:p>
          <a:p>
            <a:pPr marL="0" marR="0" indent="0" defTabSz="914400" rtl="0" eaLnBrk="1" fontAlgn="base" latinLnBrk="0" hangingPunct="1">
              <a:lnSpc>
                <a:spcPct val="100000"/>
              </a:lnSpc>
              <a:spcBef>
                <a:spcPct val="0"/>
              </a:spcBef>
              <a:spcAft>
                <a:spcPct val="0"/>
              </a:spcAft>
              <a:buClrTx/>
              <a:buSzTx/>
              <a:buFontTx/>
              <a:buNone/>
              <a:tabLst/>
            </a:pPr>
            <a:r>
              <a:rPr lang="ja-JP" altLang="en-US" sz="1200">
                <a:latin typeface="BIZ UDPゴシック" panose="020B0400000000000000" pitchFamily="50" charset="-128"/>
                <a:ea typeface="BIZ UDPゴシック" panose="020B0400000000000000" pitchFamily="50" charset="-128"/>
              </a:rPr>
              <a:t>  </a:t>
            </a:r>
            <a:r>
              <a:rPr lang="en-US" altLang="ja-JP" sz="1200">
                <a:latin typeface="BIZ UDPゴシック" panose="020B0400000000000000" pitchFamily="50" charset="-128"/>
                <a:ea typeface="BIZ UDPゴシック" panose="020B0400000000000000" pitchFamily="50" charset="-128"/>
              </a:rPr>
              <a:t>A: SourcefileA</a:t>
            </a:r>
          </a:p>
          <a:p>
            <a:pPr marL="0" marR="0" indent="0" defTabSz="914400" rtl="0" eaLnBrk="1" fontAlgn="base" latinLnBrk="0" hangingPunct="1">
              <a:lnSpc>
                <a:spcPct val="10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INDEXING:</a:t>
            </a:r>
          </a:p>
          <a:p>
            <a:pPr eaLnBrk="1" hangingPunct="1"/>
            <a:r>
              <a:rPr lang="en-US" altLang="ja-JP" sz="1200">
                <a:latin typeface="BIZ UDPゴシック" panose="020B0400000000000000" pitchFamily="50" charset="-128"/>
                <a:ea typeface="BIZ UDPゴシック" panose="020B0400000000000000" pitchFamily="50" charset="-128"/>
              </a:rPr>
              <a:t>  - INDEX: &lt;A:_index&gt;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&lt;A:_source&gt;</a:t>
            </a:r>
          </a:p>
          <a:p>
            <a:pPr marL="0" marR="0" indent="0" defTabSz="914400" rtl="0" eaLnBrk="1" fontAlgn="base" latinLnBrk="0" hangingPunct="1">
              <a:lnSpc>
                <a:spcPct val="100000"/>
              </a:lnSpc>
              <a:spcBef>
                <a:spcPct val="0"/>
              </a:spcBef>
              <a:spcAft>
                <a:spcPct val="0"/>
              </a:spcAft>
              <a:buClrTx/>
              <a:buSzTx/>
              <a:buFontTx/>
              <a:buNone/>
              <a:tabLst/>
            </a:pPr>
            <a:r>
              <a:rPr lang="ja-JP" altLang="en-US" sz="1200">
                <a:latin typeface="BIZ UDPゴシック" panose="020B0400000000000000" pitchFamily="50" charset="-128"/>
                <a:ea typeface="BIZ UDPゴシック" panose="020B0400000000000000" pitchFamily="50" charset="-128"/>
              </a:rPr>
              <a:t>　　</a:t>
            </a:r>
            <a:r>
              <a:rPr lang="en-US" altLang="ja-JP" sz="1200">
                <a:latin typeface="BIZ UDPゴシック" panose="020B0400000000000000" pitchFamily="50" charset="-128"/>
                <a:ea typeface="BIZ UDPゴシック" panose="020B0400000000000000" pitchFamily="50" charset="-128"/>
              </a:rPr>
              <a:t>CSL:ON</a:t>
            </a:r>
          </a:p>
          <a:p>
            <a:pPr marL="0" marR="0" indent="0" defTabSz="914400" rtl="0" eaLnBrk="1" fontAlgn="base" latinLnBrk="0" hangingPunct="1">
              <a:lnSpc>
                <a:spcPct val="10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GENERATING:</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GENERATE: &lt;A:_</a:t>
            </a:r>
            <a:r>
              <a:rPr lang="ja-JP" altLang="en-US" sz="1200">
                <a:latin typeface="BIZ UDPゴシック" panose="020B0400000000000000" pitchFamily="50" charset="-128"/>
                <a:ea typeface="BIZ UDPゴシック" panose="020B0400000000000000" pitchFamily="50" charset="-128"/>
              </a:rPr>
              <a:t>講師用</a:t>
            </a:r>
            <a:r>
              <a:rPr lang="en-US" altLang="ja-JP" sz="1200">
                <a:latin typeface="BIZ UDPゴシック" panose="020B0400000000000000" pitchFamily="50" charset="-128"/>
                <a:ea typeface="BIZ UDPゴシック" panose="020B0400000000000000" pitchFamily="50" charset="-128"/>
              </a:rPr>
              <a:t>&gt;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&lt;A:_source&gt;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INDEX:</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&lt;A:index&gt;</a:t>
            </a:r>
          </a:p>
          <a:p>
            <a:pPr marL="0" marR="0" indent="0" defTabSz="914400" rtl="0" eaLnBrk="1" fontAlgn="base" latinLnBrk="0" hangingPunct="1">
              <a:lnSpc>
                <a:spcPct val="10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GENERATE : &lt;A:_</a:t>
            </a:r>
            <a:r>
              <a:rPr lang="ja-JP" altLang="en-US" sz="1200">
                <a:latin typeface="BIZ UDPゴシック" panose="020B0400000000000000" pitchFamily="50" charset="-128"/>
                <a:ea typeface="BIZ UDPゴシック" panose="020B0400000000000000" pitchFamily="50" charset="-128"/>
              </a:rPr>
              <a:t>受講者用</a:t>
            </a:r>
            <a:r>
              <a:rPr lang="en-US" altLang="ja-JP" sz="1200">
                <a:latin typeface="BIZ UDPゴシック" panose="020B0400000000000000" pitchFamily="50" charset="-128"/>
                <a:ea typeface="BIZ UDPゴシック" panose="020B0400000000000000" pitchFamily="50" charset="-128"/>
              </a:rPr>
              <a:t>&gt;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&lt;A:_source&gt;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INDEX:</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&lt;A:index&gt;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CSL: ON</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CSP: ON</a:t>
            </a:r>
          </a:p>
        </p:txBody>
      </p:sp>
      <p:cxnSp>
        <p:nvCxnSpPr>
          <p:cNvPr id="60" name="直線矢印コネクタ 59">
            <a:extLst>
              <a:ext uri="{FF2B5EF4-FFF2-40B4-BE49-F238E27FC236}">
                <a16:creationId xmlns:a16="http://schemas.microsoft.com/office/drawing/2014/main" id="{5BDDDB5E-FBAA-75F3-0C8C-2910AC3FF47A}"/>
              </a:ext>
            </a:extLst>
          </p:cNvPr>
          <p:cNvCxnSpPr>
            <a:cxnSpLocks/>
          </p:cNvCxnSpPr>
          <p:nvPr/>
        </p:nvCxnSpPr>
        <p:spPr bwMode="auto">
          <a:xfrm flipH="1">
            <a:off x="2927648" y="2981010"/>
            <a:ext cx="2808312" cy="117487"/>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61" name="テキスト ボックス 60">
            <a:extLst>
              <a:ext uri="{FF2B5EF4-FFF2-40B4-BE49-F238E27FC236}">
                <a16:creationId xmlns:a16="http://schemas.microsoft.com/office/drawing/2014/main" id="{B29F5A34-F2FE-05F5-9C60-29C0076848C3}"/>
              </a:ext>
            </a:extLst>
          </p:cNvPr>
          <p:cNvSpPr txBox="1"/>
          <p:nvPr/>
        </p:nvSpPr>
        <p:spPr bwMode="auto">
          <a:xfrm>
            <a:off x="5735960" y="2780909"/>
            <a:ext cx="417646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ソースが</a:t>
            </a:r>
            <a:r>
              <a:rPr lang="en-US" altLang="ja-JP" sz="1200">
                <a:latin typeface="BIZ UDPゴシック" panose="020B0400000000000000" pitchFamily="50" charset="-128"/>
                <a:ea typeface="BIZ UDPゴシック" panose="020B0400000000000000" pitchFamily="50" charset="-128"/>
              </a:rPr>
              <a:t>1</a:t>
            </a:r>
            <a:r>
              <a:rPr lang="ja-JP" altLang="en-US" sz="1200">
                <a:latin typeface="BIZ UDPゴシック" panose="020B0400000000000000" pitchFamily="50" charset="-128"/>
                <a:ea typeface="BIZ UDPゴシック" panose="020B0400000000000000" pitchFamily="50" charset="-128"/>
              </a:rPr>
              <a:t>つなので </a:t>
            </a:r>
            <a:r>
              <a:rPr lang="en-US" altLang="ja-JP" sz="1200">
                <a:latin typeface="BIZ UDPゴシック" panose="020B0400000000000000" pitchFamily="50" charset="-128"/>
                <a:ea typeface="BIZ UDPゴシック" panose="020B0400000000000000" pitchFamily="50" charset="-128"/>
              </a:rPr>
              <a:t>INDEX </a:t>
            </a:r>
            <a:r>
              <a:rPr lang="ja-JP" altLang="en-US" sz="1200">
                <a:latin typeface="BIZ UDPゴシック" panose="020B0400000000000000" pitchFamily="50" charset="-128"/>
                <a:ea typeface="BIZ UDPゴシック" panose="020B0400000000000000" pitchFamily="50" charset="-128"/>
              </a:rPr>
              <a:t>も</a:t>
            </a:r>
            <a:r>
              <a:rPr lang="en-US" altLang="ja-JP" sz="1200">
                <a:latin typeface="BIZ UDPゴシック" panose="020B0400000000000000" pitchFamily="50" charset="-128"/>
                <a:ea typeface="BIZ UDPゴシック" panose="020B0400000000000000" pitchFamily="50" charset="-128"/>
              </a:rPr>
              <a:t>1</a:t>
            </a:r>
            <a:r>
              <a:rPr lang="ja-JP" altLang="en-US" sz="1200">
                <a:latin typeface="BIZ UDPゴシック" panose="020B0400000000000000" pitchFamily="50" charset="-128"/>
                <a:ea typeface="BIZ UDPゴシック" panose="020B0400000000000000" pitchFamily="50" charset="-128"/>
              </a:rPr>
              <a:t>つ</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68" name="直線矢印コネクタ 67">
            <a:extLst>
              <a:ext uri="{FF2B5EF4-FFF2-40B4-BE49-F238E27FC236}">
                <a16:creationId xmlns:a16="http://schemas.microsoft.com/office/drawing/2014/main" id="{A74E4AD1-9D3D-9414-A3FD-C4C5B8EA6C59}"/>
              </a:ext>
            </a:extLst>
          </p:cNvPr>
          <p:cNvCxnSpPr>
            <a:cxnSpLocks/>
          </p:cNvCxnSpPr>
          <p:nvPr/>
        </p:nvCxnSpPr>
        <p:spPr bwMode="auto">
          <a:xfrm flipH="1">
            <a:off x="3075509" y="3886888"/>
            <a:ext cx="2664296" cy="131283"/>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69" name="テキスト ボックス 68">
            <a:extLst>
              <a:ext uri="{FF2B5EF4-FFF2-40B4-BE49-F238E27FC236}">
                <a16:creationId xmlns:a16="http://schemas.microsoft.com/office/drawing/2014/main" id="{E28DF504-5973-0ED5-21C0-6074B19710DA}"/>
              </a:ext>
            </a:extLst>
          </p:cNvPr>
          <p:cNvSpPr txBox="1"/>
          <p:nvPr/>
        </p:nvSpPr>
        <p:spPr bwMode="auto">
          <a:xfrm>
            <a:off x="5735960" y="3736609"/>
            <a:ext cx="44721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solidFill>
                  <a:srgbClr val="FF0000"/>
                </a:solidFill>
                <a:latin typeface="BIZ UDPゴシック" panose="020B0400000000000000" pitchFamily="50" charset="-128"/>
                <a:ea typeface="BIZ UDPゴシック" panose="020B0400000000000000" pitchFamily="50" charset="-128"/>
              </a:rPr>
              <a:t>同一のソースで 講師用と受講者用の</a:t>
            </a:r>
            <a:r>
              <a:rPr lang="en-US" altLang="ja-JP" sz="1200">
                <a:solidFill>
                  <a:srgbClr val="FF0000"/>
                </a:solidFill>
                <a:latin typeface="BIZ UDPゴシック" panose="020B0400000000000000" pitchFamily="50" charset="-128"/>
                <a:ea typeface="BIZ UDPゴシック" panose="020B0400000000000000" pitchFamily="50" charset="-128"/>
              </a:rPr>
              <a:t>2</a:t>
            </a:r>
            <a:r>
              <a:rPr lang="ja-JP" altLang="en-US" sz="1200">
                <a:solidFill>
                  <a:srgbClr val="FF0000"/>
                </a:solidFill>
                <a:latin typeface="BIZ UDPゴシック" panose="020B0400000000000000" pitchFamily="50" charset="-128"/>
                <a:ea typeface="BIZ UDPゴシック" panose="020B0400000000000000" pitchFamily="50" charset="-128"/>
              </a:rPr>
              <a:t>つの最終生成物を作る</a:t>
            </a:r>
            <a:endParaRPr kumimoji="1" lang="ja-JP" altLang="en-US" sz="1200">
              <a:solidFill>
                <a:srgbClr val="FF0000"/>
              </a:solidFill>
              <a:latin typeface="BIZ UDPゴシック" panose="020B0400000000000000" pitchFamily="50" charset="-128"/>
              <a:ea typeface="BIZ UDPゴシック" panose="020B0400000000000000" pitchFamily="50" charset="-128"/>
            </a:endParaRPr>
          </a:p>
        </p:txBody>
      </p:sp>
      <p:cxnSp>
        <p:nvCxnSpPr>
          <p:cNvPr id="72" name="直線矢印コネクタ 71">
            <a:extLst>
              <a:ext uri="{FF2B5EF4-FFF2-40B4-BE49-F238E27FC236}">
                <a16:creationId xmlns:a16="http://schemas.microsoft.com/office/drawing/2014/main" id="{728813FE-8770-7C83-50C8-E700CA9E757F}"/>
              </a:ext>
            </a:extLst>
          </p:cNvPr>
          <p:cNvCxnSpPr>
            <a:cxnSpLocks/>
          </p:cNvCxnSpPr>
          <p:nvPr/>
        </p:nvCxnSpPr>
        <p:spPr bwMode="auto">
          <a:xfrm flipH="1">
            <a:off x="2351584" y="2517817"/>
            <a:ext cx="3312368" cy="72008"/>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73" name="テキスト ボックス 72">
            <a:extLst>
              <a:ext uri="{FF2B5EF4-FFF2-40B4-BE49-F238E27FC236}">
                <a16:creationId xmlns:a16="http://schemas.microsoft.com/office/drawing/2014/main" id="{5EFE98A1-9E38-C0D1-E20F-D0DD4D874482}"/>
              </a:ext>
            </a:extLst>
          </p:cNvPr>
          <p:cNvSpPr txBox="1"/>
          <p:nvPr/>
        </p:nvSpPr>
        <p:spPr bwMode="auto">
          <a:xfrm>
            <a:off x="5735960" y="2303209"/>
            <a:ext cx="44721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latin typeface="BIZ UDPゴシック" panose="020B0400000000000000" pitchFamily="50" charset="-128"/>
                <a:ea typeface="BIZ UDPゴシック" panose="020B0400000000000000" pitchFamily="50" charset="-128"/>
              </a:rPr>
              <a:t>1</a:t>
            </a:r>
            <a:r>
              <a:rPr lang="ja-JP" altLang="en-US" sz="1200">
                <a:latin typeface="BIZ UDPゴシック" panose="020B0400000000000000" pitchFamily="50" charset="-128"/>
                <a:ea typeface="BIZ UDPゴシック" panose="020B0400000000000000" pitchFamily="50" charset="-128"/>
              </a:rPr>
              <a:t>つのソースファイルをもとに講師用と受講者用を生成する想定</a:t>
            </a:r>
            <a:endParaRPr kumimoji="1" lang="ja-JP" altLang="en-US" sz="1200">
              <a:latin typeface="BIZ UDPゴシック" panose="020B0400000000000000" pitchFamily="50" charset="-128"/>
              <a:ea typeface="BIZ UDPゴシック" panose="020B0400000000000000" pitchFamily="50" charset="-128"/>
            </a:endParaRPr>
          </a:p>
        </p:txBody>
      </p:sp>
      <p:sp>
        <p:nvSpPr>
          <p:cNvPr id="89" name="テキスト ボックス 88">
            <a:extLst>
              <a:ext uri="{FF2B5EF4-FFF2-40B4-BE49-F238E27FC236}">
                <a16:creationId xmlns:a16="http://schemas.microsoft.com/office/drawing/2014/main" id="{A4AF6773-A830-E27E-20EB-A184D8DB2AB4}"/>
              </a:ext>
            </a:extLst>
          </p:cNvPr>
          <p:cNvSpPr txBox="1"/>
          <p:nvPr/>
        </p:nvSpPr>
        <p:spPr bwMode="auto">
          <a:xfrm>
            <a:off x="5735960" y="4373382"/>
            <a:ext cx="447218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solidFill>
                  <a:srgbClr val="FF0000"/>
                </a:solidFill>
                <a:latin typeface="BIZ UDPゴシック" panose="020B0400000000000000" pitchFamily="50" charset="-128"/>
                <a:ea typeface="BIZ UDPゴシック" panose="020B0400000000000000" pitchFamily="50" charset="-128"/>
              </a:rPr>
              <a:t>ソース、インデックスは同一。</a:t>
            </a:r>
            <a:endParaRPr lang="en-US" altLang="ja-JP" sz="1200">
              <a:solidFill>
                <a:srgbClr val="FF0000"/>
              </a:solidFill>
              <a:latin typeface="BIZ UDPゴシック" panose="020B0400000000000000" pitchFamily="50" charset="-128"/>
              <a:ea typeface="BIZ UDPゴシック" panose="020B0400000000000000" pitchFamily="50" charset="-128"/>
            </a:endParaRPr>
          </a:p>
          <a:p>
            <a:pPr algn="l"/>
            <a:r>
              <a:rPr lang="ja-JP" altLang="en-US" sz="1200">
                <a:solidFill>
                  <a:srgbClr val="FF0000"/>
                </a:solidFill>
                <a:latin typeface="BIZ UDPゴシック" panose="020B0400000000000000" pitchFamily="50" charset="-128"/>
                <a:ea typeface="BIZ UDPゴシック" panose="020B0400000000000000" pitchFamily="50" charset="-128"/>
              </a:rPr>
              <a:t>ただし、</a:t>
            </a:r>
            <a:r>
              <a:rPr lang="en-US" altLang="ja-JP" sz="1200">
                <a:solidFill>
                  <a:srgbClr val="FF0000"/>
                </a:solidFill>
                <a:latin typeface="BIZ UDPゴシック" panose="020B0400000000000000" pitchFamily="50" charset="-128"/>
                <a:ea typeface="BIZ UDPゴシック" panose="020B0400000000000000" pitchFamily="50" charset="-128"/>
              </a:rPr>
              <a:t>#CSL# </a:t>
            </a:r>
            <a:r>
              <a:rPr lang="ja-JP" altLang="en-US" sz="1200">
                <a:solidFill>
                  <a:srgbClr val="FF0000"/>
                </a:solidFill>
                <a:latin typeface="BIZ UDPゴシック" panose="020B0400000000000000" pitchFamily="50" charset="-128"/>
                <a:ea typeface="BIZ UDPゴシック" panose="020B0400000000000000" pitchFamily="50" charset="-128"/>
              </a:rPr>
              <a:t>を使用していて、スライド番号を引用する</a:t>
            </a:r>
            <a:r>
              <a:rPr lang="en-US" altLang="ja-JP" sz="1200">
                <a:solidFill>
                  <a:srgbClr val="FF0000"/>
                </a:solidFill>
                <a:latin typeface="BIZ UDPゴシック" panose="020B0400000000000000" pitchFamily="50" charset="-128"/>
                <a:ea typeface="BIZ UDPゴシック" panose="020B0400000000000000" pitchFamily="50" charset="-128"/>
              </a:rPr>
              <a:t>#RN# </a:t>
            </a:r>
            <a:r>
              <a:rPr lang="ja-JP" altLang="en-US" sz="1200">
                <a:solidFill>
                  <a:srgbClr val="FF0000"/>
                </a:solidFill>
                <a:latin typeface="BIZ UDPゴシック" panose="020B0400000000000000" pitchFamily="50" charset="-128"/>
                <a:ea typeface="BIZ UDPゴシック" panose="020B0400000000000000" pitchFamily="50" charset="-128"/>
              </a:rPr>
              <a:t>タグも使用する場合は、インデックスファイルも </a:t>
            </a:r>
            <a:r>
              <a:rPr lang="en-US" altLang="ja-JP" sz="1200">
                <a:solidFill>
                  <a:srgbClr val="FF0000"/>
                </a:solidFill>
                <a:latin typeface="BIZ UDPゴシック" panose="020B0400000000000000" pitchFamily="50" charset="-128"/>
                <a:ea typeface="BIZ UDPゴシック" panose="020B0400000000000000" pitchFamily="50" charset="-128"/>
              </a:rPr>
              <a:t>CSL </a:t>
            </a:r>
            <a:r>
              <a:rPr lang="ja-JP" altLang="en-US" sz="1200">
                <a:solidFill>
                  <a:srgbClr val="FF0000"/>
                </a:solidFill>
                <a:latin typeface="BIZ UDPゴシック" panose="020B0400000000000000" pitchFamily="50" charset="-128"/>
                <a:ea typeface="BIZ UDPゴシック" panose="020B0400000000000000" pitchFamily="50" charset="-128"/>
              </a:rPr>
              <a:t>あり版・なし版を</a:t>
            </a:r>
            <a:r>
              <a:rPr lang="en-US" altLang="ja-JP" sz="1200">
                <a:solidFill>
                  <a:srgbClr val="FF0000"/>
                </a:solidFill>
                <a:latin typeface="BIZ UDPゴシック" panose="020B0400000000000000" pitchFamily="50" charset="-128"/>
                <a:ea typeface="BIZ UDPゴシック" panose="020B0400000000000000" pitchFamily="50" charset="-128"/>
              </a:rPr>
              <a:t>2</a:t>
            </a:r>
            <a:r>
              <a:rPr lang="ja-JP" altLang="en-US" sz="1200">
                <a:solidFill>
                  <a:srgbClr val="FF0000"/>
                </a:solidFill>
                <a:latin typeface="BIZ UDPゴシック" panose="020B0400000000000000" pitchFamily="50" charset="-128"/>
                <a:ea typeface="BIZ UDPゴシック" panose="020B0400000000000000" pitchFamily="50" charset="-128"/>
              </a:rPr>
              <a:t>種類生成して、</a:t>
            </a:r>
            <a:r>
              <a:rPr lang="en-US" altLang="ja-JP" sz="1200">
                <a:solidFill>
                  <a:srgbClr val="FF0000"/>
                </a:solidFill>
                <a:latin typeface="BIZ UDPゴシック" panose="020B0400000000000000" pitchFamily="50" charset="-128"/>
                <a:ea typeface="BIZ UDPゴシック" panose="020B0400000000000000" pitchFamily="50" charset="-128"/>
              </a:rPr>
              <a:t>GENERATING</a:t>
            </a:r>
            <a:r>
              <a:rPr lang="ja-JP" altLang="en-US" sz="1200">
                <a:solidFill>
                  <a:srgbClr val="FF0000"/>
                </a:solidFill>
                <a:latin typeface="BIZ UDPゴシック" panose="020B0400000000000000" pitchFamily="50" charset="-128"/>
                <a:ea typeface="BIZ UDPゴシック" panose="020B0400000000000000" pitchFamily="50" charset="-128"/>
              </a:rPr>
              <a:t>でその</a:t>
            </a:r>
            <a:r>
              <a:rPr lang="en-US" altLang="ja-JP" sz="1200">
                <a:solidFill>
                  <a:srgbClr val="FF0000"/>
                </a:solidFill>
                <a:latin typeface="BIZ UDPゴシック" panose="020B0400000000000000" pitchFamily="50" charset="-128"/>
                <a:ea typeface="BIZ UDPゴシック" panose="020B0400000000000000" pitchFamily="50" charset="-128"/>
              </a:rPr>
              <a:t>2</a:t>
            </a:r>
            <a:r>
              <a:rPr lang="ja-JP" altLang="en-US" sz="1200">
                <a:solidFill>
                  <a:srgbClr val="FF0000"/>
                </a:solidFill>
                <a:latin typeface="BIZ UDPゴシック" panose="020B0400000000000000" pitchFamily="50" charset="-128"/>
                <a:ea typeface="BIZ UDPゴシック" panose="020B0400000000000000" pitchFamily="50" charset="-128"/>
              </a:rPr>
              <a:t>種類を使い分けてください</a:t>
            </a:r>
            <a:endParaRPr kumimoji="1" lang="ja-JP" altLang="en-US" sz="1200">
              <a:solidFill>
                <a:srgbClr val="FF0000"/>
              </a:solidFill>
              <a:latin typeface="BIZ UDPゴシック" panose="020B0400000000000000" pitchFamily="50" charset="-128"/>
              <a:ea typeface="BIZ UDPゴシック" panose="020B0400000000000000" pitchFamily="50" charset="-128"/>
            </a:endParaRPr>
          </a:p>
        </p:txBody>
      </p:sp>
      <p:cxnSp>
        <p:nvCxnSpPr>
          <p:cNvPr id="90" name="直線矢印コネクタ 89">
            <a:extLst>
              <a:ext uri="{FF2B5EF4-FFF2-40B4-BE49-F238E27FC236}">
                <a16:creationId xmlns:a16="http://schemas.microsoft.com/office/drawing/2014/main" id="{3D17C229-41F2-B776-CBC7-A5E0AEF16EAF}"/>
              </a:ext>
            </a:extLst>
          </p:cNvPr>
          <p:cNvCxnSpPr>
            <a:cxnSpLocks/>
          </p:cNvCxnSpPr>
          <p:nvPr/>
        </p:nvCxnSpPr>
        <p:spPr bwMode="auto">
          <a:xfrm flipH="1" flipV="1">
            <a:off x="3075509" y="4240130"/>
            <a:ext cx="2660451" cy="238431"/>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92" name="直線矢印コネクタ 91">
            <a:extLst>
              <a:ext uri="{FF2B5EF4-FFF2-40B4-BE49-F238E27FC236}">
                <a16:creationId xmlns:a16="http://schemas.microsoft.com/office/drawing/2014/main" id="{BFB9D76D-B3AA-BFB1-3042-41A680C82EED}"/>
              </a:ext>
            </a:extLst>
          </p:cNvPr>
          <p:cNvCxnSpPr>
            <a:cxnSpLocks/>
            <a:stCxn id="69" idx="1"/>
          </p:cNvCxnSpPr>
          <p:nvPr/>
        </p:nvCxnSpPr>
        <p:spPr bwMode="auto">
          <a:xfrm flipH="1">
            <a:off x="3215680" y="3875109"/>
            <a:ext cx="2520280" cy="1024790"/>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94" name="直線矢印コネクタ 93">
            <a:extLst>
              <a:ext uri="{FF2B5EF4-FFF2-40B4-BE49-F238E27FC236}">
                <a16:creationId xmlns:a16="http://schemas.microsoft.com/office/drawing/2014/main" id="{AB99443A-C661-1A98-4276-E037CC8D6765}"/>
              </a:ext>
            </a:extLst>
          </p:cNvPr>
          <p:cNvCxnSpPr>
            <a:cxnSpLocks/>
            <a:stCxn id="111" idx="1"/>
          </p:cNvCxnSpPr>
          <p:nvPr/>
        </p:nvCxnSpPr>
        <p:spPr bwMode="auto">
          <a:xfrm flipH="1" flipV="1">
            <a:off x="2135560" y="5786942"/>
            <a:ext cx="3600400" cy="77525"/>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107" name="直線矢印コネクタ 106">
            <a:extLst>
              <a:ext uri="{FF2B5EF4-FFF2-40B4-BE49-F238E27FC236}">
                <a16:creationId xmlns:a16="http://schemas.microsoft.com/office/drawing/2014/main" id="{29E83DD9-6D32-6573-98AB-41F1F1636158}"/>
              </a:ext>
            </a:extLst>
          </p:cNvPr>
          <p:cNvCxnSpPr>
            <a:cxnSpLocks/>
          </p:cNvCxnSpPr>
          <p:nvPr/>
        </p:nvCxnSpPr>
        <p:spPr bwMode="auto">
          <a:xfrm flipH="1">
            <a:off x="3075509" y="4545201"/>
            <a:ext cx="2660451" cy="576657"/>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111" name="テキスト ボックス 110">
            <a:extLst>
              <a:ext uri="{FF2B5EF4-FFF2-40B4-BE49-F238E27FC236}">
                <a16:creationId xmlns:a16="http://schemas.microsoft.com/office/drawing/2014/main" id="{95475286-5929-DF29-91D2-1C03AF7D8703}"/>
              </a:ext>
            </a:extLst>
          </p:cNvPr>
          <p:cNvSpPr txBox="1"/>
          <p:nvPr/>
        </p:nvSpPr>
        <p:spPr bwMode="auto">
          <a:xfrm>
            <a:off x="5735960" y="5541301"/>
            <a:ext cx="447218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solidFill>
                  <a:srgbClr val="FF0000"/>
                </a:solidFill>
                <a:latin typeface="BIZ UDPゴシック" panose="020B0400000000000000" pitchFamily="50" charset="-128"/>
                <a:ea typeface="BIZ UDPゴシック" panose="020B0400000000000000" pitchFamily="50" charset="-128"/>
              </a:rPr>
              <a:t>#CSL#</a:t>
            </a:r>
            <a:r>
              <a:rPr lang="ja-JP" altLang="en-US" sz="1200">
                <a:solidFill>
                  <a:srgbClr val="FF0000"/>
                </a:solidFill>
                <a:latin typeface="BIZ UDPゴシック" panose="020B0400000000000000" pitchFamily="50" charset="-128"/>
                <a:ea typeface="BIZ UDPゴシック" panose="020B0400000000000000" pitchFamily="50" charset="-128"/>
              </a:rPr>
              <a:t>、</a:t>
            </a:r>
            <a:r>
              <a:rPr lang="en-US" altLang="ja-JP" sz="1200">
                <a:solidFill>
                  <a:srgbClr val="FF0000"/>
                </a:solidFill>
                <a:latin typeface="BIZ UDPゴシック" panose="020B0400000000000000" pitchFamily="50" charset="-128"/>
                <a:ea typeface="BIZ UDPゴシック" panose="020B0400000000000000" pitchFamily="50" charset="-128"/>
              </a:rPr>
              <a:t>#CSP# </a:t>
            </a:r>
            <a:r>
              <a:rPr lang="ja-JP" altLang="en-US" sz="1200">
                <a:solidFill>
                  <a:srgbClr val="FF0000"/>
                </a:solidFill>
                <a:latin typeface="BIZ UDPゴシック" panose="020B0400000000000000" pitchFamily="50" charset="-128"/>
                <a:ea typeface="BIZ UDPゴシック" panose="020B0400000000000000" pitchFamily="50" charset="-128"/>
              </a:rPr>
              <a:t>の削除機能を使う場合は </a:t>
            </a:r>
            <a:r>
              <a:rPr lang="en-US" altLang="ja-JP" sz="1200">
                <a:solidFill>
                  <a:srgbClr val="FF0000"/>
                </a:solidFill>
                <a:latin typeface="BIZ UDPゴシック" panose="020B0400000000000000" pitchFamily="50" charset="-128"/>
                <a:ea typeface="BIZ UDPゴシック" panose="020B0400000000000000" pitchFamily="50" charset="-128"/>
              </a:rPr>
              <a:t>GENERATING </a:t>
            </a:r>
            <a:r>
              <a:rPr lang="ja-JP" altLang="en-US" sz="1200">
                <a:solidFill>
                  <a:srgbClr val="FF0000"/>
                </a:solidFill>
                <a:latin typeface="BIZ UDPゴシック" panose="020B0400000000000000" pitchFamily="50" charset="-128"/>
                <a:ea typeface="BIZ UDPゴシック" panose="020B0400000000000000" pitchFamily="50" charset="-128"/>
              </a:rPr>
              <a:t>セクションでその指定を行う。受講者用にだけこれらの指定を入れているので、講師用とは違う内容で生成される。</a:t>
            </a:r>
            <a:endParaRPr lang="en-US" altLang="ja-JP" sz="1200">
              <a:solidFill>
                <a:srgbClr val="FF0000"/>
              </a:solidFill>
              <a:latin typeface="BIZ UDPゴシック" panose="020B0400000000000000" pitchFamily="50" charset="-128"/>
              <a:ea typeface="BIZ UDPゴシック" panose="020B0400000000000000" pitchFamily="50" charset="-128"/>
            </a:endParaRPr>
          </a:p>
        </p:txBody>
      </p:sp>
      <p:cxnSp>
        <p:nvCxnSpPr>
          <p:cNvPr id="14" name="直線矢印コネクタ 13">
            <a:extLst>
              <a:ext uri="{FF2B5EF4-FFF2-40B4-BE49-F238E27FC236}">
                <a16:creationId xmlns:a16="http://schemas.microsoft.com/office/drawing/2014/main" id="{42C1D4B8-8038-E4BD-1774-CAFB5F35F471}"/>
              </a:ext>
            </a:extLst>
          </p:cNvPr>
          <p:cNvCxnSpPr>
            <a:cxnSpLocks/>
            <a:stCxn id="15" idx="1"/>
          </p:cNvCxnSpPr>
          <p:nvPr/>
        </p:nvCxnSpPr>
        <p:spPr bwMode="auto">
          <a:xfrm flipH="1">
            <a:off x="2135560" y="3457113"/>
            <a:ext cx="3600400" cy="14808"/>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15" name="テキスト ボックス 14">
            <a:extLst>
              <a:ext uri="{FF2B5EF4-FFF2-40B4-BE49-F238E27FC236}">
                <a16:creationId xmlns:a16="http://schemas.microsoft.com/office/drawing/2014/main" id="{74D11B3B-6C89-A551-6BB9-BC34F027DDB9}"/>
              </a:ext>
            </a:extLst>
          </p:cNvPr>
          <p:cNvSpPr txBox="1"/>
          <p:nvPr/>
        </p:nvSpPr>
        <p:spPr bwMode="auto">
          <a:xfrm>
            <a:off x="5735960" y="3226280"/>
            <a:ext cx="44721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solidFill>
                  <a:srgbClr val="FF0000"/>
                </a:solidFill>
                <a:latin typeface="BIZ UDPゴシック" panose="020B0400000000000000" pitchFamily="50" charset="-128"/>
                <a:ea typeface="BIZ UDPゴシック" panose="020B0400000000000000" pitchFamily="50" charset="-128"/>
              </a:rPr>
              <a:t>#CSL# </a:t>
            </a:r>
            <a:r>
              <a:rPr lang="ja-JP" altLang="en-US" sz="1200">
                <a:solidFill>
                  <a:srgbClr val="FF0000"/>
                </a:solidFill>
                <a:latin typeface="BIZ UDPゴシック" panose="020B0400000000000000" pitchFamily="50" charset="-128"/>
                <a:ea typeface="BIZ UDPゴシック" panose="020B0400000000000000" pitchFamily="50" charset="-128"/>
              </a:rPr>
              <a:t>の削除機能を使う場合は </a:t>
            </a:r>
            <a:r>
              <a:rPr lang="en-US" altLang="ja-JP" sz="1200">
                <a:solidFill>
                  <a:srgbClr val="FF0000"/>
                </a:solidFill>
                <a:latin typeface="BIZ UDPゴシック" panose="020B0400000000000000" pitchFamily="50" charset="-128"/>
                <a:ea typeface="BIZ UDPゴシック" panose="020B0400000000000000" pitchFamily="50" charset="-128"/>
              </a:rPr>
              <a:t>INDEX </a:t>
            </a:r>
            <a:r>
              <a:rPr lang="ja-JP" altLang="en-US" sz="1200">
                <a:solidFill>
                  <a:srgbClr val="FF0000"/>
                </a:solidFill>
                <a:latin typeface="BIZ UDPゴシック" panose="020B0400000000000000" pitchFamily="50" charset="-128"/>
                <a:ea typeface="BIZ UDPゴシック" panose="020B0400000000000000" pitchFamily="50" charset="-128"/>
              </a:rPr>
              <a:t>セクションと</a:t>
            </a:r>
            <a:r>
              <a:rPr lang="en-US" altLang="ja-JP" sz="1200">
                <a:solidFill>
                  <a:srgbClr val="FF0000"/>
                </a:solidFill>
                <a:latin typeface="BIZ UDPゴシック" panose="020B0400000000000000" pitchFamily="50" charset="-128"/>
                <a:ea typeface="BIZ UDPゴシック" panose="020B0400000000000000" pitchFamily="50" charset="-128"/>
              </a:rPr>
              <a:t>GENERATING</a:t>
            </a:r>
            <a:r>
              <a:rPr lang="ja-JP" altLang="en-US" sz="1200">
                <a:solidFill>
                  <a:srgbClr val="FF0000"/>
                </a:solidFill>
                <a:latin typeface="BIZ UDPゴシック" panose="020B0400000000000000" pitchFamily="50" charset="-128"/>
                <a:ea typeface="BIZ UDPゴシック" panose="020B0400000000000000" pitchFamily="50" charset="-128"/>
              </a:rPr>
              <a:t>セクションでその指定をします</a:t>
            </a:r>
            <a:endParaRPr lang="en-US" altLang="ja-JP" sz="1200">
              <a:solidFill>
                <a:srgbClr val="FF0000"/>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950839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0322E5CC-E26C-657C-A91F-29EA9C848865}"/>
              </a:ext>
            </a:extLst>
          </p:cNvPr>
          <p:cNvSpPr>
            <a:spLocks noGrp="1"/>
          </p:cNvSpPr>
          <p:nvPr>
            <p:ph type="title"/>
          </p:nvPr>
        </p:nvSpPr>
        <p:spPr/>
        <p:txBody>
          <a:bodyPr/>
          <a:lstStyle/>
          <a:p>
            <a:r>
              <a:rPr lang="ja-JP" altLang="en-US"/>
              <a:t>パラメータファイルを使用する場合の起動方法</a:t>
            </a:r>
          </a:p>
        </p:txBody>
      </p:sp>
      <p:sp>
        <p:nvSpPr>
          <p:cNvPr id="5" name="正方形/長方形 4">
            <a:extLst>
              <a:ext uri="{FF2B5EF4-FFF2-40B4-BE49-F238E27FC236}">
                <a16:creationId xmlns:a16="http://schemas.microsoft.com/office/drawing/2014/main" id="{A0AD6836-6AB0-5DDA-262C-517F4383344E}"/>
              </a:ext>
            </a:extLst>
          </p:cNvPr>
          <p:cNvSpPr/>
          <p:nvPr/>
        </p:nvSpPr>
        <p:spPr bwMode="auto">
          <a:xfrm>
            <a:off x="1163452" y="1771152"/>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python pptx-indexer.py -pa parameterfile.yaml</a:t>
            </a:r>
            <a:endParaRPr kumimoji="1" lang="ja-JP" altLang="en-US" sz="1600">
              <a:latin typeface="Source Code Pro Semibold" panose="020B0609030403020204" pitchFamily="49" charset="0"/>
              <a:ea typeface="BIZ UDPゴシック" panose="020B0400000000000000" pitchFamily="50" charset="-128"/>
            </a:endParaRPr>
          </a:p>
        </p:txBody>
      </p:sp>
      <p:sp>
        <p:nvSpPr>
          <p:cNvPr id="8" name="正方形/長方形 7">
            <a:extLst>
              <a:ext uri="{FF2B5EF4-FFF2-40B4-BE49-F238E27FC236}">
                <a16:creationId xmlns:a16="http://schemas.microsoft.com/office/drawing/2014/main" id="{6718D0F8-ED45-1539-DB07-FA507A333021}"/>
              </a:ext>
            </a:extLst>
          </p:cNvPr>
          <p:cNvSpPr/>
          <p:nvPr/>
        </p:nvSpPr>
        <p:spPr bwMode="auto">
          <a:xfrm>
            <a:off x="767408" y="1247661"/>
            <a:ext cx="10441160"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パラメータファイルを使う場合は以下のように起動します</a:t>
            </a:r>
          </a:p>
        </p:txBody>
      </p:sp>
      <p:sp>
        <p:nvSpPr>
          <p:cNvPr id="2" name="正方形/長方形 1">
            <a:extLst>
              <a:ext uri="{FF2B5EF4-FFF2-40B4-BE49-F238E27FC236}">
                <a16:creationId xmlns:a16="http://schemas.microsoft.com/office/drawing/2014/main" id="{CBE2FC62-26CC-B715-24DF-7AEFD2118E2B}"/>
              </a:ext>
            </a:extLst>
          </p:cNvPr>
          <p:cNvSpPr/>
          <p:nvPr/>
        </p:nvSpPr>
        <p:spPr bwMode="auto">
          <a:xfrm>
            <a:off x="2927648" y="2678734"/>
            <a:ext cx="2344241"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200">
                <a:solidFill>
                  <a:srgbClr val="FF0000"/>
                </a:solidFill>
                <a:latin typeface="BIZ UDPゴシック" panose="020B0400000000000000" pitchFamily="50" charset="-128"/>
                <a:ea typeface="BIZ UDPゴシック" panose="020B0400000000000000" pitchFamily="50" charset="-128"/>
              </a:rPr>
              <a:t>-pa </a:t>
            </a:r>
            <a:r>
              <a:rPr kumimoji="1" lang="ja-JP" altLang="en-US" sz="1200">
                <a:solidFill>
                  <a:srgbClr val="FF0000"/>
                </a:solidFill>
                <a:latin typeface="BIZ UDPゴシック" panose="020B0400000000000000" pitchFamily="50" charset="-128"/>
                <a:ea typeface="BIZ UDPゴシック" panose="020B0400000000000000" pitchFamily="50" charset="-128"/>
              </a:rPr>
              <a:t>または </a:t>
            </a:r>
            <a:r>
              <a:rPr kumimoji="1" lang="en-US" altLang="ja-JP" sz="1200">
                <a:solidFill>
                  <a:srgbClr val="FF0000"/>
                </a:solidFill>
                <a:latin typeface="BIZ UDPゴシック" panose="020B0400000000000000" pitchFamily="50" charset="-128"/>
                <a:ea typeface="BIZ UDPゴシック" panose="020B0400000000000000" pitchFamily="50" charset="-128"/>
              </a:rPr>
              <a:t>--parameter </a:t>
            </a:r>
            <a:endParaRPr kumimoji="1" lang="ja-JP" altLang="en-US" sz="1200">
              <a:solidFill>
                <a:srgbClr val="FF0000"/>
              </a:solidFill>
              <a:latin typeface="BIZ UDPゴシック" panose="020B0400000000000000" pitchFamily="50" charset="-128"/>
              <a:ea typeface="BIZ UDPゴシック" panose="020B0400000000000000" pitchFamily="50" charset="-128"/>
            </a:endParaRPr>
          </a:p>
        </p:txBody>
      </p:sp>
      <p:sp>
        <p:nvSpPr>
          <p:cNvPr id="3" name="正方形/長方形 2">
            <a:extLst>
              <a:ext uri="{FF2B5EF4-FFF2-40B4-BE49-F238E27FC236}">
                <a16:creationId xmlns:a16="http://schemas.microsoft.com/office/drawing/2014/main" id="{FEFD95E7-BBDF-6551-9E6A-4B041C8D2874}"/>
              </a:ext>
            </a:extLst>
          </p:cNvPr>
          <p:cNvSpPr/>
          <p:nvPr/>
        </p:nvSpPr>
        <p:spPr bwMode="auto">
          <a:xfrm>
            <a:off x="5591944" y="2675015"/>
            <a:ext cx="3168352"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200">
                <a:solidFill>
                  <a:srgbClr val="FF0000"/>
                </a:solidFill>
                <a:latin typeface="BIZ UDPゴシック" panose="020B0400000000000000" pitchFamily="50" charset="-128"/>
                <a:ea typeface="BIZ UDPゴシック" panose="020B0400000000000000" pitchFamily="50" charset="-128"/>
              </a:rPr>
              <a:t>パラメータファイルを指定</a:t>
            </a:r>
          </a:p>
        </p:txBody>
      </p:sp>
      <p:cxnSp>
        <p:nvCxnSpPr>
          <p:cNvPr id="10" name="直線矢印コネクタ 9">
            <a:extLst>
              <a:ext uri="{FF2B5EF4-FFF2-40B4-BE49-F238E27FC236}">
                <a16:creationId xmlns:a16="http://schemas.microsoft.com/office/drawing/2014/main" id="{9EAA2CEC-C771-7CEF-1904-71DADDD33169}"/>
              </a:ext>
            </a:extLst>
          </p:cNvPr>
          <p:cNvCxnSpPr/>
          <p:nvPr/>
        </p:nvCxnSpPr>
        <p:spPr bwMode="auto">
          <a:xfrm flipV="1">
            <a:off x="3359696" y="2060848"/>
            <a:ext cx="792088" cy="617886"/>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11" name="直線矢印コネクタ 10">
            <a:extLst>
              <a:ext uri="{FF2B5EF4-FFF2-40B4-BE49-F238E27FC236}">
                <a16:creationId xmlns:a16="http://schemas.microsoft.com/office/drawing/2014/main" id="{034FC74B-5B0F-CC7D-083D-410531D90D3D}"/>
              </a:ext>
            </a:extLst>
          </p:cNvPr>
          <p:cNvCxnSpPr>
            <a:cxnSpLocks/>
          </p:cNvCxnSpPr>
          <p:nvPr/>
        </p:nvCxnSpPr>
        <p:spPr bwMode="auto">
          <a:xfrm flipH="1" flipV="1">
            <a:off x="5447928" y="2087653"/>
            <a:ext cx="648072" cy="591081"/>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1006638437"/>
      </p:ext>
    </p:extLst>
  </p:cSld>
  <p:clrMapOvr>
    <a:masterClrMapping/>
  </p:clrMapOvr>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t" anchorCtr="0" compatLnSpc="1">
        <a:prstTxWarp prst="textNoShape">
          <a:avLst/>
        </a:prstTxWarp>
      </a:bodyPr>
      <a:lstStyle>
        <a:defPPr algn="ctr" defTabSz="914477" eaLnBrk="1" hangingPunct="1">
          <a:defRPr kumimoji="1">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1" rIns="91440" bIns="45721" numCol="1" rtlCol="0" anchor="t" anchorCtr="0" compatLnSpc="1">
        <a:prstTxWarp prst="textNoShape">
          <a:avLst/>
        </a:prstTxWarp>
        <a:spAutoFit/>
      </a:bodyPr>
      <a:lstStyle>
        <a:defPPr algn="l" eaLnBrk="1">
          <a:defRPr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図解技法による分かりやすい資料の作成講座-20181121・講師用</Template>
  <TotalTime>21732</TotalTime>
  <Words>1646</Words>
  <Application>Microsoft Office PowerPoint</Application>
  <PresentationFormat>ワイド画面</PresentationFormat>
  <Paragraphs>187</Paragraphs>
  <Slides>9</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9</vt:i4>
      </vt:variant>
    </vt:vector>
  </HeadingPairs>
  <TitlesOfParts>
    <vt:vector size="16" baseType="lpstr">
      <vt:lpstr>BIZ UDPゴシック</vt:lpstr>
      <vt:lpstr>FOT-UD丸ゴ_ラージ Pr6 M</vt:lpstr>
      <vt:lpstr>Arial</vt:lpstr>
      <vt:lpstr>Garamond</vt:lpstr>
      <vt:lpstr>Source Code Pro Semibold</vt:lpstr>
      <vt:lpstr>Wingdings</vt:lpstr>
      <vt:lpstr>Edge</vt:lpstr>
      <vt:lpstr>03_DTSampleA</vt:lpstr>
      <vt:lpstr>複数のpptxでの相互参照が可能</vt:lpstr>
      <vt:lpstr>基礎知識：pptx-indexer の処理モデル</vt:lpstr>
      <vt:lpstr>パラメータファイルの書式例</vt:lpstr>
      <vt:lpstr>パラメータファイルの書き方： スタンダード式</vt:lpstr>
      <vt:lpstr>パラメータファイルの書き方： テンプレート式</vt:lpstr>
      <vt:lpstr>パラメータファイルの書き方： 複数ソース相互参照例</vt:lpstr>
      <vt:lpstr>パラメータファイルの書き方： #CSP#, #CSL# の使用</vt:lpstr>
      <vt:lpstr>パラメータファイルを使用する場合の起動方法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開米瑞浩</dc:creator>
  <cp:lastModifiedBy>瑞浩 開米</cp:lastModifiedBy>
  <cp:revision>1934</cp:revision>
  <cp:lastPrinted>2024-11-10T09:08:11Z</cp:lastPrinted>
  <dcterms:modified xsi:type="dcterms:W3CDTF">2025-03-08T07:10:33Z</dcterms:modified>
</cp:coreProperties>
</file>