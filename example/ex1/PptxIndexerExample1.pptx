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4"/>
  </p:notesMasterIdLst>
  <p:sldIdLst>
    <p:sldId id="1682" r:id="rId2"/>
    <p:sldId id="1688" r:id="rId3"/>
    <p:sldId id="1689" r:id="rId4"/>
    <p:sldId id="1690" r:id="rId5"/>
    <p:sldId id="1691" r:id="rId6"/>
    <p:sldId id="1692" r:id="rId7"/>
    <p:sldId id="1693" r:id="rId8"/>
    <p:sldId id="1695" r:id="rId9"/>
    <p:sldId id="1694" r:id="rId10"/>
    <p:sldId id="1686" r:id="rId11"/>
    <p:sldId id="1697" r:id="rId12"/>
    <p:sldId id="1696" r:id="rId13"/>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86408" autoAdjust="0"/>
  </p:normalViewPr>
  <p:slideViewPr>
    <p:cSldViewPr>
      <p:cViewPr varScale="1">
        <p:scale>
          <a:sx n="100" d="100"/>
          <a:sy n="100" d="100"/>
        </p:scale>
        <p:origin x="450" y="3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2025/2/21</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125984"/>
            <a:ext cx="10164233" cy="1752600"/>
          </a:xfrm>
        </p:spPr>
        <p:txBody>
          <a:bodyPr/>
          <a:lstStyle/>
          <a:p>
            <a:r>
              <a:rPr kumimoji="1" lang="en-US" altLang="ja-JP"/>
              <a:t>PowerPoint Indexing Labeler </a:t>
            </a:r>
            <a:br>
              <a:rPr kumimoji="1" lang="en-US" altLang="ja-JP"/>
            </a:br>
            <a:r>
              <a:rPr kumimoji="1" lang="en-US" altLang="ja-JP"/>
              <a:t>Simple Example - 1</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2024/12/09</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ファイルへの章節ナンバリングツールのシンプルな</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使用例の説明書です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en-US" altLang="ja-JP" sz="2800">
                <a:solidFill>
                  <a:schemeClr val="tx1"/>
                </a:solidFill>
              </a:rPr>
              <a:t>1.1) 1</a:t>
            </a:r>
            <a:r>
              <a:rPr lang="ja-JP" altLang="en-US" sz="2800">
                <a:solidFill>
                  <a:schemeClr val="tx1"/>
                </a:solidFill>
              </a:rPr>
              <a:t>章</a:t>
            </a:r>
            <a:r>
              <a:rPr lang="en-US" altLang="ja-JP" sz="2800">
                <a:solidFill>
                  <a:schemeClr val="tx1"/>
                </a:solidFill>
              </a:rPr>
              <a:t>1</a:t>
            </a:r>
            <a:r>
              <a:rPr lang="ja-JP" altLang="en-US" sz="2800">
                <a:solidFill>
                  <a:schemeClr val="tx1"/>
                </a:solidFill>
              </a:rPr>
              <a:t>節　章・節コードを章・節番号として変換する</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0BB8CE6E-C042-B8A2-D3B9-E5CCB9A91FCC}"/>
              </a:ext>
            </a:extLst>
          </p:cNvPr>
          <p:cNvCxnSpPr>
            <a:cxnSpLocks/>
          </p:cNvCxnSpPr>
          <p:nvPr/>
        </p:nvCxnSpPr>
        <p:spPr bwMode="auto">
          <a:xfrm flipH="1" flipV="1">
            <a:off x="235158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E97FF768-D7B0-F2D7-C938-975D829B1717}"/>
              </a:ext>
            </a:extLst>
          </p:cNvPr>
          <p:cNvCxnSpPr>
            <a:cxnSpLocks/>
          </p:cNvCxnSpPr>
          <p:nvPr/>
        </p:nvCxnSpPr>
        <p:spPr bwMode="auto">
          <a:xfrm>
            <a:off x="983432" y="836712"/>
            <a:ext cx="3024336"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3" name="テキスト ボックス 2">
            <a:extLst>
              <a:ext uri="{FF2B5EF4-FFF2-40B4-BE49-F238E27FC236}">
                <a16:creationId xmlns:a16="http://schemas.microsoft.com/office/drawing/2014/main" id="{5F306415-57E9-2311-CF44-DD1FF256194C}"/>
              </a:ext>
            </a:extLst>
          </p:cNvPr>
          <p:cNvSpPr txBox="1"/>
          <p:nvPr/>
        </p:nvSpPr>
        <p:spPr bwMode="auto">
          <a:xfrm>
            <a:off x="2141326" y="2801533"/>
            <a:ext cx="7693322" cy="2253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1" rIns="91440" bIns="45721" numCol="1" rtlCol="0" anchor="ctr" anchorCtr="0" compatLnSpc="1">
            <a:prstTxWarp prst="textNoShape">
              <a:avLst/>
            </a:prstTxWarp>
            <a:noAutofit/>
          </a:bodyPr>
          <a:lstStyle/>
          <a:p>
            <a:pPr algn="ctr" eaLnBrk="1"/>
            <a:r>
              <a:rPr kumimoji="1" lang="ja-JP" altLang="en-US" sz="1800" kern="0">
                <a:latin typeface="BIZ UDPゴシック" panose="020B0400000000000000" pitchFamily="50" charset="-128"/>
                <a:ea typeface="BIZ UDPゴシック" panose="020B0400000000000000" pitchFamily="50" charset="-128"/>
              </a:rPr>
              <a:t>コンテンツ部分は自由に書いてください</a:t>
            </a:r>
          </a:p>
        </p:txBody>
      </p:sp>
      <p:sp>
        <p:nvSpPr>
          <p:cNvPr id="18" name="テキスト ボックス 17">
            <a:extLst>
              <a:ext uri="{FF2B5EF4-FFF2-40B4-BE49-F238E27FC236}">
                <a16:creationId xmlns:a16="http://schemas.microsoft.com/office/drawing/2014/main" id="{46AC1A58-2721-1446-A26C-C06388242243}"/>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#DT# </a:t>
            </a:r>
            <a:r>
              <a:rPr kumimoji="1" lang="ja-JP" altLang="en-US" kern="0">
                <a:latin typeface="BIZ UDPゴシック" panose="020B0400000000000000" pitchFamily="50" charset="-128"/>
                <a:ea typeface="BIZ UDPゴシック" panose="020B0400000000000000" pitchFamily="50" charset="-128"/>
              </a:rPr>
              <a:t>ディレクティブ の後に章・節コードを記載しておくと、章・節番号として変換されます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080666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1F8E-50A8-4F8A-E781-852873814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F96E7-88C2-D902-9C2E-9600FF704557}"/>
              </a:ext>
            </a:extLst>
          </p:cNvPr>
          <p:cNvSpPr>
            <a:spLocks noGrp="1"/>
          </p:cNvSpPr>
          <p:nvPr>
            <p:ph type="title"/>
          </p:nvPr>
        </p:nvSpPr>
        <p:spPr/>
        <p:txBody>
          <a:bodyPr/>
          <a:lstStyle/>
          <a:p>
            <a:r>
              <a:rPr lang="en-US" altLang="ja-JP" sz="2800">
                <a:solidFill>
                  <a:schemeClr val="tx1"/>
                </a:solidFill>
              </a:rPr>
              <a:t>1.2) 1</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コード中の数字とナンバリングは無関係</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DA5E865D-78BB-FB71-5D75-163A85B73F81}"/>
              </a:ext>
            </a:extLst>
          </p:cNvPr>
          <p:cNvCxnSpPr>
            <a:cxnSpLocks/>
          </p:cNvCxnSpPr>
          <p:nvPr/>
        </p:nvCxnSpPr>
        <p:spPr bwMode="auto">
          <a:xfrm flipH="1" flipV="1">
            <a:off x="373250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6F1B0840-591F-D8CB-8C66-2C975F80E53C}"/>
              </a:ext>
            </a:extLst>
          </p:cNvPr>
          <p:cNvCxnSpPr>
            <a:cxnSpLocks/>
          </p:cNvCxnSpPr>
          <p:nvPr/>
        </p:nvCxnSpPr>
        <p:spPr bwMode="auto">
          <a:xfrm>
            <a:off x="3575720" y="836712"/>
            <a:ext cx="43204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36757A3-EEF4-36E2-F942-542E9758DFCF}"/>
              </a:ext>
            </a:extLst>
          </p:cNvPr>
          <p:cNvSpPr txBox="1"/>
          <p:nvPr/>
        </p:nvSpPr>
        <p:spPr bwMode="auto">
          <a:xfrm>
            <a:off x="3719736" y="1412777"/>
            <a:ext cx="6408712" cy="132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章・節コードの一部に数字を含めても、変換後の章／節番号とは無関係です。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しかし、実用的にはコンテンツ編集中は続き番号をつけておくほうが扱いやすいですね。</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4E5272D-30FA-EEC3-39F4-D682F9C15C73}"/>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10" name="フッター プレースホルダー 9">
            <a:extLst>
              <a:ext uri="{FF2B5EF4-FFF2-40B4-BE49-F238E27FC236}">
                <a16:creationId xmlns:a16="http://schemas.microsoft.com/office/drawing/2014/main" id="{941FC6D1-127E-3945-F139-AB289FAC144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3039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8C97-9B58-F82F-C216-FCD9B0F88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F8F7ED-22E7-FFA7-F955-4F5086E3BC2B}"/>
              </a:ext>
            </a:extLst>
          </p:cNvPr>
          <p:cNvSpPr>
            <a:spLocks noGrp="1"/>
          </p:cNvSpPr>
          <p:nvPr>
            <p:ph type="title"/>
          </p:nvPr>
        </p:nvSpPr>
        <p:spPr/>
        <p:txBody>
          <a:bodyPr/>
          <a:lstStyle/>
          <a:p>
            <a:r>
              <a:rPr lang="en-US" altLang="ja-JP" sz="2800">
                <a:solidFill>
                  <a:schemeClr val="tx1"/>
                </a:solidFill>
              </a:rPr>
              <a:t>1.3) 1</a:t>
            </a:r>
            <a:r>
              <a:rPr lang="ja-JP" altLang="en-US" sz="2800">
                <a:solidFill>
                  <a:schemeClr val="tx1"/>
                </a:solidFill>
              </a:rPr>
              <a:t>章</a:t>
            </a:r>
            <a:r>
              <a:rPr lang="en-US" altLang="ja-JP" sz="2800">
                <a:solidFill>
                  <a:schemeClr val="tx1"/>
                </a:solidFill>
              </a:rPr>
              <a:t>3</a:t>
            </a:r>
            <a:r>
              <a:rPr lang="ja-JP" altLang="en-US" sz="2800">
                <a:solidFill>
                  <a:schemeClr val="tx1"/>
                </a:solidFill>
              </a:rPr>
              <a:t>節　コードには数字を含む必要なし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9B7B053-4F7E-19EC-7419-87EFCE4269C3}"/>
              </a:ext>
            </a:extLst>
          </p:cNvPr>
          <p:cNvCxnSpPr>
            <a:cxnSpLocks/>
          </p:cNvCxnSpPr>
          <p:nvPr/>
        </p:nvCxnSpPr>
        <p:spPr bwMode="auto">
          <a:xfrm flipH="1" flipV="1">
            <a:off x="3760112"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A4EA1055-719A-9D77-1300-FCF7FB19B31E}"/>
              </a:ext>
            </a:extLst>
          </p:cNvPr>
          <p:cNvCxnSpPr>
            <a:cxnSpLocks/>
          </p:cNvCxnSpPr>
          <p:nvPr/>
        </p:nvCxnSpPr>
        <p:spPr bwMode="auto">
          <a:xfrm>
            <a:off x="3143672"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D342D1EB-189D-97A6-B4F5-9E926CDCAB50}"/>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章・節コードには数字を含む必要はありません。</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数字とは無関係に、出現順にナンバリングされます。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B5828B4-CB61-72FB-5B3E-83C4DCCD07B7}"/>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10" name="フッター プレースホルダー 9">
            <a:extLst>
              <a:ext uri="{FF2B5EF4-FFF2-40B4-BE49-F238E27FC236}">
                <a16:creationId xmlns:a16="http://schemas.microsoft.com/office/drawing/2014/main" id="{8C2F3352-4D5A-AE57-CBC3-CFDE62F4D9D5}"/>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0811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0F7D-9F47-F7EE-E06E-0C49FA8825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D59A9-AC51-10FB-8073-8D85B3254F81}"/>
              </a:ext>
            </a:extLst>
          </p:cNvPr>
          <p:cNvSpPr>
            <a:spLocks noGrp="1"/>
          </p:cNvSpPr>
          <p:nvPr>
            <p:ph type="title"/>
          </p:nvPr>
        </p:nvSpPr>
        <p:spPr/>
        <p:txBody>
          <a:bodyPr/>
          <a:lstStyle/>
          <a:p>
            <a:r>
              <a:rPr lang="en-US" altLang="ja-JP" sz="2800">
                <a:solidFill>
                  <a:schemeClr val="tx1"/>
                </a:solidFill>
              </a:rPr>
              <a:t>2.1) 2</a:t>
            </a:r>
            <a:r>
              <a:rPr lang="ja-JP" altLang="en-US" sz="2800">
                <a:solidFill>
                  <a:schemeClr val="tx1"/>
                </a:solidFill>
              </a:rPr>
              <a:t>章</a:t>
            </a:r>
            <a:r>
              <a:rPr lang="en-US" altLang="ja-JP" sz="2800">
                <a:solidFill>
                  <a:schemeClr val="tx1"/>
                </a:solidFill>
              </a:rPr>
              <a:t>1</a:t>
            </a:r>
            <a:r>
              <a:rPr lang="ja-JP" altLang="en-US" sz="2800">
                <a:solidFill>
                  <a:schemeClr val="tx1"/>
                </a:solidFill>
              </a:rPr>
              <a:t>節　節コードは章コード内でナンバリング</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C397AC3C-2964-C399-CA3B-6C5A1F1EA773}"/>
              </a:ext>
            </a:extLst>
          </p:cNvPr>
          <p:cNvCxnSpPr>
            <a:cxnSpLocks/>
          </p:cNvCxnSpPr>
          <p:nvPr/>
        </p:nvCxnSpPr>
        <p:spPr bwMode="auto">
          <a:xfrm flipV="1">
            <a:off x="2419220" y="836712"/>
            <a:ext cx="0" cy="3282132"/>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2DF095F-2553-8754-905E-FEAFCFA71AFB}"/>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2EDFB39-A6B9-9DC1-0DC7-67C14FFFC5F2}"/>
              </a:ext>
            </a:extLst>
          </p:cNvPr>
          <p:cNvSpPr txBox="1"/>
          <p:nvPr/>
        </p:nvSpPr>
        <p:spPr bwMode="auto">
          <a:xfrm>
            <a:off x="1991544" y="4118844"/>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 </a:t>
            </a:r>
            <a:r>
              <a:rPr kumimoji="1" lang="en-US" altLang="ja-JP" kern="0">
                <a:latin typeface="BIZ UDPゴシック" panose="020B0400000000000000" pitchFamily="50" charset="-128"/>
                <a:ea typeface="BIZ UDPゴシック" panose="020B0400000000000000" pitchFamily="50" charset="-128"/>
              </a:rPr>
              <a:t>CP2 </a:t>
            </a:r>
            <a:r>
              <a:rPr kumimoji="1" lang="ja-JP" altLang="en-US" kern="0">
                <a:latin typeface="BIZ UDPゴシック" panose="020B0400000000000000" pitchFamily="50" charset="-128"/>
                <a:ea typeface="BIZ UDPゴシック" panose="020B0400000000000000" pitchFamily="50" charset="-128"/>
              </a:rPr>
              <a:t>はここで初登場、</a:t>
            </a:r>
            <a:r>
              <a:rPr kumimoji="1" lang="en-US" altLang="ja-JP" kern="0">
                <a:latin typeface="BIZ UDPゴシック" panose="020B0400000000000000" pitchFamily="50" charset="-128"/>
                <a:ea typeface="BIZ UDPゴシック" panose="020B0400000000000000" pitchFamily="50" charset="-128"/>
              </a:rPr>
              <a:t>CP1 </a:t>
            </a:r>
            <a:r>
              <a:rPr kumimoji="1" lang="ja-JP" altLang="en-US" kern="0">
                <a:latin typeface="BIZ UDPゴシック" panose="020B0400000000000000" pitchFamily="50" charset="-128"/>
                <a:ea typeface="BIZ UDPゴシック" panose="020B0400000000000000" pitchFamily="50" charset="-128"/>
              </a:rPr>
              <a:t>の次なので「</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16B61DE4-C785-C297-B3C1-F8260C19C2BB}"/>
              </a:ext>
            </a:extLst>
          </p:cNvPr>
          <p:cNvCxnSpPr>
            <a:cxnSpLocks/>
          </p:cNvCxnSpPr>
          <p:nvPr/>
        </p:nvCxnSpPr>
        <p:spPr bwMode="auto">
          <a:xfrm>
            <a:off x="3190280"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8" name="テキスト ボックス 7">
            <a:extLst>
              <a:ext uri="{FF2B5EF4-FFF2-40B4-BE49-F238E27FC236}">
                <a16:creationId xmlns:a16="http://schemas.microsoft.com/office/drawing/2014/main" id="{4662000E-0AB9-04EF-9AC8-F33EE5B52C8D}"/>
              </a:ext>
            </a:extLst>
          </p:cNvPr>
          <p:cNvSpPr txBox="1"/>
          <p:nvPr/>
        </p:nvSpPr>
        <p:spPr bwMode="auto">
          <a:xfrm>
            <a:off x="3138296" y="1369548"/>
            <a:ext cx="6624736" cy="224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回目ですが、</a:t>
            </a:r>
            <a:r>
              <a:rPr kumimoji="1" lang="en-US" altLang="ja-JP" kern="0">
                <a:latin typeface="BIZ UDPゴシック" panose="020B0400000000000000" pitchFamily="50" charset="-128"/>
                <a:ea typeface="BIZ UDPゴシック" panose="020B0400000000000000" pitchFamily="50" charset="-128"/>
              </a:rPr>
              <a:t>CP2</a:t>
            </a:r>
            <a:r>
              <a:rPr kumimoji="1" lang="ja-JP" altLang="en-US" kern="0">
                <a:latin typeface="BIZ UDPゴシック" panose="020B0400000000000000" pitchFamily="50" charset="-128"/>
                <a:ea typeface="BIZ UDPゴシック" panose="020B0400000000000000" pitchFamily="50" charset="-128"/>
              </a:rPr>
              <a:t>の下の</a:t>
            </a:r>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は初登場なので「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節コードは同一の章コード内でナンバリングされるので、たとえば下記２つのコードの </a:t>
            </a:r>
            <a:r>
              <a:rPr kumimoji="1" lang="en-US" altLang="ja-JP" kern="0">
                <a:latin typeface="BIZ UDPゴシック" panose="020B0400000000000000" pitchFamily="50" charset="-128"/>
                <a:ea typeface="BIZ UDPゴシック" panose="020B0400000000000000" pitchFamily="50" charset="-128"/>
              </a:rPr>
              <a:t>'SLX' </a:t>
            </a:r>
            <a:r>
              <a:rPr kumimoji="1" lang="ja-JP" altLang="en-US" kern="0">
                <a:latin typeface="BIZ UDPゴシック" panose="020B0400000000000000" pitchFamily="50" charset="-128"/>
                <a:ea typeface="BIZ UDPゴシック" panose="020B0400000000000000" pitchFamily="50" charset="-128"/>
              </a:rPr>
              <a:t>は別番号になります。</a:t>
            </a:r>
            <a:endParaRPr kumimoji="1" lang="en-US" altLang="ja-JP" kern="0">
              <a:latin typeface="BIZ UDPゴシック" panose="020B0400000000000000" pitchFamily="50" charset="-128"/>
              <a:ea typeface="BIZ UDPゴシック" panose="020B0400000000000000" pitchFamily="50" charset="-128"/>
            </a:endParaRPr>
          </a:p>
          <a:p>
            <a:pPr algn="l" eaLnBrk="1"/>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　　　　</a:t>
            </a:r>
            <a:r>
              <a:rPr kumimoji="1" lang="en-US" altLang="ja-JP" kern="0">
                <a:latin typeface="BIZ UDPゴシック" panose="020B0400000000000000" pitchFamily="50" charset="-128"/>
                <a:ea typeface="BIZ UDPゴシック" panose="020B0400000000000000" pitchFamily="50" charset="-128"/>
              </a:rPr>
              <a:t>CP1.SLX</a:t>
            </a:r>
          </a:p>
          <a:p>
            <a:pPr algn="l" eaLnBrk="1"/>
            <a:r>
              <a:rPr lang="ja-JP" altLang="en-US" sz="2000">
                <a:solidFill>
                  <a:schemeClr val="tx1"/>
                </a:solidFill>
                <a:latin typeface="BIZ UDPゴシック" panose="020B0400000000000000" pitchFamily="50" charset="-128"/>
                <a:ea typeface="BIZ UDPゴシック" panose="020B0400000000000000" pitchFamily="50" charset="-128"/>
              </a:rPr>
              <a:t>　　　　</a:t>
            </a:r>
            <a:r>
              <a:rPr lang="en-US" altLang="ja-JP" sz="2000">
                <a:solidFill>
                  <a:schemeClr val="tx1"/>
                </a:solidFill>
                <a:latin typeface="BIZ UDPゴシック" panose="020B0400000000000000" pitchFamily="50" charset="-128"/>
                <a:ea typeface="BIZ UDPゴシック" panose="020B0400000000000000" pitchFamily="50" charset="-128"/>
              </a:rPr>
              <a:t>CP2.SLX</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0A66CDB-85B3-64C2-36D7-ED074C84AEC7}"/>
              </a:ext>
            </a:extLst>
          </p:cNvPr>
          <p:cNvCxnSpPr>
            <a:cxnSpLocks/>
          </p:cNvCxnSpPr>
          <p:nvPr/>
        </p:nvCxnSpPr>
        <p:spPr bwMode="auto">
          <a:xfrm flipH="1" flipV="1">
            <a:off x="3647728" y="836712"/>
            <a:ext cx="334640" cy="532836"/>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7" name="スライド番号プレースホルダー 16">
            <a:extLst>
              <a:ext uri="{FF2B5EF4-FFF2-40B4-BE49-F238E27FC236}">
                <a16:creationId xmlns:a16="http://schemas.microsoft.com/office/drawing/2014/main" id="{74AE8951-DA7C-15A5-1122-2AB61EED374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19" name="フッター プレースホルダー 18">
            <a:extLst>
              <a:ext uri="{FF2B5EF4-FFF2-40B4-BE49-F238E27FC236}">
                <a16:creationId xmlns:a16="http://schemas.microsoft.com/office/drawing/2014/main" id="{3360EAEB-7F94-3B6A-6D26-F35F15E04F36}"/>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4138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406F-6704-04D0-0324-0368FEE44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BAC124-B186-FBEA-1729-FDA67C5213A5}"/>
              </a:ext>
            </a:extLst>
          </p:cNvPr>
          <p:cNvSpPr>
            <a:spLocks noGrp="1"/>
          </p:cNvSpPr>
          <p:nvPr>
            <p:ph type="title"/>
          </p:nvPr>
        </p:nvSpPr>
        <p:spPr/>
        <p:txBody>
          <a:bodyPr/>
          <a:lstStyle/>
          <a:p>
            <a:r>
              <a:rPr lang="en-US" altLang="ja-JP" sz="2800">
                <a:solidFill>
                  <a:schemeClr val="tx1"/>
                </a:solidFill>
              </a:rPr>
              <a:t>3) 3</a:t>
            </a:r>
            <a:r>
              <a:rPr lang="ja-JP" altLang="en-US" sz="2800">
                <a:solidFill>
                  <a:schemeClr val="tx1"/>
                </a:solidFill>
              </a:rPr>
              <a:t>章　章コードのみの使用</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6280132-E5ED-F3C3-3419-A8AF341FFE16}"/>
              </a:ext>
            </a:extLst>
          </p:cNvPr>
          <p:cNvCxnSpPr>
            <a:cxnSpLocks/>
          </p:cNvCxnSpPr>
          <p:nvPr/>
        </p:nvCxnSpPr>
        <p:spPr bwMode="auto">
          <a:xfrm flipH="1" flipV="1">
            <a:off x="2567608" y="836712"/>
            <a:ext cx="427676" cy="108012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5427525-5723-1BD4-F1E0-157044581126}"/>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585A48D6-CDD1-17A7-3BA3-50CC81A1CC8E}"/>
              </a:ext>
            </a:extLst>
          </p:cNvPr>
          <p:cNvSpPr txBox="1"/>
          <p:nvPr/>
        </p:nvSpPr>
        <p:spPr bwMode="auto">
          <a:xfrm>
            <a:off x="2423592" y="2032980"/>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章コードのみを使用することもできます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10" name="スライド番号プレースホルダー 9">
            <a:extLst>
              <a:ext uri="{FF2B5EF4-FFF2-40B4-BE49-F238E27FC236}">
                <a16:creationId xmlns:a16="http://schemas.microsoft.com/office/drawing/2014/main" id="{8D2CDC05-E234-823A-DF2F-57557497B027}"/>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11" name="フッター プレースホルダー 10">
            <a:extLst>
              <a:ext uri="{FF2B5EF4-FFF2-40B4-BE49-F238E27FC236}">
                <a16:creationId xmlns:a16="http://schemas.microsoft.com/office/drawing/2014/main" id="{9898A7AF-3EC1-5AA5-F314-8B7089964260}"/>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46324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95FD-65BC-02B0-FC32-C6283FA1A3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99E3D-F46B-0B5A-050C-3D6649649A03}"/>
              </a:ext>
            </a:extLst>
          </p:cNvPr>
          <p:cNvSpPr>
            <a:spLocks noGrp="1"/>
          </p:cNvSpPr>
          <p:nvPr>
            <p:ph type="title"/>
          </p:nvPr>
        </p:nvSpPr>
        <p:spPr/>
        <p:txBody>
          <a:bodyPr/>
          <a:lstStyle/>
          <a:p>
            <a:r>
              <a:rPr lang="en-US" altLang="ja-JP" sz="2800">
                <a:solidFill>
                  <a:schemeClr val="tx1"/>
                </a:solidFill>
              </a:rPr>
              <a:t>3.1&gt; 3</a:t>
            </a:r>
            <a:r>
              <a:rPr lang="ja-JP" altLang="en-US" sz="2800">
                <a:solidFill>
                  <a:schemeClr val="tx1"/>
                </a:solidFill>
              </a:rPr>
              <a:t>章</a:t>
            </a:r>
            <a:r>
              <a:rPr lang="en-US" altLang="ja-JP" sz="2800">
                <a:solidFill>
                  <a:schemeClr val="tx1"/>
                </a:solidFill>
              </a:rPr>
              <a:t>1</a:t>
            </a:r>
            <a:r>
              <a:rPr lang="ja-JP" altLang="en-US" sz="2800">
                <a:solidFill>
                  <a:schemeClr val="tx1"/>
                </a:solidFill>
              </a:rPr>
              <a:t>節　コードの終端記号</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4A1F9026-9A73-B093-879F-6CB9F05B6A81}"/>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5B6AF1EE-7B47-0116-6FF3-993BB7D6076D}"/>
              </a:ext>
            </a:extLst>
          </p:cNvPr>
          <p:cNvCxnSpPr>
            <a:cxnSpLocks/>
          </p:cNvCxnSpPr>
          <p:nvPr/>
        </p:nvCxnSpPr>
        <p:spPr bwMode="auto">
          <a:xfrm>
            <a:off x="3810220" y="836712"/>
            <a:ext cx="369515"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31FB689-1B21-F8F4-350B-13181151816D}"/>
              </a:ext>
            </a:extLst>
          </p:cNvPr>
          <p:cNvSpPr txBox="1"/>
          <p:nvPr/>
        </p:nvSpPr>
        <p:spPr bwMode="auto">
          <a:xfrm>
            <a:off x="3863752" y="1556792"/>
            <a:ext cx="6624736"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コードの終端は</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英数字</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アンダースコア</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ピリオド</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以外の文字です。</a:t>
            </a:r>
            <a:endParaRPr kumimoji="1" lang="en-US" altLang="ja-JP" kern="0">
              <a:latin typeface="BIZ UDPゴシック" panose="020B0400000000000000" pitchFamily="50" charset="-128"/>
              <a:ea typeface="BIZ UDPゴシック" panose="020B0400000000000000" pitchFamily="50" charset="-128"/>
            </a:endParaRPr>
          </a:p>
          <a:p>
            <a:pPr algn="l" eaLnBrk="1"/>
            <a:r>
              <a:rPr lang="en-US" altLang="ja-JP" kern="0">
                <a:latin typeface="BIZ UDPゴシック" panose="020B0400000000000000" pitchFamily="50" charset="-128"/>
                <a:ea typeface="BIZ UDPゴシック" panose="020B0400000000000000" pitchFamily="50" charset="-128"/>
              </a:rPr>
              <a:t>&gt;, &lt;, ),(,|,!,# </a:t>
            </a:r>
            <a:r>
              <a:rPr lang="ja-JP" altLang="en-US" kern="0">
                <a:latin typeface="BIZ UDPゴシック" panose="020B0400000000000000" pitchFamily="50" charset="-128"/>
                <a:ea typeface="BIZ UDPゴシック" panose="020B0400000000000000" pitchFamily="50" charset="-128"/>
              </a:rPr>
              <a:t>など使用できます。空白も可です。</a:t>
            </a:r>
            <a:endParaRPr lang="en-US" altLang="ja-JP" kern="0">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79A5A38B-6704-0A23-100E-3FD2FED37BF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8" name="フッター プレースホルダー 7">
            <a:extLst>
              <a:ext uri="{FF2B5EF4-FFF2-40B4-BE49-F238E27FC236}">
                <a16:creationId xmlns:a16="http://schemas.microsoft.com/office/drawing/2014/main" id="{57D0A1F5-60EF-A4E7-609F-A3EC9D49C5BF}"/>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576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3.2) 3</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コードの文字数制限なし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3148172" y="836712"/>
            <a:ext cx="186770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556792"/>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コードの文字数に制限はありません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9FFF78D3-4F03-8F75-C045-F5D9A24380D7}"/>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6" name="フッター プレースホルダー 5">
            <a:extLst>
              <a:ext uri="{FF2B5EF4-FFF2-40B4-BE49-F238E27FC236}">
                <a16:creationId xmlns:a16="http://schemas.microsoft.com/office/drawing/2014/main" id="{D69D8706-3921-6DC1-51A7-90DE834AF52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6740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3.3) </a:t>
            </a:r>
            <a:r>
              <a:rPr lang="ja-JP" altLang="en-US" sz="2800">
                <a:solidFill>
                  <a:schemeClr val="tx1"/>
                </a:solidFill>
              </a:rPr>
              <a:t>タイトルを引用可能</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V="1">
            <a:off x="4583832" y="836712"/>
            <a:ext cx="216024" cy="453145"/>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4228292" y="836712"/>
            <a:ext cx="474802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288982"/>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コードより後の部分を「タイトル」として独立に引用可能です</a:t>
            </a:r>
            <a:endParaRPr lang="en-US" altLang="ja-JP"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69A9B1F-2956-E37C-0B50-82C2873E144D}"/>
              </a:ext>
            </a:extLst>
          </p:cNvPr>
          <p:cNvSpPr txBox="1"/>
          <p:nvPr/>
        </p:nvSpPr>
        <p:spPr bwMode="auto">
          <a:xfrm>
            <a:off x="1055440" y="1835620"/>
            <a:ext cx="7488832"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引用する場合は </a:t>
            </a:r>
            <a:r>
              <a:rPr kumimoji="1" lang="en-US" altLang="ja-JP" kern="0">
                <a:latin typeface="BIZ UDPゴシック" panose="020B0400000000000000" pitchFamily="50" charset="-128"/>
                <a:ea typeface="BIZ UDPゴシック" panose="020B0400000000000000" pitchFamily="50" charset="-128"/>
              </a:rPr>
              <a:t>#R(I|T|IT|RN)#code </a:t>
            </a:r>
            <a:r>
              <a:rPr kumimoji="1" lang="ja-JP" altLang="en-US" kern="0">
                <a:latin typeface="BIZ UDPゴシック" panose="020B0400000000000000" pitchFamily="50" charset="-128"/>
                <a:ea typeface="BIZ UDPゴシック" panose="020B0400000000000000" pitchFamily="50" charset="-128"/>
              </a:rPr>
              <a:t>の書式を使います。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下記にそれぞれの引用書式例を示します。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D5610B71-0134-41E9-A685-2B0EA76E07D9}"/>
              </a:ext>
            </a:extLst>
          </p:cNvPr>
          <p:cNvSpPr txBox="1"/>
          <p:nvPr/>
        </p:nvSpPr>
        <p:spPr bwMode="auto">
          <a:xfrm>
            <a:off x="1055440" y="2860780"/>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06E3272-DF94-46C7-ECC4-787AD99F8943}"/>
              </a:ext>
            </a:extLst>
          </p:cNvPr>
          <p:cNvSpPr txBox="1"/>
          <p:nvPr/>
        </p:nvSpPr>
        <p:spPr bwMode="auto">
          <a:xfrm>
            <a:off x="4007767" y="286078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2CF7C5A-577C-3197-69D7-5A6E90C2EB57}"/>
              </a:ext>
            </a:extLst>
          </p:cNvPr>
          <p:cNvSpPr txBox="1"/>
          <p:nvPr/>
        </p:nvSpPr>
        <p:spPr bwMode="auto">
          <a:xfrm>
            <a:off x="1055440" y="382922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タイトル</a:t>
            </a:r>
            <a:endParaRPr lang="en-US" altLang="ja-JP"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904AF92-C8C6-F099-3959-E40BA23E1587}"/>
              </a:ext>
            </a:extLst>
          </p:cNvPr>
          <p:cNvSpPr txBox="1"/>
          <p:nvPr/>
        </p:nvSpPr>
        <p:spPr bwMode="auto">
          <a:xfrm>
            <a:off x="4007767" y="382922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D1FFF27-5BDD-6D4B-A707-7A2AEA1E9FD8}"/>
              </a:ext>
            </a:extLst>
          </p:cNvPr>
          <p:cNvSpPr txBox="1"/>
          <p:nvPr/>
        </p:nvSpPr>
        <p:spPr bwMode="auto">
          <a:xfrm>
            <a:off x="1055440" y="4782489"/>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章節番号＋タイトル</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00DE0F33-0CA2-9634-0BD4-536597BA5165}"/>
              </a:ext>
            </a:extLst>
          </p:cNvPr>
          <p:cNvSpPr txBox="1"/>
          <p:nvPr/>
        </p:nvSpPr>
        <p:spPr bwMode="auto">
          <a:xfrm>
            <a:off x="4007767" y="478248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8B86910-A226-04B4-4296-BA5C0E7B2043}"/>
              </a:ext>
            </a:extLst>
          </p:cNvPr>
          <p:cNvSpPr txBox="1"/>
          <p:nvPr/>
        </p:nvSpPr>
        <p:spPr bwMode="auto">
          <a:xfrm>
            <a:off x="1055440" y="570896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スライド番号</a:t>
            </a:r>
            <a:endParaRPr lang="en-US" altLang="ja-JP"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8D0DD67-0CC8-728C-449C-02A3AA25673F}"/>
              </a:ext>
            </a:extLst>
          </p:cNvPr>
          <p:cNvSpPr txBox="1"/>
          <p:nvPr/>
        </p:nvSpPr>
        <p:spPr bwMode="auto">
          <a:xfrm>
            <a:off x="4007767" y="570896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58B97FF-ECFF-9EF7-ABD0-905466B72781}"/>
              </a:ext>
            </a:extLst>
          </p:cNvPr>
          <p:cNvSpPr txBox="1"/>
          <p:nvPr/>
        </p:nvSpPr>
        <p:spPr bwMode="auto">
          <a:xfrm>
            <a:off x="3143672" y="3230187"/>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C5D50BE-CB23-6EC7-13CB-0AB45EC74679}"/>
              </a:ext>
            </a:extLst>
          </p:cNvPr>
          <p:cNvSpPr txBox="1"/>
          <p:nvPr/>
        </p:nvSpPr>
        <p:spPr bwMode="auto">
          <a:xfrm>
            <a:off x="3143672" y="4182524"/>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756F940E-4CBA-63DB-AF30-579DCC399374}"/>
              </a:ext>
            </a:extLst>
          </p:cNvPr>
          <p:cNvSpPr txBox="1"/>
          <p:nvPr/>
        </p:nvSpPr>
        <p:spPr bwMode="auto">
          <a:xfrm>
            <a:off x="3143672" y="515112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BB064FC-9C0F-E54D-6AAB-E411361B603B}"/>
              </a:ext>
            </a:extLst>
          </p:cNvPr>
          <p:cNvSpPr txBox="1"/>
          <p:nvPr/>
        </p:nvSpPr>
        <p:spPr bwMode="auto">
          <a:xfrm>
            <a:off x="3143672" y="606087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5" name="スライド番号プレースホルダー 24">
            <a:extLst>
              <a:ext uri="{FF2B5EF4-FFF2-40B4-BE49-F238E27FC236}">
                <a16:creationId xmlns:a16="http://schemas.microsoft.com/office/drawing/2014/main" id="{D2CA2EA5-57F6-BBC5-0FCC-6BD46C33BD92}"/>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6" name="フッター プレースホルダー 25">
            <a:extLst>
              <a:ext uri="{FF2B5EF4-FFF2-40B4-BE49-F238E27FC236}">
                <a16:creationId xmlns:a16="http://schemas.microsoft.com/office/drawing/2014/main" id="{858B4FEA-B5F9-DAC0-E0F0-4B14B955217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23" name="テキスト ボックス 22">
            <a:extLst>
              <a:ext uri="{FF2B5EF4-FFF2-40B4-BE49-F238E27FC236}">
                <a16:creationId xmlns:a16="http://schemas.microsoft.com/office/drawing/2014/main" id="{617707AB-5A06-421E-D096-10451D518D09}"/>
              </a:ext>
            </a:extLst>
          </p:cNvPr>
          <p:cNvSpPr txBox="1"/>
          <p:nvPr/>
        </p:nvSpPr>
        <p:spPr bwMode="auto">
          <a:xfrm>
            <a:off x="4007768" y="3237291"/>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357F7374-73E7-FEFE-4F76-0A591FEBDCB6}"/>
              </a:ext>
            </a:extLst>
          </p:cNvPr>
          <p:cNvSpPr txBox="1"/>
          <p:nvPr/>
        </p:nvSpPr>
        <p:spPr bwMode="auto">
          <a:xfrm>
            <a:off x="4007768" y="420573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56448A83-9475-F9FB-2C69-03A06F7F4B74}"/>
              </a:ext>
            </a:extLst>
          </p:cNvPr>
          <p:cNvSpPr txBox="1"/>
          <p:nvPr/>
        </p:nvSpPr>
        <p:spPr bwMode="auto">
          <a:xfrm>
            <a:off x="4007768" y="515900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2E9E8714-A4D7-0961-EAEF-F009AF338AAF}"/>
              </a:ext>
            </a:extLst>
          </p:cNvPr>
          <p:cNvSpPr txBox="1"/>
          <p:nvPr/>
        </p:nvSpPr>
        <p:spPr bwMode="auto">
          <a:xfrm>
            <a:off x="4007768" y="608547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19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(1)</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41ADEE6-2AC5-880A-300C-D1FC0140A820}"/>
              </a:ext>
            </a:extLst>
          </p:cNvPr>
          <p:cNvSpPr txBox="1"/>
          <p:nvPr/>
        </p:nvSpPr>
        <p:spPr bwMode="auto">
          <a:xfrm>
            <a:off x="1127453" y="1253698"/>
            <a:ext cx="9577065" cy="19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#RLISTIT# </a:t>
            </a:r>
            <a:r>
              <a:rPr lang="ja-JP" altLang="en-US" kern="0">
                <a:latin typeface="BIZ UDPゴシック" panose="020B0400000000000000" pitchFamily="50" charset="-128"/>
                <a:ea typeface="BIZ UDPゴシック" panose="020B0400000000000000" pitchFamily="50" charset="-128"/>
              </a:rPr>
              <a:t>ディレクティブで、ある章に属す節の 章節番号</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タイトル一覧を出力できます。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#RLISTSN# </a:t>
            </a:r>
            <a:r>
              <a:rPr lang="ja-JP" altLang="en-US" kern="0">
                <a:latin typeface="BIZ UDPゴシック" panose="020B0400000000000000" pitchFamily="50" charset="-128"/>
                <a:ea typeface="BIZ UDPゴシック" panose="020B0400000000000000" pitchFamily="50" charset="-128"/>
              </a:rPr>
              <a:t>ディレクティブで、ある章に属す節の スライド番号一覧を出力できます。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両者を組み合わせて目次ページを作ることができます。</a:t>
            </a:r>
            <a:endParaRPr lang="en-US" altLang="ja-JP" kern="0">
              <a:latin typeface="BIZ UDPゴシック" panose="020B0400000000000000" pitchFamily="50" charset="-128"/>
              <a:ea typeface="BIZ UDPゴシック" panose="020B0400000000000000" pitchFamily="50" charset="-128"/>
            </a:endParaRPr>
          </a:p>
          <a:p>
            <a:pPr eaLnBrk="1"/>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97208C5-A8ED-73E8-AECE-EEE0D7A6F78C}"/>
              </a:ext>
            </a:extLst>
          </p:cNvPr>
          <p:cNvSpPr txBox="1"/>
          <p:nvPr/>
        </p:nvSpPr>
        <p:spPr bwMode="auto">
          <a:xfrm>
            <a:off x="1323525" y="4296944"/>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3.1) 3章1節　コードの終端記号
3.2) 3章2節　コードの文字数制限なし
3.3) タイトルを引用可能
</a:t>
            </a:r>
          </a:p>
        </p:txBody>
      </p:sp>
      <p:sp>
        <p:nvSpPr>
          <p:cNvPr id="4" name="テキスト ボックス 3">
            <a:extLst>
              <a:ext uri="{FF2B5EF4-FFF2-40B4-BE49-F238E27FC236}">
                <a16:creationId xmlns:a16="http://schemas.microsoft.com/office/drawing/2014/main" id="{1A48185C-6C02-38A8-F736-166E89B5431C}"/>
              </a:ext>
            </a:extLst>
          </p:cNvPr>
          <p:cNvSpPr txBox="1"/>
          <p:nvPr/>
        </p:nvSpPr>
        <p:spPr bwMode="auto">
          <a:xfrm>
            <a:off x="7320136" y="4296944"/>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6
7
8
</a:t>
            </a:r>
          </a:p>
        </p:txBody>
      </p:sp>
      <p:sp>
        <p:nvSpPr>
          <p:cNvPr id="8" name="テキスト ボックス 7">
            <a:extLst>
              <a:ext uri="{FF2B5EF4-FFF2-40B4-BE49-F238E27FC236}">
                <a16:creationId xmlns:a16="http://schemas.microsoft.com/office/drawing/2014/main" id="{2941F588-1B3B-4940-2E56-8ED3E16ED65A}"/>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589DDBB5-764A-D4F0-E018-AFD4F0A1B438}"/>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3280D1F3-FD50-5DC7-11BC-3F65B3056F20}"/>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E1AAD504-5ACE-A92E-C87F-1C07E8C197B3}"/>
              </a:ext>
            </a:extLst>
          </p:cNvPr>
          <p:cNvCxnSpPr/>
          <p:nvPr/>
        </p:nvCxnSpPr>
        <p:spPr bwMode="auto">
          <a:xfrm>
            <a:off x="9480376"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6" name="スライド番号プレースホルダー 15">
            <a:extLst>
              <a:ext uri="{FF2B5EF4-FFF2-40B4-BE49-F238E27FC236}">
                <a16:creationId xmlns:a16="http://schemas.microsoft.com/office/drawing/2014/main" id="{B9045163-BF32-9261-10C9-75E7AB31ED20}"/>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17" name="フッター プレースホルダー 16">
            <a:extLst>
              <a:ext uri="{FF2B5EF4-FFF2-40B4-BE49-F238E27FC236}">
                <a16:creationId xmlns:a16="http://schemas.microsoft.com/office/drawing/2014/main" id="{E4B12B23-E93E-5012-9285-ED17F9D3BCA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3783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(2)</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163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#RLISTIT# </a:t>
            </a:r>
            <a:r>
              <a:rPr kumimoji="1" lang="ja-JP" altLang="en-US" sz="2000" kern="0">
                <a:latin typeface="BIZ UDPゴシック" panose="020B0400000000000000" pitchFamily="50" charset="-128"/>
                <a:ea typeface="BIZ UDPゴシック" panose="020B0400000000000000" pitchFamily="50" charset="-128"/>
              </a:rPr>
              <a:t>ディレクティブは「節」のみの一覧なので、</a:t>
            </a:r>
            <a:r>
              <a:rPr lang="ja-JP" altLang="en-US" kern="0">
                <a:latin typeface="BIZ UDPゴシック" panose="020B0400000000000000" pitchFamily="50" charset="-128"/>
                <a:ea typeface="BIZ UDPゴシック" panose="020B0400000000000000" pitchFamily="50" charset="-128"/>
              </a:rPr>
              <a:t>章</a:t>
            </a:r>
            <a:r>
              <a:rPr kumimoji="1" lang="ja-JP" altLang="en-US" sz="2000" kern="0">
                <a:latin typeface="BIZ UDPゴシック" panose="020B0400000000000000" pitchFamily="50" charset="-128"/>
                <a:ea typeface="BIZ UDPゴシック" panose="020B0400000000000000" pitchFamily="50" charset="-128"/>
              </a:rPr>
              <a:t>コードのみのページは出力されません。</a:t>
            </a:r>
            <a:endParaRPr kumimoji="1" lang="en-US" altLang="ja-JP" sz="2000"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しかし、実際には各章ごとに章見出しページを作ることが多いでしょう。</a:t>
            </a:r>
            <a:endParaRPr lang="en-US" altLang="ja-JP" kern="0">
              <a:latin typeface="BIZ UDPゴシック" panose="020B0400000000000000" pitchFamily="50" charset="-128"/>
              <a:ea typeface="BIZ UDPゴシック" panose="020B0400000000000000" pitchFamily="50" charset="-128"/>
            </a:endParaRPr>
          </a:p>
          <a:p>
            <a:pPr eaLnBrk="1"/>
            <a:r>
              <a:rPr kumimoji="1" lang="ja-JP" altLang="en-US" sz="2000" kern="0">
                <a:latin typeface="BIZ UDPゴシック" panose="020B0400000000000000" pitchFamily="50" charset="-128"/>
                <a:ea typeface="BIZ UDPゴシック" panose="020B0400000000000000" pitchFamily="50" charset="-128"/>
              </a:rPr>
              <a:t>その場合は、</a:t>
            </a:r>
            <a:r>
              <a:rPr kumimoji="1" lang="en-US" altLang="ja-JP" sz="2000" kern="0">
                <a:latin typeface="BIZ UDPゴシック" panose="020B0400000000000000" pitchFamily="50" charset="-128"/>
                <a:ea typeface="BIZ UDPゴシック" panose="020B0400000000000000" pitchFamily="50" charset="-128"/>
              </a:rPr>
              <a:t>#RLIST()# </a:t>
            </a:r>
            <a:r>
              <a:rPr kumimoji="1" lang="ja-JP" altLang="en-US" sz="2000" kern="0">
                <a:latin typeface="BIZ UDPゴシック" panose="020B0400000000000000" pitchFamily="50" charset="-128"/>
                <a:ea typeface="BIZ UDPゴシック" panose="020B0400000000000000" pitchFamily="50" charset="-128"/>
              </a:rPr>
              <a:t>の上に </a:t>
            </a:r>
            <a:r>
              <a:rPr kumimoji="1" lang="en-US" altLang="ja-JP" sz="2000" kern="0">
                <a:latin typeface="BIZ UDPゴシック" panose="020B0400000000000000" pitchFamily="50" charset="-128"/>
                <a:ea typeface="BIZ UDPゴシック" panose="020B0400000000000000" pitchFamily="50" charset="-128"/>
              </a:rPr>
              <a:t>#RIT# </a:t>
            </a:r>
            <a:r>
              <a:rPr kumimoji="1" lang="ja-JP" altLang="en-US" sz="2000" kern="0">
                <a:latin typeface="BIZ UDPゴシック" panose="020B0400000000000000" pitchFamily="50" charset="-128"/>
                <a:ea typeface="BIZ UDPゴシック" panose="020B0400000000000000" pitchFamily="50" charset="-128"/>
              </a:rPr>
              <a:t>と </a:t>
            </a:r>
            <a:r>
              <a:rPr kumimoji="1" lang="en-US" altLang="ja-JP" sz="2000" kern="0">
                <a:latin typeface="BIZ UDPゴシック" panose="020B0400000000000000" pitchFamily="50" charset="-128"/>
                <a:ea typeface="BIZ UDPゴシック" panose="020B0400000000000000" pitchFamily="50" charset="-128"/>
              </a:rPr>
              <a:t>#RN# </a:t>
            </a:r>
            <a:r>
              <a:rPr kumimoji="1" lang="ja-JP" altLang="en-US" sz="2000" kern="0">
                <a:latin typeface="BIZ UDPゴシック" panose="020B0400000000000000" pitchFamily="50" charset="-128"/>
                <a:ea typeface="BIZ UDPゴシック" panose="020B0400000000000000" pitchFamily="50" charset="-128"/>
              </a:rPr>
              <a:t>で章見出しページの章節番号＋タイトル、スライド番号を引用してください。</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845936B-304B-F21D-FF8C-C5A89BE6301E}"/>
              </a:ext>
            </a:extLst>
          </p:cNvPr>
          <p:cNvSpPr txBox="1"/>
          <p:nvPr/>
        </p:nvSpPr>
        <p:spPr bwMode="auto">
          <a:xfrm>
            <a:off x="1323525" y="4551238"/>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3.1) 3章1節　コードの終端記号
3.2) 3章2節　コードの文字数制限なし
3.3) タイトルを引用可能
</a:t>
            </a:r>
          </a:p>
        </p:txBody>
      </p:sp>
      <p:sp>
        <p:nvSpPr>
          <p:cNvPr id="4" name="テキスト ボックス 3">
            <a:extLst>
              <a:ext uri="{FF2B5EF4-FFF2-40B4-BE49-F238E27FC236}">
                <a16:creationId xmlns:a16="http://schemas.microsoft.com/office/drawing/2014/main" id="{88FEC7F3-CC34-1F7D-8436-3C04308195FB}"/>
              </a:ext>
            </a:extLst>
          </p:cNvPr>
          <p:cNvSpPr txBox="1"/>
          <p:nvPr/>
        </p:nvSpPr>
        <p:spPr bwMode="auto">
          <a:xfrm>
            <a:off x="7320136" y="4551238"/>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6
7
8
</a:t>
            </a:r>
          </a:p>
        </p:txBody>
      </p:sp>
      <p:sp>
        <p:nvSpPr>
          <p:cNvPr id="8" name="テキスト ボックス 7">
            <a:extLst>
              <a:ext uri="{FF2B5EF4-FFF2-40B4-BE49-F238E27FC236}">
                <a16:creationId xmlns:a16="http://schemas.microsoft.com/office/drawing/2014/main" id="{6B036FB7-ADDA-AC36-DFFB-AE3FB7B99969}"/>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45518C82-EF82-46FB-29D7-6704F8969E1A}"/>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9219734F-CA86-626B-8055-27A206D441B9}"/>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A307A96E-E98B-37E9-01F9-3E8F8AA6C4B3}"/>
              </a:ext>
            </a:extLst>
          </p:cNvPr>
          <p:cNvCxnSpPr/>
          <p:nvPr/>
        </p:nvCxnSpPr>
        <p:spPr bwMode="auto">
          <a:xfrm>
            <a:off x="9336360"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B59199D7-8B37-7BD9-AE33-A7EA6BC9B72F}"/>
              </a:ext>
            </a:extLst>
          </p:cNvPr>
          <p:cNvSpPr txBox="1"/>
          <p:nvPr/>
        </p:nvSpPr>
        <p:spPr bwMode="auto">
          <a:xfrm>
            <a:off x="1058447" y="4242960"/>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 3章　章コードのみの使用</a:t>
            </a:r>
          </a:p>
        </p:txBody>
      </p:sp>
      <p:sp>
        <p:nvSpPr>
          <p:cNvPr id="6" name="テキスト ボックス 5">
            <a:extLst>
              <a:ext uri="{FF2B5EF4-FFF2-40B4-BE49-F238E27FC236}">
                <a16:creationId xmlns:a16="http://schemas.microsoft.com/office/drawing/2014/main" id="{5973704E-756B-0FCE-937E-383984A5C13E}"/>
              </a:ext>
            </a:extLst>
          </p:cNvPr>
          <p:cNvSpPr txBox="1"/>
          <p:nvPr/>
        </p:nvSpPr>
        <p:spPr bwMode="auto">
          <a:xfrm>
            <a:off x="7320136" y="4242960"/>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5</a:t>
            </a: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91367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シェイプ削除</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
            </a:r>
            <a:r>
              <a:rPr kumimoji="1" lang="ja-JP" altLang="en-US" sz="2000" kern="0">
                <a:latin typeface="BIZ UDPゴシック" panose="020B0400000000000000" pitchFamily="50" charset="-128"/>
                <a:ea typeface="BIZ UDPゴシック" panose="020B0400000000000000" pitchFamily="50" charset="-128"/>
              </a:rPr>
              <a:t>削除対象シェイプ</a:t>
            </a:r>
            <a:endParaRPr kumimoji="1" lang="en-US" altLang="ja-JP" sz="2000" kern="0">
              <a:latin typeface="BIZ UDPゴシック" panose="020B0400000000000000" pitchFamily="50" charset="-128"/>
              <a:ea typeface="BIZ UDPゴシック" panose="020B0400000000000000" pitchFamily="50" charset="-128"/>
            </a:endParaRP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11</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6790415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20291</TotalTime>
  <Words>758</Words>
  <Application>Microsoft Office PowerPoint</Application>
  <PresentationFormat>ワイド画面</PresentationFormat>
  <Paragraphs>91</Paragraphs>
  <Slides>12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BIZ UDPゴシック</vt:lpstr>
      <vt:lpstr>FOT-UD丸ゴ_ラージ Pr6 M</vt:lpstr>
      <vt:lpstr>Arial</vt:lpstr>
      <vt:lpstr>Garamond</vt:lpstr>
      <vt:lpstr>Wingdings</vt:lpstr>
      <vt:lpstr>Edge</vt:lpstr>
      <vt:lpstr>PowerPoint Indexing Labeler  Simple Example - 1</vt:lpstr>
      <vt:lpstr>#DT#CP1.SL1#) 1章1節　章・節コードを章・節番号として変換する</vt:lpstr>
      <vt:lpstr>#DT#CP1.SL2#) 1章2節　コード中の数字とナンバリングは無関係</vt:lpstr>
      <vt:lpstr>#DT#CP1.SLX#) 1章3節　コードには数字を含む必要なし</vt:lpstr>
      <vt:lpstr>#DT#CP2.SLX#) 2章1節　節コードは章コード内でナンバリング</vt:lpstr>
      <vt:lpstr>#DT#CP3#) 3章　章コードのみの使用</vt:lpstr>
      <vt:lpstr>#DT#CP3.SL1#&gt; 3章1節　コードの終端記号</vt:lpstr>
      <vt:lpstr>#DT#CP3.longcode#) 3章2節　コードの文字数制限なし</vt:lpstr>
      <vt:lpstr>#DT#CP3.SL3#) タイトルを引用可能</vt:lpstr>
      <vt:lpstr>目次ページの作成法(1)</vt:lpstr>
      <vt:lpstr>目次ページの作成法(2)</vt:lpstr>
      <vt:lpstr>シェイプ削除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1828</cp:revision>
  <cp:lastPrinted>2024-11-10T09:08:11Z</cp:lastPrinted>
  <dcterms:modified xsi:type="dcterms:W3CDTF">2025-02-20T16:28:42Z</dcterms:modified>
</cp:coreProperties>
</file>