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11"/>
  </p:notesMasterIdLst>
  <p:sldIdLst>
    <p:sldId id="1682" r:id="rId2"/>
    <p:sldId id="1713" r:id="rId3"/>
    <p:sldId id="1717" r:id="rId4"/>
    <p:sldId id="1703" r:id="rId5"/>
    <p:sldId id="1714" r:id="rId6"/>
    <p:sldId id="1688" r:id="rId7"/>
    <p:sldId id="1702" r:id="rId8"/>
    <p:sldId id="1716" r:id="rId9"/>
    <p:sldId id="1715" r:id="rId10"/>
  </p:sldIdLst>
  <p:sldSz cx="12192000" cy="6858000"/>
  <p:notesSz cx="6797675" cy="9926638"/>
  <p:defaultTextStyle>
    <a:defPPr>
      <a:defRPr lang="en-US"/>
    </a:defPPr>
    <a:lvl1pPr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7A7A"/>
    <a:srgbClr val="545858"/>
    <a:srgbClr val="00B0F0"/>
    <a:srgbClr val="81D994"/>
    <a:srgbClr val="58CC72"/>
    <a:srgbClr val="00FFFF"/>
    <a:srgbClr val="FF00FF"/>
    <a:srgbClr val="F7F619"/>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66" autoAdjust="0"/>
    <p:restoredTop sz="86408" autoAdjust="0"/>
  </p:normalViewPr>
  <p:slideViewPr>
    <p:cSldViewPr>
      <p:cViewPr varScale="1">
        <p:scale>
          <a:sx n="95" d="100"/>
          <a:sy n="95" d="100"/>
        </p:scale>
        <p:origin x="492" y="30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141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atin typeface="BIZ UDPゴシック" panose="020B0400000000000000" pitchFamily="50" charset="-128"/>
              </a:defRPr>
            </a:lvl1pPr>
          </a:lstStyle>
          <a:p>
            <a:endParaRPr lang="ja-JP" altLang="en-US"/>
          </a:p>
        </p:txBody>
      </p:sp>
      <p:sp>
        <p:nvSpPr>
          <p:cNvPr id="3" name="日付プレースホルダー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atin typeface="BIZ UDPゴシック" panose="020B0400000000000000" pitchFamily="50" charset="-128"/>
              </a:defRPr>
            </a:lvl1pPr>
          </a:lstStyle>
          <a:p>
            <a:fld id="{294670BC-B8C6-44A7-84E1-23632D8FD86F}" type="datetimeFigureOut">
              <a:rPr lang="ja-JP" altLang="en-US" smtClean="0"/>
              <a:pPr/>
              <a:t>2025/3/7</a:t>
            </a:fld>
            <a:endParaRPr lang="ja-JP" altLang="en-US"/>
          </a:p>
        </p:txBody>
      </p:sp>
      <p:sp>
        <p:nvSpPr>
          <p:cNvPr id="4" name="スライド イメージ プレースホルダー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atin typeface="BIZ UDPゴシック" panose="020B0400000000000000" pitchFamily="50" charset="-128"/>
              </a:defRPr>
            </a:lvl1pPr>
          </a:lstStyle>
          <a:p>
            <a:endParaRPr lang="ja-JP" altLang="en-US"/>
          </a:p>
        </p:txBody>
      </p:sp>
      <p:sp>
        <p:nvSpPr>
          <p:cNvPr id="7" name="スライド番号プレースホルダー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atin typeface="BIZ UDPゴシック" panose="020B0400000000000000" pitchFamily="50" charset="-128"/>
              </a:defRPr>
            </a:lvl1pPr>
          </a:lstStyle>
          <a:p>
            <a:fld id="{BA10FDB7-3E02-4363-90B3-590B3C26A88D}" type="slidenum">
              <a:rPr lang="ja-JP" altLang="en-US" smtClean="0"/>
              <a:pPr/>
              <a:t>‹#›</a:t>
            </a:fld>
            <a:endParaRPr lang="ja-JP" altLang="en-US"/>
          </a:p>
        </p:txBody>
      </p:sp>
    </p:spTree>
    <p:extLst>
      <p:ext uri="{BB962C8B-B14F-4D97-AF65-F5344CB8AC3E}">
        <p14:creationId xmlns:p14="http://schemas.microsoft.com/office/powerpoint/2010/main" val="306735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07436" y="1524000"/>
            <a:ext cx="10164233" cy="1752600"/>
          </a:xfrm>
        </p:spPr>
        <p:txBody>
          <a:bodyPr/>
          <a:lstStyle>
            <a:lvl1pPr>
              <a:defRPr sz="4200">
                <a:solidFill>
                  <a:schemeClr val="tx2"/>
                </a:solidFill>
              </a:defRPr>
            </a:lvl1pPr>
          </a:lstStyle>
          <a:p>
            <a:r>
              <a:rPr lang="ja-JP" altLang="en-US" dirty="0"/>
              <a:t>マスター タイトルの書式設定</a:t>
            </a:r>
            <a:endParaRPr lang="en-US" altLang="ja-JP" dirty="0"/>
          </a:p>
        </p:txBody>
      </p:sp>
      <p:sp>
        <p:nvSpPr>
          <p:cNvPr id="10243" name="Rectangle 3"/>
          <p:cNvSpPr>
            <a:spLocks noGrp="1" noChangeArrowheads="1"/>
          </p:cNvSpPr>
          <p:nvPr>
            <p:ph type="subTitle" idx="1"/>
          </p:nvPr>
        </p:nvSpPr>
        <p:spPr>
          <a:xfrm>
            <a:off x="3407834" y="3962400"/>
            <a:ext cx="7971367" cy="1752600"/>
          </a:xfrm>
          <a:prstGeom prst="rect">
            <a:avLst/>
          </a:prstGeom>
        </p:spPr>
        <p:txBody>
          <a:bodyPr/>
          <a:lstStyle>
            <a:lvl1pPr marL="0" indent="0">
              <a:buFont typeface="Wingdings" pitchFamily="2" charset="2"/>
              <a:buNone/>
              <a:defRPr sz="2800">
                <a:latin typeface="BIZ UDPゴシック" panose="020B0400000000000000" pitchFamily="50" charset="-128"/>
                <a:ea typeface="BIZ UDPゴシック" panose="020B0400000000000000" pitchFamily="50" charset="-128"/>
              </a:defRPr>
            </a:lvl1pPr>
          </a:lstStyle>
          <a:p>
            <a:r>
              <a:rPr lang="ja-JP" altLang="en-US" dirty="0"/>
              <a:t>マスター サブタイトルの書式設定</a:t>
            </a:r>
            <a:endParaRPr lang="en-US" altLang="ja-JP" dirty="0"/>
          </a:p>
        </p:txBody>
      </p:sp>
      <p:sp>
        <p:nvSpPr>
          <p:cNvPr id="4" name="四角形: 角を丸くする 3">
            <a:extLst>
              <a:ext uri="{FF2B5EF4-FFF2-40B4-BE49-F238E27FC236}">
                <a16:creationId xmlns:a16="http://schemas.microsoft.com/office/drawing/2014/main" id="{8254D289-857E-022B-E722-6C7257F338BE}"/>
              </a:ext>
            </a:extLst>
          </p:cNvPr>
          <p:cNvSpPr/>
          <p:nvPr userDrawn="1"/>
        </p:nvSpPr>
        <p:spPr bwMode="auto">
          <a:xfrm>
            <a:off x="3312000" y="3666171"/>
            <a:ext cx="8328616" cy="91135"/>
          </a:xfrm>
          <a:prstGeom prst="roundRect">
            <a:avLst>
              <a:gd name="adj" fmla="val 49227"/>
            </a:avLst>
          </a:prstGeom>
          <a:solidFill>
            <a:srgbClr val="339966"/>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a:ln>
                <a:noFill/>
              </a:ln>
              <a:solidFill>
                <a:schemeClr val="tx1"/>
              </a:solidFill>
              <a:effectLst/>
              <a:latin typeface="BIZ UDPゴシック" panose="020B0400000000000000" pitchFamily="50" charset="-128"/>
              <a:ea typeface="ＭＳ Ｐゴシック" pitchFamily="50" charset="-128"/>
            </a:endParaRPr>
          </a:p>
        </p:txBody>
      </p:sp>
      <p:sp>
        <p:nvSpPr>
          <p:cNvPr id="5" name="スライド番号プレースホルダー 4">
            <a:extLst>
              <a:ext uri="{FF2B5EF4-FFF2-40B4-BE49-F238E27FC236}">
                <a16:creationId xmlns:a16="http://schemas.microsoft.com/office/drawing/2014/main" id="{F00C62EA-46CE-6E45-F9C1-8E001A79E1DB}"/>
              </a:ext>
            </a:extLst>
          </p:cNvPr>
          <p:cNvSpPr>
            <a:spLocks noGrp="1"/>
          </p:cNvSpPr>
          <p:nvPr>
            <p:ph type="sldNum" sz="quarter" idx="10"/>
          </p:nvPr>
        </p:nvSpPr>
        <p:spPr/>
        <p:txBody>
          <a:body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120352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98656" y="260648"/>
            <a:ext cx="10957984" cy="648072"/>
          </a:xfrm>
        </p:spPr>
        <p:txBody>
          <a:bodyPr/>
          <a:lstStyle>
            <a:lvl1pPr>
              <a:defRPr sz="32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sp>
        <p:nvSpPr>
          <p:cNvPr id="3" name="コンテンツ プレースホルダ 2"/>
          <p:cNvSpPr>
            <a:spLocks noGrp="1"/>
          </p:cNvSpPr>
          <p:nvPr>
            <p:ph idx="1"/>
          </p:nvPr>
        </p:nvSpPr>
        <p:spPr>
          <a:xfrm>
            <a:off x="609600" y="980728"/>
            <a:ext cx="10972800" cy="5256584"/>
          </a:xfrm>
          <a:prstGeom prst="rect">
            <a:avLst/>
          </a:prstGeom>
        </p:spPr>
        <p:txBody>
          <a:bodyPr/>
          <a:lstStyle>
            <a:lvl1pPr marL="342900" indent="-342900">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1pPr>
            <a:lvl2pPr marL="669925" indent="-3254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2pPr>
            <a:lvl3pPr marL="1022350" indent="-3508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3pPr>
            <a:lvl4pPr marL="1339850" indent="-315913">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4pPr>
            <a:lvl5pPr marL="1681163" indent="-339725">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7" name="直線コネクタ 6">
            <a:extLst>
              <a:ext uri="{FF2B5EF4-FFF2-40B4-BE49-F238E27FC236}">
                <a16:creationId xmlns:a16="http://schemas.microsoft.com/office/drawing/2014/main" id="{F7DC264F-9A8B-8BC9-4FFA-4238A27ED534}"/>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6BB55BAD-460C-3254-9DE7-B95DC62378A8}"/>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6" name="フッター プレースホルダー 2">
            <a:extLst>
              <a:ext uri="{FF2B5EF4-FFF2-40B4-BE49-F238E27FC236}">
                <a16:creationId xmlns:a16="http://schemas.microsoft.com/office/drawing/2014/main" id="{14102FAC-1D8D-98FF-0E86-05B23E382AF4}"/>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3575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cxnSp>
        <p:nvCxnSpPr>
          <p:cNvPr id="5" name="直線コネクタ 4">
            <a:extLst>
              <a:ext uri="{FF2B5EF4-FFF2-40B4-BE49-F238E27FC236}">
                <a16:creationId xmlns:a16="http://schemas.microsoft.com/office/drawing/2014/main" id="{0DDA252F-B76B-2A98-8A15-68FEF4A206CF}"/>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27F33519-DE7B-1578-63B1-C7F9384DEEE9}"/>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6" name="フッター プレースホルダー 2">
            <a:extLst>
              <a:ext uri="{FF2B5EF4-FFF2-40B4-BE49-F238E27FC236}">
                <a16:creationId xmlns:a16="http://schemas.microsoft.com/office/drawing/2014/main" id="{368A006B-8EC8-B39A-B6FA-0EE75EB75FA5}"/>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250980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79E8B39C-04D2-1AF7-9927-F5F6D4CA6FEA}"/>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3" name="フッター プレースホルダー 2">
            <a:extLst>
              <a:ext uri="{FF2B5EF4-FFF2-40B4-BE49-F238E27FC236}">
                <a16:creationId xmlns:a16="http://schemas.microsoft.com/office/drawing/2014/main" id="{0E031350-F277-E392-9EEE-34255C7F5C09}"/>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908343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609600" y="277813"/>
            <a:ext cx="10972800" cy="5853112"/>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vl2pPr>
              <a:defRPr>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defRPr>
                <a:latin typeface="BIZ UDPゴシック" panose="020B0400000000000000" pitchFamily="50" charset="-128"/>
                <a:ea typeface="BIZ UDPゴシック" panose="020B0400000000000000" pitchFamily="50" charset="-128"/>
              </a:defRPr>
            </a:lvl4pPr>
            <a:lvl5pPr>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Rectangle 6">
            <a:extLst>
              <a:ext uri="{FF2B5EF4-FFF2-40B4-BE49-F238E27FC236}">
                <a16:creationId xmlns:a16="http://schemas.microsoft.com/office/drawing/2014/main" id="{101701D8-2655-4364-A1CC-F63E88A9B833}"/>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4" name="フッター プレースホルダー 2">
            <a:extLst>
              <a:ext uri="{FF2B5EF4-FFF2-40B4-BE49-F238E27FC236}">
                <a16:creationId xmlns:a16="http://schemas.microsoft.com/office/drawing/2014/main" id="{00549907-4137-254B-ABA0-204DDF792283}"/>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7954691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98656" y="260648"/>
            <a:ext cx="10957984" cy="50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dirty="0" err="1"/>
              <a:t>マスタ</a:t>
            </a:r>
            <a:r>
              <a:rPr lang="en-US" altLang="ja-JP" dirty="0"/>
              <a:t> </a:t>
            </a:r>
            <a:r>
              <a:rPr lang="en-US" altLang="ja-JP" dirty="0" err="1"/>
              <a:t>タイトルの書式設定</a:t>
            </a:r>
            <a:endParaRPr lang="en-US" altLang="ja-JP" dirty="0"/>
          </a:p>
        </p:txBody>
      </p:sp>
      <p:sp>
        <p:nvSpPr>
          <p:cNvPr id="2" name="Rectangle 6">
            <a:extLst>
              <a:ext uri="{FF2B5EF4-FFF2-40B4-BE49-F238E27FC236}">
                <a16:creationId xmlns:a16="http://schemas.microsoft.com/office/drawing/2014/main" id="{91A1ECCD-F85D-D247-549B-2E41B84C18AE}"/>
              </a:ext>
            </a:extLst>
          </p:cNvPr>
          <p:cNvSpPr>
            <a:spLocks noGrp="1" noChangeArrowheads="1"/>
          </p:cNvSpPr>
          <p:nvPr>
            <p:ph type="sldNum" sz="quarter" idx="4"/>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3" name="フッター プレースホルダー 2">
            <a:extLst>
              <a:ext uri="{FF2B5EF4-FFF2-40B4-BE49-F238E27FC236}">
                <a16:creationId xmlns:a16="http://schemas.microsoft.com/office/drawing/2014/main" id="{326FBE41-6A51-4D78-3BE1-6E095FFE1BDE}"/>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155326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Lst>
  <p:hf hdr="0" dt="0"/>
  <p:txStyles>
    <p:titleStyle>
      <a:lvl1pPr algn="l" rtl="0" eaLnBrk="1" fontAlgn="base" hangingPunct="1">
        <a:spcBef>
          <a:spcPct val="0"/>
        </a:spcBef>
        <a:spcAft>
          <a:spcPct val="0"/>
        </a:spcAft>
        <a:defRPr kumimoji="1" sz="2800" b="1">
          <a:solidFill>
            <a:schemeClr val="tx2"/>
          </a:solidFill>
          <a:latin typeface="BIZ UDPゴシック" panose="020B0400000000000000" pitchFamily="50" charset="-128"/>
          <a:ea typeface="BIZ UDPゴシック" panose="020B0400000000000000" pitchFamily="50" charset="-128"/>
          <a:cs typeface="+mj-cs"/>
        </a:defRPr>
      </a:lvl1pPr>
      <a:lvl2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2pPr>
      <a:lvl3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3pPr>
      <a:lvl4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4pPr>
      <a:lvl5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5pPr>
      <a:lvl6pPr marL="4572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6pPr>
      <a:lvl7pPr marL="9144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7pPr>
      <a:lvl8pPr marL="13716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8pPr>
      <a:lvl9pPr marL="18288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9pPr>
    </p:titleStyle>
    <p:bodyStyle>
      <a:lvl1pPr marL="342900" indent="-342900"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2000" b="1">
          <a:solidFill>
            <a:schemeClr val="tx1"/>
          </a:solidFill>
          <a:latin typeface="FOT-UD丸ゴ_ラージ Pr6 M" panose="02020400000000000000" pitchFamily="18" charset="-128"/>
          <a:ea typeface="FOT-UD丸ゴ_ラージ Pr6 M" panose="02020400000000000000" pitchFamily="18" charset="-128"/>
          <a:cs typeface="+mn-cs"/>
        </a:defRPr>
      </a:lvl1pPr>
      <a:lvl2pPr marL="669925" indent="-325438" algn="l" rtl="0" eaLnBrk="1" fontAlgn="base" hangingPunct="1">
        <a:lnSpc>
          <a:spcPct val="150000"/>
        </a:lnSpc>
        <a:spcBef>
          <a:spcPct val="20000"/>
        </a:spcBef>
        <a:spcAft>
          <a:spcPct val="0"/>
        </a:spcAft>
        <a:buClr>
          <a:schemeClr val="tx1">
            <a:lumMod val="75000"/>
            <a:lumOff val="25000"/>
          </a:schemeClr>
        </a:buClr>
        <a:buSzPct val="60000"/>
        <a:buFont typeface="Wingdings" panose="05000000000000000000" pitchFamily="2" charset="2"/>
        <a:buChar char="n"/>
        <a:defRPr kumimoji="1" sz="1800" b="1">
          <a:solidFill>
            <a:schemeClr val="tx1"/>
          </a:solidFill>
          <a:latin typeface="FOT-UD丸ゴ_ラージ Pr6 M" panose="02020400000000000000" pitchFamily="18" charset="-128"/>
          <a:ea typeface="FOT-UD丸ゴ_ラージ Pr6 M" panose="02020400000000000000" pitchFamily="18" charset="-128"/>
        </a:defRPr>
      </a:lvl2pPr>
      <a:lvl3pPr marL="1022350" indent="-350838"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1600" b="1">
          <a:solidFill>
            <a:schemeClr val="tx1"/>
          </a:solidFill>
          <a:latin typeface="FOT-UD丸ゴ_ラージ Pr6 M" panose="02020400000000000000" pitchFamily="18" charset="-128"/>
          <a:ea typeface="FOT-UD丸ゴ_ラージ Pr6 M" panose="02020400000000000000" pitchFamily="18" charset="-128"/>
        </a:defRPr>
      </a:lvl3pPr>
      <a:lvl4pPr marL="1339850" indent="-315913" algn="l" rtl="0" eaLnBrk="1" fontAlgn="base" hangingPunct="1">
        <a:lnSpc>
          <a:spcPct val="150000"/>
        </a:lnSpc>
        <a:spcBef>
          <a:spcPct val="20000"/>
        </a:spcBef>
        <a:spcAft>
          <a:spcPct val="0"/>
        </a:spcAft>
        <a:buClr>
          <a:schemeClr val="tx1">
            <a:lumMod val="75000"/>
            <a:lumOff val="25000"/>
          </a:schemeClr>
        </a:buClr>
        <a:buSzPct val="70000"/>
        <a:buFont typeface="Wingdings" panose="05000000000000000000" pitchFamily="2" charset="2"/>
        <a:buChar char="n"/>
        <a:defRPr kumimoji="1" sz="1400" b="1">
          <a:solidFill>
            <a:schemeClr val="tx1"/>
          </a:solidFill>
          <a:latin typeface="FOT-UD丸ゴ_ラージ Pr6 M" panose="02020400000000000000" pitchFamily="18" charset="-128"/>
          <a:ea typeface="FOT-UD丸ゴ_ラージ Pr6 M" panose="02020400000000000000" pitchFamily="18" charset="-128"/>
        </a:defRPr>
      </a:lvl4pPr>
      <a:lvl5pPr marL="1681163" indent="-339725" algn="l" rtl="0" eaLnBrk="1" fontAlgn="base" hangingPunct="1">
        <a:lnSpc>
          <a:spcPct val="150000"/>
        </a:lnSpc>
        <a:spcBef>
          <a:spcPct val="20000"/>
        </a:spcBef>
        <a:spcAft>
          <a:spcPct val="0"/>
        </a:spcAft>
        <a:buClr>
          <a:schemeClr val="tx1">
            <a:lumMod val="75000"/>
            <a:lumOff val="25000"/>
          </a:schemeClr>
        </a:buClr>
        <a:buSzPct val="75000"/>
        <a:buFont typeface="Wingdings" panose="05000000000000000000" pitchFamily="2" charset="2"/>
        <a:buChar char="n"/>
        <a:defRPr kumimoji="1" sz="1200" b="1">
          <a:solidFill>
            <a:schemeClr val="tx1"/>
          </a:solidFill>
          <a:latin typeface="FOT-UD丸ゴ_ラージ Pr6 M" panose="02020400000000000000" pitchFamily="18" charset="-128"/>
          <a:ea typeface="FOT-UD丸ゴ_ラージ Pr6 M" panose="02020400000000000000" pitchFamily="18" charset="-128"/>
        </a:defRPr>
      </a:lvl5pPr>
      <a:lvl6pPr marL="21383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6pPr>
      <a:lvl7pPr marL="25955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7pPr>
      <a:lvl8pPr marL="30527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8pPr>
      <a:lvl9pPr marL="35099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2CF806-E48A-4798-56B5-568A0B4BD0B6}"/>
              </a:ext>
            </a:extLst>
          </p:cNvPr>
          <p:cNvSpPr>
            <a:spLocks noGrp="1"/>
          </p:cNvSpPr>
          <p:nvPr>
            <p:ph type="ctrTitle"/>
          </p:nvPr>
        </p:nvSpPr>
        <p:spPr>
          <a:xfrm>
            <a:off x="1007436" y="1916832"/>
            <a:ext cx="10164233" cy="961752"/>
          </a:xfrm>
        </p:spPr>
        <p:txBody>
          <a:bodyPr/>
          <a:lstStyle/>
          <a:p>
            <a:r>
              <a:t>03_EISample</a:t>
            </a:r>
          </a:p>
        </p:txBody>
      </p:sp>
      <p:sp>
        <p:nvSpPr>
          <p:cNvPr id="3" name="字幕 2">
            <a:extLst>
              <a:ext uri="{FF2B5EF4-FFF2-40B4-BE49-F238E27FC236}">
                <a16:creationId xmlns:a16="http://schemas.microsoft.com/office/drawing/2014/main" id="{FFFF3C5E-3719-BB59-BBA5-EA1E27B09C4D}"/>
              </a:ext>
            </a:extLst>
          </p:cNvPr>
          <p:cNvSpPr>
            <a:spLocks noGrp="1"/>
          </p:cNvSpPr>
          <p:nvPr>
            <p:ph type="subTitle" idx="1"/>
          </p:nvPr>
        </p:nvSpPr>
        <p:spPr>
          <a:xfrm>
            <a:off x="3407834" y="3962400"/>
            <a:ext cx="7971367" cy="1194792"/>
          </a:xfrm>
        </p:spPr>
        <p:txBody>
          <a:bodyPr/>
          <a:lstStyle/>
          <a:p>
            <a:pPr algn="r"/>
            <a:r>
              <a:rPr kumimoji="1" lang="ja-JP" altLang="en-US"/>
              <a:t>アイデアクラフト　代表　開米瑞浩</a:t>
            </a:r>
          </a:p>
          <a:p>
            <a:pPr algn="r"/>
            <a:r>
              <a:rPr lang="ja-JP" altLang="en-US" sz="2000"/>
              <a:t>　　</a:t>
            </a:r>
            <a:r>
              <a:rPr lang="en-US" altLang="ja-JP" sz="2000"/>
              <a:t> 2025/3/6</a:t>
            </a:r>
            <a:r>
              <a:rPr lang="ja-JP" altLang="en-US" sz="2000"/>
              <a:t> 作成</a:t>
            </a:r>
            <a:endParaRPr lang="en-US" altLang="ja-JP" sz="2000"/>
          </a:p>
        </p:txBody>
      </p:sp>
      <p:sp>
        <p:nvSpPr>
          <p:cNvPr id="6" name="テキスト ボックス 5">
            <a:extLst>
              <a:ext uri="{FF2B5EF4-FFF2-40B4-BE49-F238E27FC236}">
                <a16:creationId xmlns:a16="http://schemas.microsoft.com/office/drawing/2014/main" id="{D6F904B1-5760-3889-DA9A-8E1020BC15D9}"/>
              </a:ext>
            </a:extLst>
          </p:cNvPr>
          <p:cNvSpPr txBox="1"/>
          <p:nvPr/>
        </p:nvSpPr>
        <p:spPr bwMode="auto">
          <a:xfrm>
            <a:off x="1559496" y="2812864"/>
            <a:ext cx="8712968"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本書は </a:t>
            </a:r>
            <a:r>
              <a:rPr kumimoji="1" lang="en-US" altLang="ja-JP" kern="0">
                <a:latin typeface="BIZ UDPゴシック" panose="020B0400000000000000" pitchFamily="50" charset="-128"/>
                <a:ea typeface="BIZ UDPゴシック" panose="020B0400000000000000" pitchFamily="50" charset="-128"/>
              </a:rPr>
              <a:t>CSL,CSP,MEMO,TEMP </a:t>
            </a:r>
            <a:r>
              <a:rPr kumimoji="1" lang="ja-JP" altLang="en-US" kern="0">
                <a:latin typeface="BIZ UDPゴシック" panose="020B0400000000000000" pitchFamily="50" charset="-128"/>
                <a:ea typeface="BIZ UDPゴシック" panose="020B0400000000000000" pitchFamily="50" charset="-128"/>
              </a:rPr>
              <a:t>タグでコンテンツのコントロールを処理するサンプルです。</a:t>
            </a:r>
          </a:p>
        </p:txBody>
      </p:sp>
    </p:spTree>
    <p:extLst>
      <p:ext uri="{BB962C8B-B14F-4D97-AF65-F5344CB8AC3E}">
        <p14:creationId xmlns:p14="http://schemas.microsoft.com/office/powerpoint/2010/main" val="3777677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pic>
        <p:nvPicPr>
          <p:cNvPr id="3" name="グラフィックス 2">
            <a:extLst>
              <a:ext uri="{FF2B5EF4-FFF2-40B4-BE49-F238E27FC236}">
                <a16:creationId xmlns:a16="http://schemas.microsoft.com/office/drawing/2014/main" id="{50B08F1A-9E65-C4C0-F20E-CEF9547FCE8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1475" y="33337"/>
            <a:ext cx="11449050" cy="6791325"/>
          </a:xfrm>
          <a:prstGeom prst="rect">
            <a:avLst/>
          </a:prstGeom>
        </p:spPr>
      </p:pic>
    </p:spTree>
    <p:extLst>
      <p:ext uri="{BB962C8B-B14F-4D97-AF65-F5344CB8AC3E}">
        <p14:creationId xmlns:p14="http://schemas.microsoft.com/office/powerpoint/2010/main" val="1006638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88CDA-1787-B2DC-900D-5DB25F8EF1C2}"/>
            </a:ext>
          </a:extLst>
        </p:cNvPr>
        <p:cNvGrpSpPr/>
        <p:nvPr/>
      </p:nvGrpSpPr>
      <p:grpSpPr>
        <a:xfrm>
          <a:off x="0" y="0"/>
          <a:ext cx="0" cy="0"/>
          <a:chOff x="0" y="0"/>
          <a:chExt cx="0" cy="0"/>
        </a:xfrm>
      </p:grpSpPr>
      <p:pic>
        <p:nvPicPr>
          <p:cNvPr id="3" name="グラフィックス 2">
            <a:extLst>
              <a:ext uri="{FF2B5EF4-FFF2-40B4-BE49-F238E27FC236}">
                <a16:creationId xmlns:a16="http://schemas.microsoft.com/office/drawing/2014/main" id="{57E16A4D-354D-1D10-C09D-68274E66197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1475" y="33337"/>
            <a:ext cx="11449050" cy="6791325"/>
          </a:xfrm>
          <a:prstGeom prst="rect">
            <a:avLst/>
          </a:prstGeom>
        </p:spPr>
      </p:pic>
    </p:spTree>
    <p:extLst>
      <p:ext uri="{BB962C8B-B14F-4D97-AF65-F5344CB8AC3E}">
        <p14:creationId xmlns:p14="http://schemas.microsoft.com/office/powerpoint/2010/main" val="3465822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pic>
        <p:nvPicPr>
          <p:cNvPr id="4" name="グラフィックス 3">
            <a:extLst>
              <a:ext uri="{FF2B5EF4-FFF2-40B4-BE49-F238E27FC236}">
                <a16:creationId xmlns:a16="http://schemas.microsoft.com/office/drawing/2014/main" id="{E106DDF3-0283-1391-F971-62A509E41C3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1475" y="33337"/>
            <a:ext cx="11449050" cy="6791325"/>
          </a:xfrm>
          <a:prstGeom prst="rect">
            <a:avLst/>
          </a:prstGeom>
        </p:spPr>
      </p:pic>
    </p:spTree>
    <p:extLst>
      <p:ext uri="{BB962C8B-B14F-4D97-AF65-F5344CB8AC3E}">
        <p14:creationId xmlns:p14="http://schemas.microsoft.com/office/powerpoint/2010/main" val="2911522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569455-20E9-1D64-CF9A-83A80CCDABC2}"/>
              </a:ext>
            </a:extLst>
          </p:cNvPr>
          <p:cNvSpPr>
            <a:spLocks noGrp="1"/>
          </p:cNvSpPr>
          <p:nvPr>
            <p:ph type="title"/>
          </p:nvPr>
        </p:nvSpPr>
        <p:spPr/>
        <p:txBody>
          <a:bodyPr/>
          <a:lstStyle/>
          <a:p>
            <a:r>
              <a:t>1) 確認方法</a:t>
            </a:r>
          </a:p>
        </p:txBody>
      </p:sp>
      <p:sp>
        <p:nvSpPr>
          <p:cNvPr id="23" name="スライド番号プレースホルダー 22">
            <a:extLst>
              <a:ext uri="{FF2B5EF4-FFF2-40B4-BE49-F238E27FC236}">
                <a16:creationId xmlns:a16="http://schemas.microsoft.com/office/drawing/2014/main" id="{DDE2A957-78FA-8DE7-63AB-5D7939D9C458}"/>
              </a:ext>
            </a:extLst>
          </p:cNvPr>
          <p:cNvSpPr>
            <a:spLocks noGrp="1"/>
          </p:cNvSpPr>
          <p:nvPr>
            <p:ph type="sldNum" sz="quarter" idx="12"/>
          </p:nvPr>
        </p:nvSpPr>
        <p:spPr/>
        <p:txBody>
          <a:bodyPr/>
          <a:lstStyle/>
          <a:p>
            <a:fld id="{D2D8002D-B5B0-4BAC-B1F6-782DDCCE6D9C}" type="slidenum">
              <a:rPr lang="ja-JP" altLang="en-US" smtClean="0"/>
              <a:pPr/>
              <a:t>4</a:t>
            </a:fld>
            <a:endParaRPr lang="ja-JP" altLang="en-US"/>
          </a:p>
        </p:txBody>
      </p:sp>
      <p:sp>
        <p:nvSpPr>
          <p:cNvPr id="24" name="フッター プレースホルダー 23">
            <a:extLst>
              <a:ext uri="{FF2B5EF4-FFF2-40B4-BE49-F238E27FC236}">
                <a16:creationId xmlns:a16="http://schemas.microsoft.com/office/drawing/2014/main" id="{FD1CA68E-232B-C73D-AF10-06E161CDD218}"/>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39" name="正方形/長方形 38">
            <a:extLst>
              <a:ext uri="{FF2B5EF4-FFF2-40B4-BE49-F238E27FC236}">
                <a16:creationId xmlns:a16="http://schemas.microsoft.com/office/drawing/2014/main" id="{C37CEAC6-AC58-76B0-F1B1-B73D6E5825A7}"/>
              </a:ext>
            </a:extLst>
          </p:cNvPr>
          <p:cNvSpPr/>
          <p:nvPr/>
        </p:nvSpPr>
        <p:spPr bwMode="auto">
          <a:xfrm>
            <a:off x="767408" y="1130835"/>
            <a:ext cx="10441160"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以下のようにして起動します</a:t>
            </a:r>
          </a:p>
        </p:txBody>
      </p:sp>
      <p:sp>
        <p:nvSpPr>
          <p:cNvPr id="83" name="正方形/長方形 82">
            <a:extLst>
              <a:ext uri="{FF2B5EF4-FFF2-40B4-BE49-F238E27FC236}">
                <a16:creationId xmlns:a16="http://schemas.microsoft.com/office/drawing/2014/main" id="{02730ED5-5710-EDFF-4330-9E3D752AC1FD}"/>
              </a:ext>
            </a:extLst>
          </p:cNvPr>
          <p:cNvSpPr/>
          <p:nvPr/>
        </p:nvSpPr>
        <p:spPr bwMode="auto">
          <a:xfrm>
            <a:off x="1163452" y="1771152"/>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python pptx-indexer.py 03_EISample.pptx --deletecsl --target-trailer '_CSL'</a:t>
            </a:r>
            <a:endParaRPr kumimoji="1" lang="ja-JP" altLang="en-US" sz="1600">
              <a:latin typeface="Source Code Pro Semibold" panose="020B0609030403020204" pitchFamily="49" charset="0"/>
              <a:ea typeface="BIZ UDPゴシック" panose="020B0400000000000000" pitchFamily="50" charset="-128"/>
            </a:endParaRPr>
          </a:p>
        </p:txBody>
      </p:sp>
      <p:sp>
        <p:nvSpPr>
          <p:cNvPr id="84" name="正方形/長方形 83">
            <a:extLst>
              <a:ext uri="{FF2B5EF4-FFF2-40B4-BE49-F238E27FC236}">
                <a16:creationId xmlns:a16="http://schemas.microsoft.com/office/drawing/2014/main" id="{BD180237-316D-55F9-693A-1E629734CE77}"/>
              </a:ext>
            </a:extLst>
          </p:cNvPr>
          <p:cNvSpPr/>
          <p:nvPr/>
        </p:nvSpPr>
        <p:spPr bwMode="auto">
          <a:xfrm>
            <a:off x="767408" y="2225916"/>
            <a:ext cx="5832648"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結果 </a:t>
            </a:r>
            <a:r>
              <a:rPr kumimoji="1" lang="en-US" altLang="ja-JP" sz="1800">
                <a:latin typeface="BIZ UDPゴシック" panose="020B0400000000000000" pitchFamily="50" charset="-128"/>
                <a:ea typeface="BIZ UDPゴシック" panose="020B0400000000000000" pitchFamily="50" charset="-128"/>
              </a:rPr>
              <a:t>(CSL </a:t>
            </a:r>
            <a:r>
              <a:rPr kumimoji="1" lang="ja-JP" altLang="en-US" sz="1800">
                <a:latin typeface="BIZ UDPゴシック" panose="020B0400000000000000" pitchFamily="50" charset="-128"/>
                <a:ea typeface="BIZ UDPゴシック" panose="020B0400000000000000" pitchFamily="50" charset="-128"/>
              </a:rPr>
              <a:t>タグを含むスライドは削除される</a:t>
            </a:r>
            <a:r>
              <a:rPr kumimoji="1" lang="en-US" altLang="ja-JP" sz="1800">
                <a:latin typeface="BIZ UDPゴシック" panose="020B0400000000000000" pitchFamily="50" charset="-128"/>
                <a:ea typeface="BIZ UDPゴシック" panose="020B0400000000000000" pitchFamily="50" charset="-128"/>
              </a:rPr>
              <a:t>)</a:t>
            </a:r>
            <a:endParaRPr kumimoji="1" lang="ja-JP" altLang="en-US" sz="1800">
              <a:latin typeface="BIZ UDPゴシック" panose="020B0400000000000000" pitchFamily="50" charset="-128"/>
              <a:ea typeface="BIZ UDPゴシック" panose="020B0400000000000000" pitchFamily="50" charset="-128"/>
            </a:endParaRPr>
          </a:p>
        </p:txBody>
      </p:sp>
      <p:sp>
        <p:nvSpPr>
          <p:cNvPr id="85" name="正方形/長方形 84">
            <a:extLst>
              <a:ext uri="{FF2B5EF4-FFF2-40B4-BE49-F238E27FC236}">
                <a16:creationId xmlns:a16="http://schemas.microsoft.com/office/drawing/2014/main" id="{1B8D9E42-4737-58C6-0C1E-653C512A4A81}"/>
              </a:ext>
            </a:extLst>
          </p:cNvPr>
          <p:cNvSpPr/>
          <p:nvPr/>
        </p:nvSpPr>
        <p:spPr bwMode="auto">
          <a:xfrm>
            <a:off x="1163452" y="2655621"/>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02_EISample_CSL.pptx</a:t>
            </a:r>
            <a:endParaRPr kumimoji="1" lang="ja-JP" altLang="en-US" sz="1600">
              <a:latin typeface="Source Code Pro Semibold" panose="020B0609030403020204" pitchFamily="49" charset="0"/>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6D84020F-2253-275B-AB72-25810065CE87}"/>
              </a:ext>
            </a:extLst>
          </p:cNvPr>
          <p:cNvSpPr txBox="1"/>
          <p:nvPr/>
        </p:nvSpPr>
        <p:spPr bwMode="auto">
          <a:xfrm>
            <a:off x="7669400" y="1016306"/>
            <a:ext cx="3488552" cy="523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400" kern="0">
                <a:latin typeface="BIZ UDPゴシック" panose="020B0400000000000000" pitchFamily="50" charset="-128"/>
                <a:ea typeface="BIZ UDPゴシック" panose="020B0400000000000000" pitchFamily="50" charset="-128"/>
              </a:rPr>
              <a:t>生成後のファイル名に付加する文字列を </a:t>
            </a:r>
            <a:r>
              <a:rPr kumimoji="1" lang="en-US" altLang="ja-JP" sz="1400" kern="0">
                <a:latin typeface="Source Code Pro Semibold" panose="020B0609030403020204" pitchFamily="49" charset="0"/>
                <a:ea typeface="Source Code Pro Semibold" panose="020B0609030403020204" pitchFamily="49" charset="0"/>
              </a:rPr>
              <a:t>_CSL </a:t>
            </a:r>
            <a:r>
              <a:rPr kumimoji="1" lang="ja-JP" altLang="en-US" sz="1400" kern="0">
                <a:latin typeface="BIZ UDPゴシック" panose="020B0400000000000000" pitchFamily="50" charset="-128"/>
                <a:ea typeface="BIZ UDPゴシック" panose="020B0400000000000000" pitchFamily="50" charset="-128"/>
              </a:rPr>
              <a:t>に変更</a:t>
            </a:r>
            <a:r>
              <a:rPr kumimoji="1" lang="en-US" altLang="ja-JP" sz="1400" kern="0">
                <a:latin typeface="BIZ UDPゴシック" panose="020B0400000000000000" pitchFamily="50" charset="-128"/>
                <a:ea typeface="BIZ UDPゴシック" panose="020B0400000000000000" pitchFamily="50" charset="-128"/>
              </a:rPr>
              <a:t>(</a:t>
            </a:r>
            <a:r>
              <a:rPr kumimoji="1" lang="ja-JP" altLang="en-US" sz="1400" kern="0">
                <a:latin typeface="BIZ UDPゴシック" panose="020B0400000000000000" pitchFamily="50" charset="-128"/>
                <a:ea typeface="BIZ UDPゴシック" panose="020B0400000000000000" pitchFamily="50" charset="-128"/>
              </a:rPr>
              <a:t>任意</a:t>
            </a:r>
            <a:r>
              <a:rPr kumimoji="1" lang="en-US" altLang="ja-JP" sz="1400" kern="0">
                <a:latin typeface="BIZ UDPゴシック" panose="020B0400000000000000" pitchFamily="50" charset="-128"/>
                <a:ea typeface="BIZ UDPゴシック" panose="020B0400000000000000" pitchFamily="50" charset="-128"/>
              </a:rPr>
              <a:t>)</a:t>
            </a:r>
            <a:endParaRPr kumimoji="1" lang="ja-JP" altLang="en-US" sz="1400" kern="0">
              <a:latin typeface="BIZ UDPゴシック" panose="020B0400000000000000" pitchFamily="50" charset="-128"/>
              <a:ea typeface="BIZ UDPゴシック" panose="020B0400000000000000" pitchFamily="50" charset="-128"/>
            </a:endParaRPr>
          </a:p>
        </p:txBody>
      </p:sp>
      <p:sp>
        <p:nvSpPr>
          <p:cNvPr id="7" name="右中かっこ 6">
            <a:extLst>
              <a:ext uri="{FF2B5EF4-FFF2-40B4-BE49-F238E27FC236}">
                <a16:creationId xmlns:a16="http://schemas.microsoft.com/office/drawing/2014/main" id="{9D862F0B-96E5-7A84-4B16-42C86B0FC276}"/>
              </a:ext>
            </a:extLst>
          </p:cNvPr>
          <p:cNvSpPr/>
          <p:nvPr/>
        </p:nvSpPr>
        <p:spPr bwMode="auto">
          <a:xfrm rot="16200000">
            <a:off x="8433215" y="273832"/>
            <a:ext cx="222114" cy="2880320"/>
          </a:xfrm>
          <a:prstGeom prst="rightBrace">
            <a:avLst>
              <a:gd name="adj1" fmla="val 38568"/>
              <a:gd name="adj2" fmla="val 50000"/>
            </a:avLst>
          </a:prstGeom>
          <a:noFill/>
          <a:ln w="28575" cap="flat" cmpd="sng" algn="ctr">
            <a:solidFill>
              <a:srgbClr val="FF0000"/>
            </a:solidFill>
            <a:prstDash val="solid"/>
            <a:round/>
            <a:headEnd type="none" w="med" len="med"/>
            <a:tailEnd type="none" w="med" len="med"/>
          </a:ln>
          <a:effectLst/>
        </p:spPr>
        <p:txBody>
          <a:bodyPr rtlCol="0" anchor="ctr"/>
          <a:lstStyle/>
          <a:p>
            <a:pPr algn="ctr"/>
            <a:endParaRPr kumimoji="1" lang="ja-JP" altLang="en-US"/>
          </a:p>
        </p:txBody>
      </p:sp>
      <p:sp>
        <p:nvSpPr>
          <p:cNvPr id="8" name="右中かっこ 7">
            <a:extLst>
              <a:ext uri="{FF2B5EF4-FFF2-40B4-BE49-F238E27FC236}">
                <a16:creationId xmlns:a16="http://schemas.microsoft.com/office/drawing/2014/main" id="{6048F2A7-34DC-0534-5E3B-A5FCCF59B2DA}"/>
              </a:ext>
            </a:extLst>
          </p:cNvPr>
          <p:cNvSpPr/>
          <p:nvPr/>
        </p:nvSpPr>
        <p:spPr bwMode="auto">
          <a:xfrm rot="16200000">
            <a:off x="6216351" y="1042147"/>
            <a:ext cx="222114" cy="1343690"/>
          </a:xfrm>
          <a:prstGeom prst="rightBrace">
            <a:avLst>
              <a:gd name="adj1" fmla="val 38568"/>
              <a:gd name="adj2" fmla="val 50000"/>
            </a:avLst>
          </a:prstGeom>
          <a:noFill/>
          <a:ln w="28575" cap="flat" cmpd="sng" algn="ctr">
            <a:solidFill>
              <a:srgbClr val="FF0000"/>
            </a:solidFill>
            <a:prstDash val="solid"/>
            <a:round/>
            <a:headEnd type="none" w="med" len="med"/>
            <a:tailEnd type="none" w="med" len="med"/>
          </a:ln>
          <a:effectLst/>
        </p:spPr>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0FBD851F-9B5E-01C9-9A2D-7C342B9E964F}"/>
              </a:ext>
            </a:extLst>
          </p:cNvPr>
          <p:cNvSpPr txBox="1"/>
          <p:nvPr/>
        </p:nvSpPr>
        <p:spPr bwMode="auto">
          <a:xfrm>
            <a:off x="5458520" y="1196752"/>
            <a:ext cx="2012009" cy="307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400" kern="0">
                <a:latin typeface="BIZ UDPゴシック" panose="020B0400000000000000" pitchFamily="50" charset="-128"/>
                <a:ea typeface="BIZ UDPゴシック" panose="020B0400000000000000" pitchFamily="50" charset="-128"/>
              </a:rPr>
              <a:t>CSL</a:t>
            </a:r>
            <a:r>
              <a:rPr kumimoji="1" lang="ja-JP" altLang="en-US" sz="1400" kern="0">
                <a:latin typeface="BIZ UDPゴシック" panose="020B0400000000000000" pitchFamily="50" charset="-128"/>
                <a:ea typeface="BIZ UDPゴシック" panose="020B0400000000000000" pitchFamily="50" charset="-128"/>
              </a:rPr>
              <a:t>削除を指示</a:t>
            </a:r>
          </a:p>
        </p:txBody>
      </p:sp>
      <p:sp>
        <p:nvSpPr>
          <p:cNvPr id="11" name="正方形/長方形 10">
            <a:extLst>
              <a:ext uri="{FF2B5EF4-FFF2-40B4-BE49-F238E27FC236}">
                <a16:creationId xmlns:a16="http://schemas.microsoft.com/office/drawing/2014/main" id="{C4C5CEDE-B822-90A0-95C4-FFDC5D63CD2B}"/>
              </a:ext>
            </a:extLst>
          </p:cNvPr>
          <p:cNvSpPr/>
          <p:nvPr/>
        </p:nvSpPr>
        <p:spPr bwMode="auto">
          <a:xfrm>
            <a:off x="1163452" y="4462760"/>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python pptx-indexer.py 03_EISample.pptx --deletecsp --target-trailer '_CSP'</a:t>
            </a:r>
            <a:endParaRPr kumimoji="1" lang="ja-JP" altLang="en-US" sz="1600">
              <a:latin typeface="Source Code Pro Semibold" panose="020B0609030403020204" pitchFamily="49" charset="0"/>
              <a:ea typeface="BIZ UDPゴシック" panose="020B0400000000000000" pitchFamily="50" charset="-128"/>
            </a:endParaRPr>
          </a:p>
        </p:txBody>
      </p:sp>
      <p:sp>
        <p:nvSpPr>
          <p:cNvPr id="12" name="正方形/長方形 11">
            <a:extLst>
              <a:ext uri="{FF2B5EF4-FFF2-40B4-BE49-F238E27FC236}">
                <a16:creationId xmlns:a16="http://schemas.microsoft.com/office/drawing/2014/main" id="{B78C9146-95E7-481D-463C-EE807DBE33D6}"/>
              </a:ext>
            </a:extLst>
          </p:cNvPr>
          <p:cNvSpPr/>
          <p:nvPr/>
        </p:nvSpPr>
        <p:spPr bwMode="auto">
          <a:xfrm>
            <a:off x="767408" y="4908873"/>
            <a:ext cx="5832648"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結果 </a:t>
            </a:r>
            <a:r>
              <a:rPr kumimoji="1" lang="en-US" altLang="ja-JP" sz="1800">
                <a:latin typeface="BIZ UDPゴシック" panose="020B0400000000000000" pitchFamily="50" charset="-128"/>
                <a:ea typeface="BIZ UDPゴシック" panose="020B0400000000000000" pitchFamily="50" charset="-128"/>
              </a:rPr>
              <a:t>(CSP </a:t>
            </a:r>
            <a:r>
              <a:rPr kumimoji="1" lang="ja-JP" altLang="en-US" sz="1800">
                <a:latin typeface="BIZ UDPゴシック" panose="020B0400000000000000" pitchFamily="50" charset="-128"/>
                <a:ea typeface="BIZ UDPゴシック" panose="020B0400000000000000" pitchFamily="50" charset="-128"/>
              </a:rPr>
              <a:t>タグを含むシェイプは削除される</a:t>
            </a:r>
            <a:r>
              <a:rPr kumimoji="1" lang="en-US" altLang="ja-JP" sz="1800">
                <a:latin typeface="BIZ UDPゴシック" panose="020B0400000000000000" pitchFamily="50" charset="-128"/>
                <a:ea typeface="BIZ UDPゴシック" panose="020B0400000000000000" pitchFamily="50" charset="-128"/>
              </a:rPr>
              <a:t>)</a:t>
            </a:r>
            <a:endParaRPr kumimoji="1" lang="ja-JP" altLang="en-US" sz="1800">
              <a:latin typeface="BIZ UDPゴシック" panose="020B0400000000000000" pitchFamily="50" charset="-128"/>
              <a:ea typeface="BIZ UDPゴシック" panose="020B0400000000000000" pitchFamily="50" charset="-128"/>
            </a:endParaRPr>
          </a:p>
        </p:txBody>
      </p:sp>
      <p:sp>
        <p:nvSpPr>
          <p:cNvPr id="13" name="正方形/長方形 12">
            <a:extLst>
              <a:ext uri="{FF2B5EF4-FFF2-40B4-BE49-F238E27FC236}">
                <a16:creationId xmlns:a16="http://schemas.microsoft.com/office/drawing/2014/main" id="{311A2B6C-4ED0-850B-6498-12452B6FD598}"/>
              </a:ext>
            </a:extLst>
          </p:cNvPr>
          <p:cNvSpPr/>
          <p:nvPr/>
        </p:nvSpPr>
        <p:spPr bwMode="auto">
          <a:xfrm>
            <a:off x="1163452" y="5338578"/>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02_EISample_CSP.pptx</a:t>
            </a:r>
            <a:endParaRPr kumimoji="1" lang="ja-JP" altLang="en-US" sz="1600">
              <a:latin typeface="Source Code Pro Semibold" panose="020B0609030403020204" pitchFamily="49" charset="0"/>
              <a:ea typeface="BIZ UDPゴシック" panose="020B0400000000000000" pitchFamily="50" charset="-128"/>
            </a:endParaRPr>
          </a:p>
        </p:txBody>
      </p:sp>
      <p:sp>
        <p:nvSpPr>
          <p:cNvPr id="14" name="右中かっこ 13">
            <a:extLst>
              <a:ext uri="{FF2B5EF4-FFF2-40B4-BE49-F238E27FC236}">
                <a16:creationId xmlns:a16="http://schemas.microsoft.com/office/drawing/2014/main" id="{E401B582-7DAA-3274-6C2A-CE2E2829CA8C}"/>
              </a:ext>
            </a:extLst>
          </p:cNvPr>
          <p:cNvSpPr/>
          <p:nvPr/>
        </p:nvSpPr>
        <p:spPr bwMode="auto">
          <a:xfrm rot="16200000">
            <a:off x="8433215" y="2965440"/>
            <a:ext cx="222114" cy="2880320"/>
          </a:xfrm>
          <a:prstGeom prst="rightBrace">
            <a:avLst>
              <a:gd name="adj1" fmla="val 38568"/>
              <a:gd name="adj2" fmla="val 50000"/>
            </a:avLst>
          </a:prstGeom>
          <a:noFill/>
          <a:ln w="28575" cap="flat" cmpd="sng" algn="ctr">
            <a:solidFill>
              <a:srgbClr val="FF0000"/>
            </a:solidFill>
            <a:prstDash val="solid"/>
            <a:round/>
            <a:headEnd type="none" w="med" len="med"/>
            <a:tailEnd type="none" w="med" len="med"/>
          </a:ln>
          <a:effectLst/>
        </p:spPr>
        <p:txBody>
          <a:bodyPr rtlCol="0" anchor="ctr"/>
          <a:lstStyle/>
          <a:p>
            <a:pPr algn="ctr"/>
            <a:endParaRPr kumimoji="1" lang="ja-JP" altLang="en-US"/>
          </a:p>
        </p:txBody>
      </p:sp>
      <p:sp>
        <p:nvSpPr>
          <p:cNvPr id="15" name="右中かっこ 14">
            <a:extLst>
              <a:ext uri="{FF2B5EF4-FFF2-40B4-BE49-F238E27FC236}">
                <a16:creationId xmlns:a16="http://schemas.microsoft.com/office/drawing/2014/main" id="{F9B3F143-A730-1C7A-525F-21E13F405589}"/>
              </a:ext>
            </a:extLst>
          </p:cNvPr>
          <p:cNvSpPr/>
          <p:nvPr/>
        </p:nvSpPr>
        <p:spPr bwMode="auto">
          <a:xfrm rot="16200000">
            <a:off x="6216351" y="3733755"/>
            <a:ext cx="222114" cy="1343690"/>
          </a:xfrm>
          <a:prstGeom prst="rightBrace">
            <a:avLst>
              <a:gd name="adj1" fmla="val 38568"/>
              <a:gd name="adj2" fmla="val 50000"/>
            </a:avLst>
          </a:prstGeom>
          <a:noFill/>
          <a:ln w="28575" cap="flat" cmpd="sng" algn="ctr">
            <a:solidFill>
              <a:srgbClr val="FF0000"/>
            </a:solidFill>
            <a:prstDash val="solid"/>
            <a:round/>
            <a:headEnd type="none" w="med" len="med"/>
            <a:tailEnd type="none" w="med" len="med"/>
          </a:ln>
          <a:effectLst/>
        </p:spPr>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818E457D-70DE-6CF6-5A89-219854282263}"/>
              </a:ext>
            </a:extLst>
          </p:cNvPr>
          <p:cNvSpPr txBox="1"/>
          <p:nvPr/>
        </p:nvSpPr>
        <p:spPr bwMode="auto">
          <a:xfrm>
            <a:off x="5458520" y="3930237"/>
            <a:ext cx="2012009" cy="307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400" kern="0">
                <a:latin typeface="BIZ UDPゴシック" panose="020B0400000000000000" pitchFamily="50" charset="-128"/>
                <a:ea typeface="BIZ UDPゴシック" panose="020B0400000000000000" pitchFamily="50" charset="-128"/>
              </a:rPr>
              <a:t>CSP</a:t>
            </a:r>
            <a:r>
              <a:rPr kumimoji="1" lang="ja-JP" altLang="en-US" sz="1400" kern="0">
                <a:latin typeface="BIZ UDPゴシック" panose="020B0400000000000000" pitchFamily="50" charset="-128"/>
                <a:ea typeface="BIZ UDPゴシック" panose="020B0400000000000000" pitchFamily="50" charset="-128"/>
              </a:rPr>
              <a:t>削除を指示</a:t>
            </a:r>
          </a:p>
        </p:txBody>
      </p:sp>
      <p:sp>
        <p:nvSpPr>
          <p:cNvPr id="18" name="正方形/長方形 17">
            <a:extLst>
              <a:ext uri="{FF2B5EF4-FFF2-40B4-BE49-F238E27FC236}">
                <a16:creationId xmlns:a16="http://schemas.microsoft.com/office/drawing/2014/main" id="{B47CB9DD-5C50-16D9-B6AF-9CE62F7E5424}"/>
              </a:ext>
            </a:extLst>
          </p:cNvPr>
          <p:cNvSpPr/>
          <p:nvPr/>
        </p:nvSpPr>
        <p:spPr bwMode="auto">
          <a:xfrm>
            <a:off x="767408" y="3917743"/>
            <a:ext cx="10441160"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以下のようにして起動します</a:t>
            </a:r>
          </a:p>
        </p:txBody>
      </p:sp>
      <p:sp>
        <p:nvSpPr>
          <p:cNvPr id="4" name="テキスト ボックス 3">
            <a:extLst>
              <a:ext uri="{FF2B5EF4-FFF2-40B4-BE49-F238E27FC236}">
                <a16:creationId xmlns:a16="http://schemas.microsoft.com/office/drawing/2014/main" id="{0EBA05DE-A081-1F2C-FE7F-B648A3BC288B}"/>
              </a:ext>
            </a:extLst>
          </p:cNvPr>
          <p:cNvSpPr txBox="1"/>
          <p:nvPr/>
        </p:nvSpPr>
        <p:spPr bwMode="auto">
          <a:xfrm>
            <a:off x="7669400" y="3765569"/>
            <a:ext cx="3488552" cy="523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400" kern="0">
                <a:latin typeface="BIZ UDPゴシック" panose="020B0400000000000000" pitchFamily="50" charset="-128"/>
                <a:ea typeface="BIZ UDPゴシック" panose="020B0400000000000000" pitchFamily="50" charset="-128"/>
              </a:rPr>
              <a:t>生成後のファイル名に付加する文字列を </a:t>
            </a:r>
            <a:r>
              <a:rPr kumimoji="1" lang="en-US" altLang="ja-JP" sz="1400" kern="0">
                <a:latin typeface="Source Code Pro Semibold" panose="020B0609030403020204" pitchFamily="49" charset="0"/>
                <a:ea typeface="Source Code Pro Semibold" panose="020B0609030403020204" pitchFamily="49" charset="0"/>
              </a:rPr>
              <a:t>_CSP</a:t>
            </a:r>
            <a:r>
              <a:rPr kumimoji="1" lang="en-US" altLang="ja-JP" sz="1400" kern="0">
                <a:latin typeface="BIZ UDPゴシック" panose="020B0400000000000000" pitchFamily="50" charset="-128"/>
                <a:ea typeface="BIZ UDPゴシック" panose="020B0400000000000000" pitchFamily="50" charset="-128"/>
              </a:rPr>
              <a:t> </a:t>
            </a:r>
            <a:r>
              <a:rPr kumimoji="1" lang="ja-JP" altLang="en-US" sz="1400" kern="0">
                <a:latin typeface="BIZ UDPゴシック" panose="020B0400000000000000" pitchFamily="50" charset="-128"/>
                <a:ea typeface="BIZ UDPゴシック" panose="020B0400000000000000" pitchFamily="50" charset="-128"/>
              </a:rPr>
              <a:t>に変更</a:t>
            </a:r>
            <a:r>
              <a:rPr kumimoji="1" lang="en-US" altLang="ja-JP" sz="1400" kern="0">
                <a:latin typeface="BIZ UDPゴシック" panose="020B0400000000000000" pitchFamily="50" charset="-128"/>
                <a:ea typeface="BIZ UDPゴシック" panose="020B0400000000000000" pitchFamily="50" charset="-128"/>
              </a:rPr>
              <a:t>(</a:t>
            </a:r>
            <a:r>
              <a:rPr kumimoji="1" lang="ja-JP" altLang="en-US" sz="1400" kern="0">
                <a:latin typeface="BIZ UDPゴシック" panose="020B0400000000000000" pitchFamily="50" charset="-128"/>
                <a:ea typeface="BIZ UDPゴシック" panose="020B0400000000000000" pitchFamily="50" charset="-128"/>
              </a:rPr>
              <a:t>任意</a:t>
            </a:r>
            <a:r>
              <a:rPr kumimoji="1" lang="en-US" altLang="ja-JP" sz="1400" kern="0">
                <a:latin typeface="BIZ UDPゴシック" panose="020B0400000000000000" pitchFamily="50" charset="-128"/>
                <a:ea typeface="BIZ UDPゴシック" panose="020B0400000000000000" pitchFamily="50" charset="-128"/>
              </a:rPr>
              <a:t>)</a:t>
            </a:r>
            <a:endParaRPr kumimoji="1" lang="ja-JP" altLang="en-US" sz="1400" kern="0">
              <a:latin typeface="BIZ UDPゴシック" panose="020B0400000000000000" pitchFamily="50" charset="-128"/>
              <a:ea typeface="BIZ UDPゴシック" panose="020B0400000000000000" pitchFamily="50" charset="-128"/>
            </a:endParaRPr>
          </a:p>
        </p:txBody>
      </p:sp>
      <p:sp>
        <p:nvSpPr>
          <p:cNvPr id="31" name="テキスト ボックス 30">
            <a:extLst>
              <a:ext uri="{FF2B5EF4-FFF2-40B4-BE49-F238E27FC236}">
                <a16:creationId xmlns:a16="http://schemas.microsoft.com/office/drawing/2014/main" id="{4511CDA5-0062-A8D8-A6E0-FF69D8C11243}"/>
              </a:ext>
            </a:extLst>
          </p:cNvPr>
          <p:cNvSpPr txBox="1"/>
          <p:nvPr/>
        </p:nvSpPr>
        <p:spPr bwMode="auto">
          <a:xfrm>
            <a:off x="9798652" y="6597352"/>
            <a:ext cx="1656184" cy="26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endParaRPr kumimoji="1" lang="ja-JP" altLang="en-US" sz="1050" kern="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8192C10D-C973-B3A3-5486-F35C34E81A38}"/>
              </a:ext>
            </a:extLst>
          </p:cNvPr>
          <p:cNvSpPr txBox="1"/>
          <p:nvPr/>
        </p:nvSpPr>
        <p:spPr bwMode="auto">
          <a:xfrm>
            <a:off x="5303912" y="6021288"/>
            <a:ext cx="6187480" cy="523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400" kern="0">
                <a:latin typeface="BIZ UDPゴシック" panose="020B0400000000000000" pitchFamily="50" charset="-128"/>
                <a:ea typeface="BIZ UDPゴシック" panose="020B0400000000000000" pitchFamily="50" charset="-128"/>
              </a:rPr>
              <a:t>--target-trailer </a:t>
            </a:r>
            <a:r>
              <a:rPr kumimoji="1" lang="ja-JP" altLang="en-US" sz="1400" kern="0">
                <a:latin typeface="BIZ UDPゴシック" panose="020B0400000000000000" pitchFamily="50" charset="-128"/>
                <a:ea typeface="BIZ UDPゴシック" panose="020B0400000000000000" pitchFamily="50" charset="-128"/>
              </a:rPr>
              <a:t>のオプションは必須ではありません。</a:t>
            </a:r>
            <a:endParaRPr kumimoji="1" lang="en-US" altLang="ja-JP" sz="1400" kern="0">
              <a:latin typeface="BIZ UDPゴシック" panose="020B0400000000000000" pitchFamily="50" charset="-128"/>
              <a:ea typeface="BIZ UDPゴシック" panose="020B0400000000000000" pitchFamily="50" charset="-128"/>
            </a:endParaRPr>
          </a:p>
          <a:p>
            <a:pPr algn="l" eaLnBrk="1"/>
            <a:r>
              <a:rPr kumimoji="1" lang="ja-JP" altLang="en-US" sz="1400" kern="0">
                <a:latin typeface="BIZ UDPゴシック" panose="020B0400000000000000" pitchFamily="50" charset="-128"/>
                <a:ea typeface="BIZ UDPゴシック" panose="020B0400000000000000" pitchFamily="50" charset="-128"/>
              </a:rPr>
              <a:t>当サンプルで生成後のファイル名を区別しやすくするためにつけたものです。</a:t>
            </a:r>
          </a:p>
        </p:txBody>
      </p:sp>
    </p:spTree>
    <p:extLst>
      <p:ext uri="{BB962C8B-B14F-4D97-AF65-F5344CB8AC3E}">
        <p14:creationId xmlns:p14="http://schemas.microsoft.com/office/powerpoint/2010/main" val="104167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569455-20E9-1D64-CF9A-83A80CCDABC2}"/>
              </a:ext>
            </a:extLst>
          </p:cNvPr>
          <p:cNvSpPr>
            <a:spLocks noGrp="1"/>
          </p:cNvSpPr>
          <p:nvPr>
            <p:ph type="title"/>
          </p:nvPr>
        </p:nvSpPr>
        <p:spPr/>
        <p:txBody>
          <a:bodyPr/>
          <a:lstStyle/>
          <a:p>
            <a:r>
              <a:t>2) 確認方法（通常生成版）</a:t>
            </a:r>
          </a:p>
        </p:txBody>
      </p:sp>
      <p:sp>
        <p:nvSpPr>
          <p:cNvPr id="23" name="スライド番号プレースホルダー 22">
            <a:extLst>
              <a:ext uri="{FF2B5EF4-FFF2-40B4-BE49-F238E27FC236}">
                <a16:creationId xmlns:a16="http://schemas.microsoft.com/office/drawing/2014/main" id="{DDE2A957-78FA-8DE7-63AB-5D7939D9C458}"/>
              </a:ext>
            </a:extLst>
          </p:cNvPr>
          <p:cNvSpPr>
            <a:spLocks noGrp="1"/>
          </p:cNvSpPr>
          <p:nvPr>
            <p:ph type="sldNum" sz="quarter" idx="12"/>
          </p:nvPr>
        </p:nvSpPr>
        <p:spPr/>
        <p:txBody>
          <a:bodyPr/>
          <a:lstStyle/>
          <a:p>
            <a:fld id="{D2D8002D-B5B0-4BAC-B1F6-782DDCCE6D9C}" type="slidenum">
              <a:rPr lang="ja-JP" altLang="en-US" smtClean="0"/>
              <a:pPr/>
              <a:t>5</a:t>
            </a:fld>
            <a:endParaRPr lang="ja-JP" altLang="en-US"/>
          </a:p>
        </p:txBody>
      </p:sp>
      <p:sp>
        <p:nvSpPr>
          <p:cNvPr id="24" name="フッター プレースホルダー 23">
            <a:extLst>
              <a:ext uri="{FF2B5EF4-FFF2-40B4-BE49-F238E27FC236}">
                <a16:creationId xmlns:a16="http://schemas.microsoft.com/office/drawing/2014/main" id="{FD1CA68E-232B-C73D-AF10-06E161CDD218}"/>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39" name="正方形/長方形 38">
            <a:extLst>
              <a:ext uri="{FF2B5EF4-FFF2-40B4-BE49-F238E27FC236}">
                <a16:creationId xmlns:a16="http://schemas.microsoft.com/office/drawing/2014/main" id="{C37CEAC6-AC58-76B0-F1B1-B73D6E5825A7}"/>
              </a:ext>
            </a:extLst>
          </p:cNvPr>
          <p:cNvSpPr/>
          <p:nvPr/>
        </p:nvSpPr>
        <p:spPr bwMode="auto">
          <a:xfrm>
            <a:off x="767408" y="1130835"/>
            <a:ext cx="10441160"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以下のようにして起動した通常生成版と比べてください　（オプション指定なし）</a:t>
            </a:r>
          </a:p>
        </p:txBody>
      </p:sp>
      <p:sp>
        <p:nvSpPr>
          <p:cNvPr id="83" name="正方形/長方形 82">
            <a:extLst>
              <a:ext uri="{FF2B5EF4-FFF2-40B4-BE49-F238E27FC236}">
                <a16:creationId xmlns:a16="http://schemas.microsoft.com/office/drawing/2014/main" id="{02730ED5-5710-EDFF-4330-9E3D752AC1FD}"/>
              </a:ext>
            </a:extLst>
          </p:cNvPr>
          <p:cNvSpPr/>
          <p:nvPr/>
        </p:nvSpPr>
        <p:spPr bwMode="auto">
          <a:xfrm>
            <a:off x="1163452" y="1771152"/>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python pptx-indexer.py 03_EISample.pptx</a:t>
            </a:r>
            <a:endParaRPr kumimoji="1" lang="ja-JP" altLang="en-US" sz="1600">
              <a:latin typeface="Source Code Pro Semibold" panose="020B0609030403020204" pitchFamily="49" charset="0"/>
              <a:ea typeface="BIZ UDPゴシック" panose="020B0400000000000000" pitchFamily="50" charset="-128"/>
            </a:endParaRPr>
          </a:p>
        </p:txBody>
      </p:sp>
      <p:sp>
        <p:nvSpPr>
          <p:cNvPr id="84" name="正方形/長方形 83">
            <a:extLst>
              <a:ext uri="{FF2B5EF4-FFF2-40B4-BE49-F238E27FC236}">
                <a16:creationId xmlns:a16="http://schemas.microsoft.com/office/drawing/2014/main" id="{BD180237-316D-55F9-693A-1E629734CE77}"/>
              </a:ext>
            </a:extLst>
          </p:cNvPr>
          <p:cNvSpPr/>
          <p:nvPr/>
        </p:nvSpPr>
        <p:spPr bwMode="auto">
          <a:xfrm>
            <a:off x="767408" y="2366091"/>
            <a:ext cx="7416824"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結果 </a:t>
            </a:r>
            <a:r>
              <a:rPr kumimoji="1" lang="en-US" altLang="ja-JP" sz="1800">
                <a:latin typeface="BIZ UDPゴシック" panose="020B0400000000000000" pitchFamily="50" charset="-128"/>
                <a:ea typeface="BIZ UDPゴシック" panose="020B0400000000000000" pitchFamily="50" charset="-128"/>
              </a:rPr>
              <a:t>(CSP,CSL,MEMO,TEMP </a:t>
            </a:r>
            <a:r>
              <a:rPr kumimoji="1" lang="ja-JP" altLang="en-US" sz="1800">
                <a:latin typeface="BIZ UDPゴシック" panose="020B0400000000000000" pitchFamily="50" charset="-128"/>
                <a:ea typeface="BIZ UDPゴシック" panose="020B0400000000000000" pitchFamily="50" charset="-128"/>
              </a:rPr>
              <a:t>等のタグ部分のみ削除される</a:t>
            </a:r>
            <a:r>
              <a:rPr kumimoji="1" lang="en-US" altLang="ja-JP" sz="1800">
                <a:latin typeface="BIZ UDPゴシック" panose="020B0400000000000000" pitchFamily="50" charset="-128"/>
                <a:ea typeface="BIZ UDPゴシック" panose="020B0400000000000000" pitchFamily="50" charset="-128"/>
              </a:rPr>
              <a:t>)</a:t>
            </a:r>
            <a:endParaRPr kumimoji="1" lang="ja-JP" altLang="en-US" sz="1800">
              <a:latin typeface="BIZ UDPゴシック" panose="020B0400000000000000" pitchFamily="50" charset="-128"/>
              <a:ea typeface="BIZ UDPゴシック" panose="020B0400000000000000" pitchFamily="50" charset="-128"/>
            </a:endParaRPr>
          </a:p>
        </p:txBody>
      </p:sp>
      <p:sp>
        <p:nvSpPr>
          <p:cNvPr id="85" name="正方形/長方形 84">
            <a:extLst>
              <a:ext uri="{FF2B5EF4-FFF2-40B4-BE49-F238E27FC236}">
                <a16:creationId xmlns:a16="http://schemas.microsoft.com/office/drawing/2014/main" id="{1B8D9E42-4737-58C6-0C1E-653C512A4A81}"/>
              </a:ext>
            </a:extLst>
          </p:cNvPr>
          <p:cNvSpPr/>
          <p:nvPr/>
        </p:nvSpPr>
        <p:spPr bwMode="auto">
          <a:xfrm>
            <a:off x="1163452" y="2795796"/>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02_EISample_generated.pptx</a:t>
            </a:r>
            <a:endParaRPr kumimoji="1" lang="ja-JP" altLang="en-US" sz="1600">
              <a:latin typeface="Source Code Pro Semibold" panose="020B0609030403020204" pitchFamily="49" charset="0"/>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A0B792F7-60E4-B726-3E5C-C4989A91E23B}"/>
              </a:ext>
            </a:extLst>
          </p:cNvPr>
          <p:cNvSpPr txBox="1"/>
          <p:nvPr/>
        </p:nvSpPr>
        <p:spPr bwMode="auto">
          <a:xfrm>
            <a:off x="2639616" y="3390735"/>
            <a:ext cx="8208912"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600" kern="0">
                <a:latin typeface="BIZ UDPゴシック" panose="020B0400000000000000" pitchFamily="50" charset="-128"/>
                <a:ea typeface="BIZ UDPゴシック" panose="020B0400000000000000" pitchFamily="50" charset="-128"/>
              </a:rPr>
              <a:t>生成後のファイル名には </a:t>
            </a:r>
            <a:r>
              <a:rPr kumimoji="1" lang="en-US" altLang="ja-JP" sz="1600" kern="0">
                <a:latin typeface="Source Code Pro Semibold" panose="020B0609030403020204" pitchFamily="49" charset="0"/>
                <a:ea typeface="Source Code Pro Semibold" panose="020B0609030403020204" pitchFamily="49" charset="0"/>
              </a:rPr>
              <a:t>_generated</a:t>
            </a:r>
            <a:r>
              <a:rPr kumimoji="1" lang="en-US" altLang="ja-JP" sz="1600" kern="0">
                <a:latin typeface="BIZ UDPゴシック" panose="020B0400000000000000" pitchFamily="50" charset="-128"/>
                <a:ea typeface="BIZ UDPゴシック" panose="020B0400000000000000" pitchFamily="50" charset="-128"/>
              </a:rPr>
              <a:t> </a:t>
            </a:r>
            <a:r>
              <a:rPr kumimoji="1" lang="ja-JP" altLang="en-US" sz="1600" kern="0">
                <a:latin typeface="BIZ UDPゴシック" panose="020B0400000000000000" pitchFamily="50" charset="-128"/>
                <a:ea typeface="BIZ UDPゴシック" panose="020B0400000000000000" pitchFamily="50" charset="-128"/>
              </a:rPr>
              <a:t>がつく</a:t>
            </a:r>
            <a:endParaRPr kumimoji="1" lang="en-US" altLang="ja-JP" sz="1600" kern="0">
              <a:latin typeface="BIZ UDPゴシック" panose="020B0400000000000000" pitchFamily="50" charset="-128"/>
              <a:ea typeface="BIZ UDPゴシック" panose="020B0400000000000000" pitchFamily="50" charset="-128"/>
            </a:endParaRPr>
          </a:p>
          <a:p>
            <a:pPr algn="l" eaLnBrk="1"/>
            <a:r>
              <a:rPr lang="en-US" altLang="ja-JP" sz="1600" kern="0">
                <a:latin typeface="BIZ UDPゴシック" panose="020B0400000000000000" pitchFamily="50" charset="-128"/>
                <a:ea typeface="BIZ UDPゴシック" panose="020B0400000000000000" pitchFamily="50" charset="-128"/>
              </a:rPr>
              <a:t>( --target-trailer </a:t>
            </a:r>
            <a:r>
              <a:rPr lang="ja-JP" altLang="en-US" sz="1600" kern="0">
                <a:latin typeface="BIZ UDPゴシック" panose="020B0400000000000000" pitchFamily="50" charset="-128"/>
                <a:ea typeface="BIZ UDPゴシック" panose="020B0400000000000000" pitchFamily="50" charset="-128"/>
              </a:rPr>
              <a:t>オプションがない場合のデフォルト値が </a:t>
            </a:r>
            <a:r>
              <a:rPr lang="en-US" altLang="ja-JP" sz="1600" kern="0">
                <a:latin typeface="Source Code Pro Semibold" panose="020B0609030403020204" pitchFamily="49" charset="0"/>
                <a:ea typeface="Source Code Pro Semibold" panose="020B0609030403020204" pitchFamily="49" charset="0"/>
              </a:rPr>
              <a:t>_generated )</a:t>
            </a:r>
            <a:endParaRPr kumimoji="1" lang="ja-JP" altLang="en-US" sz="1600" kern="0">
              <a:latin typeface="Source Code Pro Semibold" panose="020B0609030403020204" pitchFamily="49" charset="0"/>
              <a:ea typeface="BIZ UDPゴシック" panose="020B0400000000000000" pitchFamily="50" charset="-128"/>
            </a:endParaRPr>
          </a:p>
        </p:txBody>
      </p:sp>
      <p:cxnSp>
        <p:nvCxnSpPr>
          <p:cNvPr id="20" name="直線矢印コネクタ 19">
            <a:extLst>
              <a:ext uri="{FF2B5EF4-FFF2-40B4-BE49-F238E27FC236}">
                <a16:creationId xmlns:a16="http://schemas.microsoft.com/office/drawing/2014/main" id="{437CCCFA-7FB1-9819-C967-D6BE80A7440E}"/>
              </a:ext>
            </a:extLst>
          </p:cNvPr>
          <p:cNvCxnSpPr>
            <a:cxnSpLocks/>
          </p:cNvCxnSpPr>
          <p:nvPr/>
        </p:nvCxnSpPr>
        <p:spPr bwMode="auto">
          <a:xfrm flipH="1" flipV="1">
            <a:off x="3215680" y="3068960"/>
            <a:ext cx="360040" cy="338556"/>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25" name="テキスト ボックス 24">
            <a:extLst>
              <a:ext uri="{FF2B5EF4-FFF2-40B4-BE49-F238E27FC236}">
                <a16:creationId xmlns:a16="http://schemas.microsoft.com/office/drawing/2014/main" id="{F7545B0F-A726-A3C5-EAC7-BE47D4DA728A}"/>
              </a:ext>
            </a:extLst>
          </p:cNvPr>
          <p:cNvSpPr txBox="1"/>
          <p:nvPr/>
        </p:nvSpPr>
        <p:spPr bwMode="auto">
          <a:xfrm>
            <a:off x="9798652" y="6597352"/>
            <a:ext cx="1656184" cy="26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endParaRPr kumimoji="1" lang="ja-JP" altLang="en-US" sz="105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080666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1826B-D5BF-C382-4E1D-2232B12D2FF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B16C01B-F4E3-0E48-6FF7-581E96CF27F2}"/>
              </a:ext>
            </a:extLst>
          </p:cNvPr>
          <p:cNvSpPr>
            <a:spLocks noGrp="1"/>
          </p:cNvSpPr>
          <p:nvPr>
            <p:ph type="title"/>
          </p:nvPr>
        </p:nvSpPr>
        <p:spPr/>
        <p:txBody>
          <a:bodyPr/>
          <a:lstStyle/>
          <a:p>
            <a:r>
              <a:t>3) CSPタグによるシェイプ削除のサンプル</a:t>
            </a:r>
          </a:p>
        </p:txBody>
      </p:sp>
      <p:sp>
        <p:nvSpPr>
          <p:cNvPr id="23" name="スライド番号プレースホルダー 22">
            <a:extLst>
              <a:ext uri="{FF2B5EF4-FFF2-40B4-BE49-F238E27FC236}">
                <a16:creationId xmlns:a16="http://schemas.microsoft.com/office/drawing/2014/main" id="{78A26EF3-93AA-92C4-F485-246FE29DE870}"/>
              </a:ext>
            </a:extLst>
          </p:cNvPr>
          <p:cNvSpPr>
            <a:spLocks noGrp="1"/>
          </p:cNvSpPr>
          <p:nvPr>
            <p:ph type="sldNum" sz="quarter" idx="12"/>
          </p:nvPr>
        </p:nvSpPr>
        <p:spPr/>
        <p:txBody>
          <a:bodyPr/>
          <a:lstStyle/>
          <a:p>
            <a:fld id="{D2D8002D-B5B0-4BAC-B1F6-782DDCCE6D9C}" type="slidenum">
              <a:rPr lang="ja-JP" altLang="en-US" smtClean="0"/>
              <a:pPr/>
              <a:t>6</a:t>
            </a:fld>
            <a:endParaRPr lang="ja-JP" altLang="en-US"/>
          </a:p>
        </p:txBody>
      </p:sp>
      <p:sp>
        <p:nvSpPr>
          <p:cNvPr id="24" name="フッター プレースホルダー 23">
            <a:extLst>
              <a:ext uri="{FF2B5EF4-FFF2-40B4-BE49-F238E27FC236}">
                <a16:creationId xmlns:a16="http://schemas.microsoft.com/office/drawing/2014/main" id="{9EE9D72C-B305-6BF7-0399-B66719D4CBF5}"/>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4" name="四角形: 角を丸くする 3">
            <a:extLst>
              <a:ext uri="{FF2B5EF4-FFF2-40B4-BE49-F238E27FC236}">
                <a16:creationId xmlns:a16="http://schemas.microsoft.com/office/drawing/2014/main" id="{8DB28A57-3283-26AB-2655-FA749F502199}"/>
              </a:ext>
            </a:extLst>
          </p:cNvPr>
          <p:cNvSpPr/>
          <p:nvPr/>
        </p:nvSpPr>
        <p:spPr bwMode="auto">
          <a:xfrm>
            <a:off x="2351584" y="1658157"/>
            <a:ext cx="3384376" cy="1512168"/>
          </a:xfrm>
          <a:prstGeom prst="round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2042D944-603F-4B5C-4927-32AF3CAFC34B}"/>
              </a:ext>
            </a:extLst>
          </p:cNvPr>
          <p:cNvSpPr txBox="1"/>
          <p:nvPr/>
        </p:nvSpPr>
        <p:spPr bwMode="auto">
          <a:xfrm>
            <a:off x="2675618" y="2266157"/>
            <a:ext cx="2700302"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kumimoji="1" lang="ja-JP" altLang="en-US" kern="0">
                <a:latin typeface="BIZ UDPゴシック" panose="020B0400000000000000" pitchFamily="50" charset="-128"/>
                <a:ea typeface="BIZ UDPゴシック" panose="020B0400000000000000" pitchFamily="50" charset="-128"/>
              </a:rPr>
              <a:t>そのまま残るテキスト</a:t>
            </a:r>
          </a:p>
        </p:txBody>
      </p:sp>
      <p:sp>
        <p:nvSpPr>
          <p:cNvPr id="7" name="四角形: 角を丸くする 6">
            <a:extLst>
              <a:ext uri="{FF2B5EF4-FFF2-40B4-BE49-F238E27FC236}">
                <a16:creationId xmlns:a16="http://schemas.microsoft.com/office/drawing/2014/main" id="{92DA8000-DC85-DE54-2918-FFD145518D2F}"/>
              </a:ext>
            </a:extLst>
          </p:cNvPr>
          <p:cNvSpPr/>
          <p:nvPr/>
        </p:nvSpPr>
        <p:spPr bwMode="auto">
          <a:xfrm>
            <a:off x="6528048" y="1658157"/>
            <a:ext cx="3384376" cy="1512168"/>
          </a:xfrm>
          <a:prstGeom prst="round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54E65387-2FB8-4053-C3CA-BF95E8F75AEE}"/>
              </a:ext>
            </a:extLst>
          </p:cNvPr>
          <p:cNvSpPr txBox="1"/>
          <p:nvPr/>
        </p:nvSpPr>
        <p:spPr bwMode="auto">
          <a:xfrm>
            <a:off x="9798652" y="6597352"/>
            <a:ext cx="1656184" cy="26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endParaRPr kumimoji="1" lang="ja-JP" altLang="en-US" sz="1050" kern="0">
              <a:latin typeface="BIZ UDPゴシック" panose="020B0400000000000000" pitchFamily="50" charset="-128"/>
              <a:ea typeface="BIZ UDPゴシック" panose="020B0400000000000000" pitchFamily="50" charset="-128"/>
            </a:endParaRPr>
          </a:p>
        </p:txBody>
      </p:sp>
      <p:sp>
        <p:nvSpPr>
          <p:cNvPr id="3" name="四角形: 角を丸くする 2">
            <a:extLst>
              <a:ext uri="{FF2B5EF4-FFF2-40B4-BE49-F238E27FC236}">
                <a16:creationId xmlns:a16="http://schemas.microsoft.com/office/drawing/2014/main" id="{39C3F38B-3B9D-6477-C093-B7EAB6509351}"/>
              </a:ext>
            </a:extLst>
          </p:cNvPr>
          <p:cNvSpPr/>
          <p:nvPr/>
        </p:nvSpPr>
        <p:spPr bwMode="auto">
          <a:xfrm>
            <a:off x="2351584" y="4118843"/>
            <a:ext cx="3384376" cy="1512168"/>
          </a:xfrm>
          <a:prstGeom prst="round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8" name="四角形: 角を丸くする 7">
            <a:extLst>
              <a:ext uri="{FF2B5EF4-FFF2-40B4-BE49-F238E27FC236}">
                <a16:creationId xmlns:a16="http://schemas.microsoft.com/office/drawing/2014/main" id="{79199145-D18A-51AE-2A39-EEE2BC17223A}"/>
              </a:ext>
            </a:extLst>
          </p:cNvPr>
          <p:cNvSpPr/>
          <p:nvPr/>
        </p:nvSpPr>
        <p:spPr bwMode="auto">
          <a:xfrm>
            <a:off x="6528048" y="4118843"/>
            <a:ext cx="3384376" cy="1512168"/>
          </a:xfrm>
          <a:prstGeom prst="round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892016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940CF-6D21-EC5F-7D3F-D5ECABF6552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C702D84-956B-2EB7-70AB-8D681B353E91}"/>
              </a:ext>
            </a:extLst>
          </p:cNvPr>
          <p:cNvSpPr>
            <a:spLocks noGrp="1"/>
          </p:cNvSpPr>
          <p:nvPr>
            <p:ph type="title"/>
          </p:nvPr>
        </p:nvSpPr>
        <p:spPr/>
        <p:txBody>
          <a:bodyPr/>
          <a:lstStyle/>
          <a:p>
            <a:r>
              <a:t>4) CSLタグによるスライド削除のサンプル</a:t>
            </a:r>
          </a:p>
        </p:txBody>
      </p:sp>
      <p:sp>
        <p:nvSpPr>
          <p:cNvPr id="23" name="スライド番号プレースホルダー 22">
            <a:extLst>
              <a:ext uri="{FF2B5EF4-FFF2-40B4-BE49-F238E27FC236}">
                <a16:creationId xmlns:a16="http://schemas.microsoft.com/office/drawing/2014/main" id="{D53087A8-9658-831B-7A33-6BE2114096E3}"/>
              </a:ext>
            </a:extLst>
          </p:cNvPr>
          <p:cNvSpPr>
            <a:spLocks noGrp="1"/>
          </p:cNvSpPr>
          <p:nvPr>
            <p:ph type="sldNum" sz="quarter" idx="12"/>
          </p:nvPr>
        </p:nvSpPr>
        <p:spPr/>
        <p:txBody>
          <a:bodyPr/>
          <a:lstStyle/>
          <a:p>
            <a:fld id="{D2D8002D-B5B0-4BAC-B1F6-782DDCCE6D9C}" type="slidenum">
              <a:rPr lang="ja-JP" altLang="en-US" smtClean="0"/>
              <a:pPr/>
              <a:t>7</a:t>
            </a:fld>
            <a:endParaRPr lang="ja-JP" altLang="en-US"/>
          </a:p>
        </p:txBody>
      </p:sp>
      <p:sp>
        <p:nvSpPr>
          <p:cNvPr id="24" name="フッター プレースホルダー 23">
            <a:extLst>
              <a:ext uri="{FF2B5EF4-FFF2-40B4-BE49-F238E27FC236}">
                <a16:creationId xmlns:a16="http://schemas.microsoft.com/office/drawing/2014/main" id="{16CE9AB6-217A-4686-C116-B9D459387038}"/>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9" name="テキスト ボックス 8">
            <a:extLst>
              <a:ext uri="{FF2B5EF4-FFF2-40B4-BE49-F238E27FC236}">
                <a16:creationId xmlns:a16="http://schemas.microsoft.com/office/drawing/2014/main" id="{2B897589-D69E-9A50-D74C-D84DD6B0D2C8}"/>
              </a:ext>
            </a:extLst>
          </p:cNvPr>
          <p:cNvSpPr txBox="1"/>
          <p:nvPr/>
        </p:nvSpPr>
        <p:spPr bwMode="auto">
          <a:xfrm>
            <a:off x="983433" y="6158467"/>
            <a:ext cx="165618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endParaRPr kumimoji="1" lang="ja-JP" altLang="en-US" kern="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11B3CFC3-CAAA-787F-6C38-EA3648F24DDD}"/>
              </a:ext>
            </a:extLst>
          </p:cNvPr>
          <p:cNvSpPr txBox="1"/>
          <p:nvPr/>
        </p:nvSpPr>
        <p:spPr bwMode="auto">
          <a:xfrm>
            <a:off x="1127448" y="1430644"/>
            <a:ext cx="7488832"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600" kern="0">
                <a:latin typeface="BIZ UDPゴシック" panose="020B0400000000000000" pitchFamily="50" charset="-128"/>
                <a:ea typeface="BIZ UDPゴシック" panose="020B0400000000000000" pitchFamily="50" charset="-128"/>
              </a:rPr>
              <a:t>--deletecsl </a:t>
            </a:r>
            <a:r>
              <a:rPr kumimoji="1" lang="ja-JP" altLang="en-US" sz="1600" kern="0">
                <a:latin typeface="BIZ UDPゴシック" panose="020B0400000000000000" pitchFamily="50" charset="-128"/>
                <a:ea typeface="BIZ UDPゴシック" panose="020B0400000000000000" pitchFamily="50" charset="-128"/>
              </a:rPr>
              <a:t>オプションを指定すると、このスライド全体が削除されます</a:t>
            </a:r>
          </a:p>
        </p:txBody>
      </p:sp>
      <p:cxnSp>
        <p:nvCxnSpPr>
          <p:cNvPr id="6" name="直線矢印コネクタ 5">
            <a:extLst>
              <a:ext uri="{FF2B5EF4-FFF2-40B4-BE49-F238E27FC236}">
                <a16:creationId xmlns:a16="http://schemas.microsoft.com/office/drawing/2014/main" id="{346FFCDC-A8A8-0C04-69A4-B860A6DFEE19}"/>
              </a:ext>
            </a:extLst>
          </p:cNvPr>
          <p:cNvCxnSpPr>
            <a:cxnSpLocks/>
          </p:cNvCxnSpPr>
          <p:nvPr/>
        </p:nvCxnSpPr>
        <p:spPr bwMode="auto">
          <a:xfrm>
            <a:off x="1703512" y="2368718"/>
            <a:ext cx="0" cy="3789749"/>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8" name="テキスト ボックス 7">
            <a:extLst>
              <a:ext uri="{FF2B5EF4-FFF2-40B4-BE49-F238E27FC236}">
                <a16:creationId xmlns:a16="http://schemas.microsoft.com/office/drawing/2014/main" id="{80BCFBBD-EEFD-2705-7FE8-AEEEF90A38AB}"/>
              </a:ext>
            </a:extLst>
          </p:cNvPr>
          <p:cNvSpPr txBox="1"/>
          <p:nvPr/>
        </p:nvSpPr>
        <p:spPr bwMode="auto">
          <a:xfrm>
            <a:off x="1127448" y="2030162"/>
            <a:ext cx="7488832"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600" kern="0">
                <a:latin typeface="BIZ UDPゴシック" panose="020B0400000000000000" pitchFamily="50" charset="-128"/>
                <a:ea typeface="BIZ UDPゴシック" panose="020B0400000000000000" pitchFamily="50" charset="-128"/>
              </a:rPr>
              <a:t>--deletecsl </a:t>
            </a:r>
            <a:r>
              <a:rPr kumimoji="1" lang="ja-JP" altLang="en-US" sz="1600" kern="0">
                <a:latin typeface="BIZ UDPゴシック" panose="020B0400000000000000" pitchFamily="50" charset="-128"/>
                <a:ea typeface="BIZ UDPゴシック" panose="020B0400000000000000" pitchFamily="50" charset="-128"/>
              </a:rPr>
              <a:t>オプションを指定しないと、下記タグだけが削除されます</a:t>
            </a:r>
          </a:p>
        </p:txBody>
      </p:sp>
      <p:sp>
        <p:nvSpPr>
          <p:cNvPr id="4" name="テキスト ボックス 3">
            <a:extLst>
              <a:ext uri="{FF2B5EF4-FFF2-40B4-BE49-F238E27FC236}">
                <a16:creationId xmlns:a16="http://schemas.microsoft.com/office/drawing/2014/main" id="{DF1F542D-389F-6DB3-25CD-963A0B1EB839}"/>
              </a:ext>
            </a:extLst>
          </p:cNvPr>
          <p:cNvSpPr txBox="1"/>
          <p:nvPr/>
        </p:nvSpPr>
        <p:spPr bwMode="auto">
          <a:xfrm>
            <a:off x="9798652" y="6597352"/>
            <a:ext cx="1656184" cy="26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endParaRPr kumimoji="1" lang="ja-JP" altLang="en-US" sz="105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294946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940CF-6D21-EC5F-7D3F-D5ECABF6552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C702D84-956B-2EB7-70AB-8D681B353E91}"/>
              </a:ext>
            </a:extLst>
          </p:cNvPr>
          <p:cNvSpPr>
            <a:spLocks noGrp="1"/>
          </p:cNvSpPr>
          <p:nvPr>
            <p:ph type="title"/>
          </p:nvPr>
        </p:nvSpPr>
        <p:spPr/>
        <p:txBody>
          <a:bodyPr/>
          <a:lstStyle/>
          <a:p>
            <a:r>
              <a:t>5) 最終スライド</a:t>
            </a:r>
          </a:p>
        </p:txBody>
      </p:sp>
      <p:sp>
        <p:nvSpPr>
          <p:cNvPr id="23" name="スライド番号プレースホルダー 22">
            <a:extLst>
              <a:ext uri="{FF2B5EF4-FFF2-40B4-BE49-F238E27FC236}">
                <a16:creationId xmlns:a16="http://schemas.microsoft.com/office/drawing/2014/main" id="{D53087A8-9658-831B-7A33-6BE2114096E3}"/>
              </a:ext>
            </a:extLst>
          </p:cNvPr>
          <p:cNvSpPr>
            <a:spLocks noGrp="1"/>
          </p:cNvSpPr>
          <p:nvPr>
            <p:ph type="sldNum" sz="quarter" idx="12"/>
          </p:nvPr>
        </p:nvSpPr>
        <p:spPr/>
        <p:txBody>
          <a:bodyPr/>
          <a:lstStyle/>
          <a:p>
            <a:fld id="{D2D8002D-B5B0-4BAC-B1F6-782DDCCE6D9C}" type="slidenum">
              <a:rPr lang="ja-JP" altLang="en-US" smtClean="0"/>
              <a:pPr/>
              <a:t>8</a:t>
            </a:fld>
            <a:endParaRPr lang="ja-JP" altLang="en-US"/>
          </a:p>
        </p:txBody>
      </p:sp>
      <p:sp>
        <p:nvSpPr>
          <p:cNvPr id="24" name="フッター プレースホルダー 23">
            <a:extLst>
              <a:ext uri="{FF2B5EF4-FFF2-40B4-BE49-F238E27FC236}">
                <a16:creationId xmlns:a16="http://schemas.microsoft.com/office/drawing/2014/main" id="{16CE9AB6-217A-4686-C116-B9D459387038}"/>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3" name="テキスト ボックス 2">
            <a:extLst>
              <a:ext uri="{FF2B5EF4-FFF2-40B4-BE49-F238E27FC236}">
                <a16:creationId xmlns:a16="http://schemas.microsoft.com/office/drawing/2014/main" id="{11B3CFC3-CAAA-787F-6C38-EA3648F24DDD}"/>
              </a:ext>
            </a:extLst>
          </p:cNvPr>
          <p:cNvSpPr txBox="1"/>
          <p:nvPr/>
        </p:nvSpPr>
        <p:spPr bwMode="auto">
          <a:xfrm>
            <a:off x="1127448" y="1430644"/>
            <a:ext cx="7488832"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600" kern="0">
                <a:latin typeface="BIZ UDPゴシック" panose="020B0400000000000000" pitchFamily="50" charset="-128"/>
                <a:ea typeface="BIZ UDPゴシック" panose="020B0400000000000000" pitchFamily="50" charset="-128"/>
              </a:rPr>
              <a:t>このページには特に意味はありません</a:t>
            </a:r>
          </a:p>
        </p:txBody>
      </p:sp>
      <p:sp>
        <p:nvSpPr>
          <p:cNvPr id="13" name="テキスト ボックス 12">
            <a:extLst>
              <a:ext uri="{FF2B5EF4-FFF2-40B4-BE49-F238E27FC236}">
                <a16:creationId xmlns:a16="http://schemas.microsoft.com/office/drawing/2014/main" id="{38099824-6864-BF66-A1FE-8D78DE17E9CD}"/>
              </a:ext>
            </a:extLst>
          </p:cNvPr>
          <p:cNvSpPr txBox="1"/>
          <p:nvPr/>
        </p:nvSpPr>
        <p:spPr bwMode="auto">
          <a:xfrm>
            <a:off x="9798652" y="6597352"/>
            <a:ext cx="1656184" cy="26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endParaRPr kumimoji="1" lang="ja-JP" altLang="en-US" sz="105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553113011"/>
      </p:ext>
    </p:extLst>
  </p:cSld>
  <p:clrMapOvr>
    <a:masterClrMapping/>
  </p:clrMapOvr>
</p:sld>
</file>

<file path=ppt/theme/theme1.xml><?xml version="1.0" encoding="utf-8"?>
<a:theme xmlns:a="http://schemas.openxmlformats.org/drawingml/2006/main" name="Edge">
  <a:themeElements>
    <a:clrScheme name="ユーザー定義 1">
      <a:dk1>
        <a:srgbClr val="292929"/>
      </a:dk1>
      <a:lt1>
        <a:sysClr val="window" lastClr="FFFFFF"/>
      </a:lt1>
      <a:dk2>
        <a:srgbClr val="244242"/>
      </a:dk2>
      <a:lt2>
        <a:srgbClr val="FFFFFF"/>
      </a:lt2>
      <a:accent1>
        <a:srgbClr val="51BD9C"/>
      </a:accent1>
      <a:accent2>
        <a:srgbClr val="FF2121"/>
      </a:accent2>
      <a:accent3>
        <a:srgbClr val="A3E3B1"/>
      </a:accent3>
      <a:accent4>
        <a:srgbClr val="FFE8B3"/>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chemeClr val="tx1">
              <a:lumMod val="75000"/>
              <a:lumOff val="25000"/>
            </a:schemeClr>
          </a:solidFill>
          <a:prstDash val="solid"/>
          <a:round/>
          <a:headEnd type="none" w="med" len="med"/>
          <a:tailEnd type="none" w="med" len="med"/>
        </a:ln>
        <a:effectLst/>
      </a:spPr>
      <a:bodyPr vert="horz" wrap="none" lIns="90000" tIns="46800" rIns="90000" bIns="46800" numCol="1" rtlCol="0" anchor="t" anchorCtr="0" compatLnSpc="1">
        <a:prstTxWarp prst="textNoShape">
          <a:avLst/>
        </a:prstTxWarp>
      </a:bodyPr>
      <a:lstStyle>
        <a:defPPr algn="ctr" defTabSz="914477" eaLnBrk="1" hangingPunct="1">
          <a:defRPr kumimoji="1">
            <a:latin typeface="BIZ UDPゴシック" panose="020B0400000000000000" pitchFamily="50" charset="-128"/>
            <a:ea typeface="BIZ UDPゴシック" panose="020B0400000000000000" pitchFamily="50" charset="-128"/>
          </a:defRPr>
        </a:defPPr>
      </a:lstStyle>
    </a:spDef>
    <a:lnDef>
      <a:spPr bwMode="auto">
        <a:solidFill>
          <a:srgbClr val="CCFFFF"/>
        </a:solidFill>
        <a:ln w="28575" cap="flat" cmpd="sng" algn="ctr">
          <a:solidFill>
            <a:schemeClr val="tx1">
              <a:lumMod val="75000"/>
              <a:lumOff val="25000"/>
            </a:schemeClr>
          </a:solidFill>
          <a:prstDash val="solid"/>
          <a:round/>
          <a:headEnd type="none" w="med" len="med"/>
          <a:tailEnd type="triangle"/>
        </a:ln>
        <a:effec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91440" tIns="45721" rIns="91440" bIns="45721" numCol="1" rtlCol="0" anchor="t" anchorCtr="0" compatLnSpc="1">
        <a:prstTxWarp prst="textNoShape">
          <a:avLst/>
        </a:prstTxWarp>
        <a:spAutoFit/>
      </a:bodyPr>
      <a:lstStyle>
        <a:defPPr algn="l" eaLnBrk="1">
          <a:defRPr kern="0" smtClean="0">
            <a:latin typeface="BIZ UDPゴシック" panose="020B0400000000000000" pitchFamily="50" charset="-128"/>
            <a:ea typeface="BIZ UDPゴシック" panose="020B0400000000000000" pitchFamily="50" charset="-128"/>
          </a:defRPr>
        </a:defPPr>
      </a:lstStyle>
    </a:tx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図解技法による分かりやすい資料の作成講座-20181121・講師用</Template>
  <TotalTime>20991</TotalTime>
  <Words>340</Words>
  <Application>Microsoft Office PowerPoint</Application>
  <PresentationFormat>ワイド画面</PresentationFormat>
  <Paragraphs>43</Paragraphs>
  <Slides>9</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9</vt:i4>
      </vt:variant>
    </vt:vector>
  </HeadingPairs>
  <TitlesOfParts>
    <vt:vector size="16" baseType="lpstr">
      <vt:lpstr>BIZ UDPゴシック</vt:lpstr>
      <vt:lpstr>FOT-UD丸ゴ_ラージ Pr6 M</vt:lpstr>
      <vt:lpstr>Arial</vt:lpstr>
      <vt:lpstr>Garamond</vt:lpstr>
      <vt:lpstr>Source Code Pro Semibold</vt:lpstr>
      <vt:lpstr>Wingdings</vt:lpstr>
      <vt:lpstr>Edge</vt:lpstr>
      <vt:lpstr>03_EISample</vt:lpstr>
      <vt:lpstr>PowerPoint プレゼンテーション</vt:lpstr>
      <vt:lpstr>PowerPoint プレゼンテーション</vt:lpstr>
      <vt:lpstr>PowerPoint プレゼンテーション</vt:lpstr>
      <vt:lpstr>1) 確認方法</vt:lpstr>
      <vt:lpstr>2) 確認方法（通常生成版）</vt:lpstr>
      <vt:lpstr>3) CSPタグによるシェイプ削除のサンプル</vt:lpstr>
      <vt:lpstr>4) CSLタグによるスライド削除のサンプル</vt:lpstr>
      <vt:lpstr>5) 最終スライド</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開米瑞浩</dc:creator>
  <cp:lastModifiedBy>瑞浩 開米</cp:lastModifiedBy>
  <cp:revision>1952</cp:revision>
  <cp:lastPrinted>2024-11-10T09:08:11Z</cp:lastPrinted>
  <dcterms:modified xsi:type="dcterms:W3CDTF">2025-03-07T04:53:08Z</dcterms:modified>
</cp:coreProperties>
</file>