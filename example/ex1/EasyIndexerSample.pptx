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7"/>
  </p:notesMasterIdLst>
  <p:sldIdLst>
    <p:sldId id="1682" r:id="rId2"/>
    <p:sldId id="1688" r:id="rId3"/>
    <p:sldId id="1689" r:id="rId4"/>
    <p:sldId id="1691" r:id="rId5"/>
    <p:sldId id="1690" r:id="rId6"/>
    <p:sldId id="1696" r:id="rId7"/>
    <p:sldId id="1692" r:id="rId8"/>
    <p:sldId id="1697" r:id="rId9"/>
    <p:sldId id="1695" r:id="rId10"/>
    <p:sldId id="1693" r:id="rId11"/>
    <p:sldId id="1698" r:id="rId12"/>
    <p:sldId id="1694" r:id="rId13"/>
    <p:sldId id="1699" r:id="rId14"/>
    <p:sldId id="1700" r:id="rId15"/>
    <p:sldId id="1701" r:id="rId16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78" d="100"/>
          <a:sy n="78" d="100"/>
        </p:scale>
        <p:origin x="546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2025/2/22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rPr kumimoji="1" lang="en-US" altLang="ja-JP"/>
              <a:t>EasyIndexerSample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2025/2/22</a:t>
            </a:r>
            <a:r>
              <a:rPr lang="ja-JP" altLang="en-US" sz="2000"/>
              <a:t> 作成　</a:t>
            </a:r>
            <a:r>
              <a:rPr lang="en-US" altLang="ja-JP" sz="2000"/>
              <a:t>Version 1.0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本書は、単純な章・節番号のナンバリングだけを処理する機能の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サンプル用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イントロダクション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299FA5-89B2-191F-34F3-9A7B12987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" y="1634490"/>
            <a:ext cx="964692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四国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54F373-1E5F-468D-0825-1F838DBA4545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四国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27F0077-A758-3550-CC89-DF96198F15AB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515042-635E-536D-1393-8C0F5FAD4EBB}"/>
              </a:ext>
            </a:extLst>
          </p:cNvPr>
          <p:cNvSpPr txBox="1"/>
          <p:nvPr/>
        </p:nvSpPr>
        <p:spPr bwMode="auto">
          <a:xfrm>
            <a:off x="898656" y="355857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FCA188-66F4-D7D9-CE85-2C991EC5E660}"/>
              </a:ext>
            </a:extLst>
          </p:cNvPr>
          <p:cNvSpPr txBox="1"/>
          <p:nvPr/>
        </p:nvSpPr>
        <p:spPr bwMode="auto">
          <a:xfrm>
            <a:off x="2783632" y="3557171"/>
            <a:ext cx="8340161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このページは章見出しとして扱われ、節番号はつきません。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次ページから節番号がつきます。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444AEDF-10C6-B5D5-52F3-CC0CD193839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10577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4F35BD-9452-4836-68B9-C3412B2A9206}"/>
              </a:ext>
            </a:extLst>
          </p:cNvPr>
          <p:cNvSpPr txBox="1"/>
          <p:nvPr/>
        </p:nvSpPr>
        <p:spPr bwMode="auto">
          <a:xfrm>
            <a:off x="1140818" y="492977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85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504-2E68-E006-770D-4825EADD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CFF79-4432-D3A9-FE07-3DE79A77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高知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7CFAD06-98B4-4B09-0F15-F83DC3B2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317C994-A900-BABF-611E-1546EB100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05355-C863-687D-84A2-7E18007C5192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高知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6E79CE3-A68B-CFBE-E43A-86489013B790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4501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504-2E68-E006-770D-4825EADD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CFF79-4432-D3A9-FE07-3DE79A77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香川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7CFAD06-98B4-4B09-0F15-F83DC3B2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317C994-A900-BABF-611E-1546EB100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05355-C863-687D-84A2-7E18007C5192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香川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6E79CE3-A68B-CFBE-E43A-86489013B790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9730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九州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九州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361ED57-E9BD-0627-7910-E9D470B0BAAC}"/>
              </a:ext>
            </a:extLst>
          </p:cNvPr>
          <p:cNvSpPr txBox="1"/>
          <p:nvPr/>
        </p:nvSpPr>
        <p:spPr bwMode="auto">
          <a:xfrm>
            <a:off x="898656" y="355857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6C76B9-AF08-7614-99A9-1E4795C2F293}"/>
              </a:ext>
            </a:extLst>
          </p:cNvPr>
          <p:cNvSpPr txBox="1"/>
          <p:nvPr/>
        </p:nvSpPr>
        <p:spPr bwMode="auto">
          <a:xfrm>
            <a:off x="2783632" y="3557171"/>
            <a:ext cx="8340161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このページは章見出しとして扱われ、節番号はつきません。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次ページから節番号がつきます。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E186877-44EB-FC39-80E5-B0729BEBB96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10577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560556-AA2D-E59B-60C5-3E707D1F56EC}"/>
              </a:ext>
            </a:extLst>
          </p:cNvPr>
          <p:cNvSpPr txBox="1"/>
          <p:nvPr/>
        </p:nvSpPr>
        <p:spPr bwMode="auto">
          <a:xfrm>
            <a:off x="1140818" y="492977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435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熊本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熊本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7804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宮崎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宮崎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7706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本州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本州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D41DE5-2D5B-ACC2-4B93-5F2F81574B30}"/>
              </a:ext>
            </a:extLst>
          </p:cNvPr>
          <p:cNvSpPr txBox="1"/>
          <p:nvPr/>
        </p:nvSpPr>
        <p:spPr bwMode="auto">
          <a:xfrm>
            <a:off x="898656" y="35730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424BE1-19B8-8D86-F3B5-08B5FF459982}"/>
              </a:ext>
            </a:extLst>
          </p:cNvPr>
          <p:cNvSpPr txBox="1"/>
          <p:nvPr/>
        </p:nvSpPr>
        <p:spPr bwMode="auto">
          <a:xfrm>
            <a:off x="898656" y="41810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5E77A0-9BA8-B3E5-DEAE-E05238BDFC6F}"/>
              </a:ext>
            </a:extLst>
          </p:cNvPr>
          <p:cNvSpPr txBox="1"/>
          <p:nvPr/>
        </p:nvSpPr>
        <p:spPr bwMode="auto">
          <a:xfrm>
            <a:off x="4079776" y="3573016"/>
            <a:ext cx="5963897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章・節が同時に切り替わるので、このページは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ではなく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となります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5B38955-9E7F-896A-AD24-412AE82C69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675750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962678-3530-C8FC-ADC4-1434E2A01962}"/>
              </a:ext>
            </a:extLst>
          </p:cNvPr>
          <p:cNvSpPr txBox="1"/>
          <p:nvPr/>
        </p:nvSpPr>
        <p:spPr bwMode="auto">
          <a:xfrm>
            <a:off x="1140818" y="5499744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126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436F-403C-E08A-2C3D-5B0906DC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6524A5-F6B8-FC9F-E30C-501F6005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山口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5C9317D-D8AE-43BF-D117-164E5504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440B966D-7519-33FE-BD9C-51B5CCC24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D2C034-C425-A34B-300C-C3BC42617E76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山口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7F75A48-EF1E-E488-9A48-240CEE594FD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673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E99A-D22B-1FBB-CD10-D094D2C3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3922B7-F781-35B9-4090-63D83D77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広島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4E2D624-0D49-C506-A9FF-8D83B347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D77E861-4D5D-D6C0-FDDA-92788C48D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17A8E9-A717-3E3B-0631-226F6633DF64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広島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3AC51E7-A808-FA1A-3947-D1A428C8C256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50444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98F6-4B56-DD9E-B02D-D8BBF7B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822C4-2381-25B4-D94E-A8A214E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岡山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8C96D7C-3724-F90E-F3DB-E33869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20470361-440A-8CA0-D236-DDA894E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11444A-589C-C360-AB3E-24A68791945F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岡山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BB881D1-AC0A-8FBD-D3D1-C90B0807B67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9A130C-30AA-CB5D-6C37-ED0D1FBB0DF9}"/>
              </a:ext>
            </a:extLst>
          </p:cNvPr>
          <p:cNvSpPr txBox="1"/>
          <p:nvPr/>
        </p:nvSpPr>
        <p:spPr bwMode="auto">
          <a:xfrm>
            <a:off x="898656" y="3519075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C7EF90-6FD4-6B47-E26A-E87827B8485A}"/>
              </a:ext>
            </a:extLst>
          </p:cNvPr>
          <p:cNvSpPr txBox="1"/>
          <p:nvPr/>
        </p:nvSpPr>
        <p:spPr bwMode="auto">
          <a:xfrm>
            <a:off x="4223793" y="3519075"/>
            <a:ext cx="554461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節番号のみリセットされて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に戻ります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6ACB82C-ED15-CAAC-3796-7D253796F551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01514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B340D3-5FBA-C754-63DD-4B3EFCBB1586}"/>
              </a:ext>
            </a:extLst>
          </p:cNvPr>
          <p:cNvSpPr txBox="1"/>
          <p:nvPr/>
        </p:nvSpPr>
        <p:spPr bwMode="auto">
          <a:xfrm>
            <a:off x="1140818" y="483914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743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98F6-4B56-DD9E-B02D-D8BBF7B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822C4-2381-25B4-D94E-A8A214E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兵庫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8C96D7C-3724-F90E-F3DB-E33869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20470361-440A-8CA0-D236-DDA894E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11444A-589C-C360-AB3E-24A68791945F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兵庫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BB881D1-AC0A-8FBD-D3D1-C90B0807B67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6008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D988-E1E9-C059-8C73-ECB05F94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499AE-CD7C-851A-7F19-2B90C902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鳥取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494DDC4B-ABF8-3171-BDE7-EB8E94F6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BB06443A-AFB1-7786-261F-21FDD0E3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01A986-2140-8D50-3076-5476C6F7EDD5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鳥取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72875CA-8BCE-D581-75FF-49263364D2B4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676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9040-8934-F6A6-0D52-71165D0E6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A16CB6E-8BB8-667F-5BCD-E28BE7E0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F42079A-6D14-743C-40CE-D9980F9DD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650C0A-1236-658C-71BB-BF198365C3C4}"/>
              </a:ext>
            </a:extLst>
          </p:cNvPr>
          <p:cNvSpPr txBox="1"/>
          <p:nvPr/>
        </p:nvSpPr>
        <p:spPr bwMode="auto">
          <a:xfrm>
            <a:off x="1127453" y="1577493"/>
            <a:ext cx="9577065" cy="347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次ページ以降、一部のページに </a:t>
            </a:r>
            <a:r>
              <a:rPr kumimoji="1" lang="en-US" altLang="ja-JP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 </a:t>
            </a:r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というタグがあります。</a:t>
            </a:r>
            <a:endParaRPr kumimoji="1" lang="en-US" altLang="ja-JP" sz="20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は章の切替タグ、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は節のリセットタグです。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があれば、そのページから新しい章が始まると解釈します。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があれば、そのページで節番号＝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でリセットされます。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相互参照を行わずに、単純な章節ナンバリングで良い場合は、いったん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のコンテンツを書いた後で 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を追記して変換をかけるだけで可能です。（パラメータファイルを書く必要もありません）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461E0A-3586-DE7C-75F0-485061A630C5}"/>
              </a:ext>
            </a:extLst>
          </p:cNvPr>
          <p:cNvSpPr txBox="1"/>
          <p:nvPr/>
        </p:nvSpPr>
        <p:spPr bwMode="auto">
          <a:xfrm>
            <a:off x="4439816" y="88475"/>
            <a:ext cx="4879262" cy="83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4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不可視ページ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A47690-9F83-DE1B-BE5B-3A215C44DA31}"/>
              </a:ext>
            </a:extLst>
          </p:cNvPr>
          <p:cNvSpPr txBox="1"/>
          <p:nvPr/>
        </p:nvSpPr>
        <p:spPr bwMode="auto">
          <a:xfrm>
            <a:off x="1199456" y="1080893"/>
            <a:ext cx="9937094" cy="4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サンプルの都合上、このページのコンテンツは不可視設定です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C68A8D-7172-D5F8-3F0F-40EE74BC9E55}"/>
              </a:ext>
            </a:extLst>
          </p:cNvPr>
          <p:cNvSpPr txBox="1"/>
          <p:nvPr/>
        </p:nvSpPr>
        <p:spPr bwMode="auto">
          <a:xfrm>
            <a:off x="1199456" y="4238679"/>
            <a:ext cx="9937094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</a:t>
            </a:r>
            <a:endParaRPr kumimoji="1" lang="ja-JP" altLang="en-US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64B84F-A797-7963-2068-8C7C07B84375}"/>
              </a:ext>
            </a:extLst>
          </p:cNvPr>
          <p:cNvSpPr txBox="1"/>
          <p:nvPr/>
        </p:nvSpPr>
        <p:spPr bwMode="auto">
          <a:xfrm>
            <a:off x="1199456" y="4856032"/>
            <a:ext cx="9937094" cy="95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--deletecsl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-csl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を指定すると、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このページごと削除されます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CC23CA-4FAB-56E7-1FCA-D1B26843120A}"/>
              </a:ext>
            </a:extLst>
          </p:cNvPr>
          <p:cNvSpPr txBox="1"/>
          <p:nvPr/>
        </p:nvSpPr>
        <p:spPr bwMode="auto">
          <a:xfrm>
            <a:off x="1199456" y="2437542"/>
            <a:ext cx="9937094" cy="95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--deletecsp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-csp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を指定すると、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上記テキストは消去されます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5D63088-D534-FFE3-E5E9-6199CE76E9E6}"/>
              </a:ext>
            </a:extLst>
          </p:cNvPr>
          <p:cNvCxnSpPr/>
          <p:nvPr/>
        </p:nvCxnSpPr>
        <p:spPr bwMode="auto">
          <a:xfrm flipV="1">
            <a:off x="4151784" y="1633089"/>
            <a:ext cx="0" cy="715791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8113916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20778</TotalTime>
  <Words>514</Words>
  <Application>Microsoft Office PowerPoint</Application>
  <PresentationFormat>ワイド画面</PresentationFormat>
  <Paragraphs>88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BIZ UDPゴシック</vt:lpstr>
      <vt:lpstr>FOT-UD丸ゴ_ラージ Pr6 M</vt:lpstr>
      <vt:lpstr>Arial</vt:lpstr>
      <vt:lpstr>Garamond</vt:lpstr>
      <vt:lpstr>Wingdings</vt:lpstr>
      <vt:lpstr>Edge</vt:lpstr>
      <vt:lpstr>EasyIndexerSample</vt:lpstr>
      <vt:lpstr>イントロダクション</vt:lpstr>
      <vt:lpstr>四国</vt:lpstr>
      <vt:lpstr>高知</vt:lpstr>
      <vt:lpstr>香川</vt:lpstr>
      <vt:lpstr>九州</vt:lpstr>
      <vt:lpstr>熊本</vt:lpstr>
      <vt:lpstr>宮崎</vt:lpstr>
      <vt:lpstr>本州</vt:lpstr>
      <vt:lpstr>山口</vt:lpstr>
      <vt:lpstr>広島</vt:lpstr>
      <vt:lpstr>岡山</vt:lpstr>
      <vt:lpstr>兵庫</vt:lpstr>
      <vt:lpstr>鳥取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1866</cp:revision>
  <cp:lastPrinted>2024-11-10T09:08:11Z</cp:lastPrinted>
  <dcterms:modified xsi:type="dcterms:W3CDTF">2025-02-22T01:18:22Z</dcterms:modified>
</cp:coreProperties>
</file>