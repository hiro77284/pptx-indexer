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3"/>
  </p:notesMasterIdLst>
  <p:sldIdLst>
    <p:sldId id="1682" r:id="rId2"/>
    <p:sldId id="1703" r:id="rId3"/>
    <p:sldId id="1688" r:id="rId4"/>
    <p:sldId id="1702" r:id="rId5"/>
    <p:sldId id="1704" r:id="rId6"/>
    <p:sldId id="1705" r:id="rId7"/>
    <p:sldId id="1706" r:id="rId8"/>
    <p:sldId id="1707" r:id="rId9"/>
    <p:sldId id="1708" r:id="rId10"/>
    <p:sldId id="1709" r:id="rId11"/>
    <p:sldId id="1710" r:id="rId12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6" autoAdjust="0"/>
    <p:restoredTop sz="86408" autoAdjust="0"/>
  </p:normalViewPr>
  <p:slideViewPr>
    <p:cSldViewPr>
      <p:cViewPr varScale="1">
        <p:scale>
          <a:sx n="95" d="100"/>
          <a:sy n="95" d="100"/>
        </p:scale>
        <p:origin x="492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2025/3/7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916832"/>
            <a:ext cx="10164233" cy="961752"/>
          </a:xfrm>
        </p:spPr>
        <p:txBody>
          <a:bodyPr/>
          <a:lstStyle/>
          <a:p>
            <a:r>
              <a:t>01_EISample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2025/3/6</a:t>
            </a:r>
            <a:r>
              <a:rPr lang="ja-JP" altLang="en-US" sz="2000"/>
              <a:t> 作成</a:t>
            </a:r>
            <a:endParaRPr lang="en-US" altLang="ja-JP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812864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　　　　　　　　　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タグだけを使って単純な章・節番号のナンバリングだけを処理するサンプル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です。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0284B8-9F61-B075-2389-637A4690D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239" y="2827829"/>
            <a:ext cx="1346868" cy="29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A49ADF9A-8438-B4BA-68B4-5BE46C740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" y="260648"/>
            <a:ext cx="11087100" cy="6124575"/>
          </a:xfrm>
          <a:prstGeom prst="rect">
            <a:avLst/>
          </a:prstGeom>
        </p:spPr>
      </p:pic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1197E00B-2586-6B2A-13C5-D331B8E690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76120" y="980728"/>
            <a:ext cx="4668209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2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確認方法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37CEAC6-AC58-76B0-F1B1-B73D6E5825A7}"/>
              </a:ext>
            </a:extLst>
          </p:cNvPr>
          <p:cNvSpPr/>
          <p:nvPr/>
        </p:nvSpPr>
        <p:spPr bwMode="auto">
          <a:xfrm>
            <a:off x="767408" y="1130835"/>
            <a:ext cx="10441160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以下のようにして起動します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2730ED5-5710-EDFF-4330-9E3D752AC1FD}"/>
              </a:ext>
            </a:extLst>
          </p:cNvPr>
          <p:cNvSpPr/>
          <p:nvPr/>
        </p:nvSpPr>
        <p:spPr bwMode="auto">
          <a:xfrm>
            <a:off x="1163452" y="177115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python pptx-indexer.py 01_EISample.pptx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BD180237-316D-55F9-693A-1E629734CE77}"/>
              </a:ext>
            </a:extLst>
          </p:cNvPr>
          <p:cNvSpPr/>
          <p:nvPr/>
        </p:nvSpPr>
        <p:spPr bwMode="auto">
          <a:xfrm>
            <a:off x="767408" y="2432933"/>
            <a:ext cx="1296144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B8D9E42-4737-58C6-0C1E-653C512A4A81}"/>
              </a:ext>
            </a:extLst>
          </p:cNvPr>
          <p:cNvSpPr/>
          <p:nvPr/>
        </p:nvSpPr>
        <p:spPr bwMode="auto">
          <a:xfrm>
            <a:off x="1163452" y="296219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01_EISample_generated.pptx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E47349-84C7-0A48-FACF-71522E2D3B88}"/>
              </a:ext>
            </a:extLst>
          </p:cNvPr>
          <p:cNvSpPr txBox="1"/>
          <p:nvPr/>
        </p:nvSpPr>
        <p:spPr bwMode="auto">
          <a:xfrm>
            <a:off x="2855640" y="3625727"/>
            <a:ext cx="525658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生成後のファイル名には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_generated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がつく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0611F13-4034-0A5A-B5F3-AC85EABC474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31704" y="3303952"/>
            <a:ext cx="360040" cy="33855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826B-D5BF-C382-4E1D-2232B12D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6C01B-F4E3-0E48-6FF7-581E96CF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1) 春の章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8A26EF3-93AA-92C4-F485-246FE29D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EE9D72C-B305-6BF7-0399-B66719D4C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1B95D8-9D07-2EB5-AF89-6D44F1B057BF}"/>
              </a:ext>
            </a:extLst>
          </p:cNvPr>
          <p:cNvSpPr txBox="1"/>
          <p:nvPr/>
        </p:nvSpPr>
        <p:spPr bwMode="auto">
          <a:xfrm>
            <a:off x="898656" y="5877272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FECB034-FA72-2672-D22D-65631F26E75E}"/>
              </a:ext>
            </a:extLst>
          </p:cNvPr>
          <p:cNvSpPr/>
          <p:nvPr/>
        </p:nvSpPr>
        <p:spPr bwMode="auto">
          <a:xfrm>
            <a:off x="2014927" y="3969177"/>
            <a:ext cx="4369252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タグはスライドのどこかにあればよく、変換後は削除されます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7A1E291-D975-951F-30F7-466F7FB1E676}"/>
              </a:ext>
            </a:extLst>
          </p:cNvPr>
          <p:cNvCxnSpPr>
            <a:cxnSpLocks/>
          </p:cNvCxnSpPr>
          <p:nvPr/>
        </p:nvCxnSpPr>
        <p:spPr bwMode="auto">
          <a:xfrm flipH="1">
            <a:off x="2207568" y="4726986"/>
            <a:ext cx="756084" cy="100627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9201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184A-AA14-B56A-EE19-03869B7B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80794-0A06-5A4E-998F-40CCA4FE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1.1) 菜の花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20978A0B-2C36-8D9E-E6ED-2EA1757E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CEE26B07-C823-FD73-F5BB-E18494D5C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4001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8A58-216E-EC0D-74AE-356DC603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5C4806-AC04-929C-FC1B-E43AB91C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2) 夏の章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1EE69B91-9297-3982-ABFF-50130EED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3F3C54A-3925-6DCD-3BD1-C35C8C712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4B3853-7945-C476-937F-66852FD4C919}"/>
              </a:ext>
            </a:extLst>
          </p:cNvPr>
          <p:cNvSpPr txBox="1"/>
          <p:nvPr/>
        </p:nvSpPr>
        <p:spPr bwMode="auto">
          <a:xfrm>
            <a:off x="9588387" y="6522226"/>
            <a:ext cx="2232248" cy="27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/>
            </a:r>
            <a:endParaRPr kumimoji="1" lang="ja-JP" altLang="en-US" sz="1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BAE0B2-D01D-354E-6B50-381CB1AD052C}"/>
              </a:ext>
            </a:extLst>
          </p:cNvPr>
          <p:cNvSpPr/>
          <p:nvPr/>
        </p:nvSpPr>
        <p:spPr bwMode="auto">
          <a:xfrm>
            <a:off x="6744072" y="4077072"/>
            <a:ext cx="2736304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en-US" altLang="ja-JP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タグの色や位置、フォントは無関係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9D05A8D-F8B3-4392-D808-4DC5E4011C6F}"/>
              </a:ext>
            </a:extLst>
          </p:cNvPr>
          <p:cNvCxnSpPr>
            <a:cxnSpLocks/>
          </p:cNvCxnSpPr>
          <p:nvPr/>
        </p:nvCxnSpPr>
        <p:spPr bwMode="auto">
          <a:xfrm>
            <a:off x="8472264" y="4747179"/>
            <a:ext cx="1296144" cy="1634149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7679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D8B2-FBED-F116-1280-B091D688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47A7B-6E41-5CE1-E0E7-1137034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2.1) アジサイ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808510E7-8980-567C-003C-3EFB3C3C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658D0C42-F250-5532-F6B2-6A81D99B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9459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351D-3219-29F5-B2CE-51AD2152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A45BF-BC21-2827-46FA-A5602921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2.2) ヒマワリ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6955ED7-8387-26BC-E8FD-9AF90FC9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7FA73FF8-3877-FC21-1682-6B71F8F3D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31631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60D6-5384-141F-E1D4-FA6DC51D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242232-ECF7-0B11-3C72-FECBA7CE0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2.3) アサガオ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1657828-3DF1-F0DA-01E3-8D8169530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EFB39716-B6E6-F6D2-3754-A879E57FD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82932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F774-8F1B-EE39-402D-4D50827D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F3FE88-798A-2206-7C89-0B9BC2C8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3) 秋の章　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1112BC9-B74A-35BA-DDE6-802A56B6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1795D8DD-FC20-D704-31C5-7BAECD1E9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988F82D-B2A5-9453-83BF-5AF69D4D727C}"/>
              </a:ext>
            </a:extLst>
          </p:cNvPr>
          <p:cNvSpPr/>
          <p:nvPr/>
        </p:nvSpPr>
        <p:spPr bwMode="auto">
          <a:xfrm>
            <a:off x="2969813" y="1988840"/>
            <a:ext cx="2736304" cy="457201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タイトルの一部に含めてもかまいません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E349D6A-53AC-CEBC-E34B-C08781FB636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071664" y="836712"/>
            <a:ext cx="576064" cy="1008112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2588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26D43-D40A-4DC9-7585-9EFD15DE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5A2800-ABAB-0F2C-499E-6618B648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3.1) リンドウ</a:t>
            </a: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2AC4A97-5104-80AF-8033-42C33954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870DA24-8AB7-E8F0-CC3D-672C82FCA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1445633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20819</TotalTime>
  <Words>189</Words>
  <Application>Microsoft Office PowerPoint</Application>
  <PresentationFormat>ワイド画面</PresentationFormat>
  <Paragraphs>43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BIZ UDPゴシック</vt:lpstr>
      <vt:lpstr>FOT-UD丸ゴ_ラージ Pr6 M</vt:lpstr>
      <vt:lpstr>Arial</vt:lpstr>
      <vt:lpstr>Garamond</vt:lpstr>
      <vt:lpstr>Source Code Pro Semibold</vt:lpstr>
      <vt:lpstr>Wingdings</vt:lpstr>
      <vt:lpstr>Edge</vt:lpstr>
      <vt:lpstr>01_EISample</vt:lpstr>
      <vt:lpstr>PowerPoint プレゼンテーション</vt:lpstr>
      <vt:lpstr>確認方法</vt:lpstr>
      <vt:lpstr>春の章</vt:lpstr>
      <vt:lpstr>菜の花</vt:lpstr>
      <vt:lpstr>夏の章</vt:lpstr>
      <vt:lpstr>アジサイ</vt:lpstr>
      <vt:lpstr>ヒマワリ</vt:lpstr>
      <vt:lpstr>アサガオ</vt:lpstr>
      <vt:lpstr>秋の章　#CHAPT#</vt:lpstr>
      <vt:lpstr>リンドウ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1898</cp:revision>
  <cp:lastPrinted>2024-11-10T09:08:11Z</cp:lastPrinted>
  <dcterms:modified xsi:type="dcterms:W3CDTF">2025-03-07T04:48:36Z</dcterms:modified>
</cp:coreProperties>
</file>