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10"/>
  </p:notesMasterIdLst>
  <p:sldIdLst>
    <p:sldId id="1682" r:id="rId2"/>
    <p:sldId id="1713" r:id="rId3"/>
    <p:sldId id="1717" r:id="rId4"/>
    <p:sldId id="1703" r:id="rId5"/>
    <p:sldId id="1714" r:id="rId6"/>
    <p:sldId id="1688" r:id="rId7"/>
    <p:sldId id="1702" r:id="rId8"/>
    <p:sldId id="1715" r:id="rId9"/>
  </p:sldIdLst>
  <p:sldSz cx="12192000" cy="6858000"/>
  <p:notesSz cx="6797675" cy="9926638"/>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7A7A"/>
    <a:srgbClr val="545858"/>
    <a:srgbClr val="00B0F0"/>
    <a:srgbClr val="81D994"/>
    <a:srgbClr val="58CC72"/>
    <a:srgbClr val="00FFFF"/>
    <a:srgbClr val="FF00FF"/>
    <a:srgbClr val="F7F61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66" autoAdjust="0"/>
    <p:restoredTop sz="86408" autoAdjust="0"/>
  </p:normalViewPr>
  <p:slideViewPr>
    <p:cSldViewPr>
      <p:cViewPr varScale="1">
        <p:scale>
          <a:sx n="95" d="100"/>
          <a:sy n="95" d="100"/>
        </p:scale>
        <p:origin x="492" y="30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141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atin typeface="BIZ UDPゴシック" panose="020B0400000000000000" pitchFamily="50" charset="-128"/>
              </a:defRPr>
            </a:lvl1pPr>
          </a:lstStyle>
          <a:p>
            <a:endParaRPr lang="ja-JP" altLang="en-US"/>
          </a:p>
        </p:txBody>
      </p:sp>
      <p:sp>
        <p:nvSpPr>
          <p:cNvPr id="3" name="日付プレースホルダー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atin typeface="BIZ UDPゴシック" panose="020B0400000000000000" pitchFamily="50" charset="-128"/>
              </a:defRPr>
            </a:lvl1pPr>
          </a:lstStyle>
          <a:p>
            <a:fld id="{294670BC-B8C6-44A7-84E1-23632D8FD86F}" type="datetimeFigureOut">
              <a:rPr lang="ja-JP" altLang="en-US" smtClean="0"/>
              <a:pPr/>
              <a:t>2025/3/7</a:t>
            </a:fld>
            <a:endParaRPr lang="ja-JP" altLang="en-US"/>
          </a:p>
        </p:txBody>
      </p:sp>
      <p:sp>
        <p:nvSpPr>
          <p:cNvPr id="4" name="スライド イメージ プレースホルダー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atin typeface="BIZ UDPゴシック" panose="020B0400000000000000" pitchFamily="50" charset="-128"/>
              </a:defRPr>
            </a:lvl1pPr>
          </a:lstStyle>
          <a:p>
            <a:endParaRPr lang="ja-JP" altLang="en-US"/>
          </a:p>
        </p:txBody>
      </p:sp>
      <p:sp>
        <p:nvSpPr>
          <p:cNvPr id="7" name="スライド番号プレースホルダー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atin typeface="BIZ UDPゴシック" panose="020B0400000000000000" pitchFamily="50" charset="-128"/>
              </a:defRPr>
            </a:lvl1pPr>
          </a:lstStyle>
          <a:p>
            <a:fld id="{BA10FDB7-3E02-4363-90B3-590B3C26A88D}" type="slidenum">
              <a:rPr lang="ja-JP" altLang="en-US" smtClean="0"/>
              <a:pPr/>
              <a:t>‹#›</a:t>
            </a:fld>
            <a:endParaRPr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ＭＳ Ｐゴシック" pitchFamily="50" charset="-128"/>
            </a:endParaRPr>
          </a:p>
        </p:txBody>
      </p:sp>
      <p:sp>
        <p:nvSpPr>
          <p:cNvPr id="5" name="スライド番号プレースホルダー 4">
            <a:extLst>
              <a:ext uri="{FF2B5EF4-FFF2-40B4-BE49-F238E27FC236}">
                <a16:creationId xmlns:a16="http://schemas.microsoft.com/office/drawing/2014/main" id="{F00C62EA-46CE-6E45-F9C1-8E001A79E1DB}"/>
              </a:ext>
            </a:extLst>
          </p:cNvPr>
          <p:cNvSpPr>
            <a:spLocks noGrp="1"/>
          </p:cNvSpPr>
          <p:nvPr>
            <p:ph type="sldNum" sz="quarter" idx="10"/>
          </p:nvPr>
        </p:nvSpPr>
        <p:spPr/>
        <p:txBody>
          <a:body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98656" y="260648"/>
            <a:ext cx="10957984" cy="648072"/>
          </a:xfrm>
        </p:spPr>
        <p:txBody>
          <a:bodyPr/>
          <a:lstStyle>
            <a:lvl1pPr>
              <a:defRPr sz="32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14102FAC-1D8D-98FF-0E86-05B23E382AF4}"/>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368A006B-8EC8-B39A-B6FA-0EE75EB75FA5}"/>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0E031350-F277-E392-9EEE-34255C7F5C09}"/>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4" name="フッター プレースホルダー 2">
            <a:extLst>
              <a:ext uri="{FF2B5EF4-FFF2-40B4-BE49-F238E27FC236}">
                <a16:creationId xmlns:a16="http://schemas.microsoft.com/office/drawing/2014/main" id="{00549907-4137-254B-ABA0-204DDF792283}"/>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326FBE41-6A51-4D78-3BE1-6E095FFE1BDE}"/>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Lst>
  <p:hf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2CF806-E48A-4798-56B5-568A0B4BD0B6}"/>
              </a:ext>
            </a:extLst>
          </p:cNvPr>
          <p:cNvSpPr>
            <a:spLocks noGrp="1"/>
          </p:cNvSpPr>
          <p:nvPr>
            <p:ph type="ctrTitle"/>
          </p:nvPr>
        </p:nvSpPr>
        <p:spPr>
          <a:xfrm>
            <a:off x="1007436" y="1916832"/>
            <a:ext cx="10164233" cy="961752"/>
          </a:xfrm>
        </p:spPr>
        <p:txBody>
          <a:bodyPr/>
          <a:lstStyle/>
          <a:p>
            <a:r>
              <a:t>03_EISample</a:t>
            </a:r>
          </a:p>
        </p:txBody>
      </p:sp>
      <p:sp>
        <p:nvSpPr>
          <p:cNvPr id="3" name="字幕 2">
            <a:extLst>
              <a:ext uri="{FF2B5EF4-FFF2-40B4-BE49-F238E27FC236}">
                <a16:creationId xmlns:a16="http://schemas.microsoft.com/office/drawing/2014/main" id="{FFFF3C5E-3719-BB59-BBA5-EA1E27B09C4D}"/>
              </a:ext>
            </a:extLst>
          </p:cNvPr>
          <p:cNvSpPr>
            <a:spLocks noGrp="1"/>
          </p:cNvSpPr>
          <p:nvPr>
            <p:ph type="subTitle" idx="1"/>
          </p:nvPr>
        </p:nvSpPr>
        <p:spPr>
          <a:xfrm>
            <a:off x="3407834" y="3962400"/>
            <a:ext cx="7971367" cy="1194792"/>
          </a:xfrm>
        </p:spPr>
        <p:txBody>
          <a:bodyPr/>
          <a:lstStyle/>
          <a:p>
            <a:pPr algn="r"/>
            <a:r>
              <a:rPr kumimoji="1" lang="ja-JP" altLang="en-US"/>
              <a:t>アイデアクラフト　代表　開米瑞浩</a:t>
            </a:r>
          </a:p>
          <a:p>
            <a:pPr algn="r"/>
            <a:r>
              <a:rPr lang="ja-JP" altLang="en-US" sz="2000"/>
              <a:t>　　</a:t>
            </a:r>
            <a:r>
              <a:rPr lang="en-US" altLang="ja-JP" sz="2000"/>
              <a:t> 2025/3/6</a:t>
            </a:r>
            <a:r>
              <a:rPr lang="ja-JP" altLang="en-US" sz="2000"/>
              <a:t> 作成</a:t>
            </a:r>
            <a:endParaRPr lang="en-US" altLang="ja-JP" sz="2000"/>
          </a:p>
        </p:txBody>
      </p:sp>
      <p:sp>
        <p:nvSpPr>
          <p:cNvPr id="6" name="テキスト ボックス 5">
            <a:extLst>
              <a:ext uri="{FF2B5EF4-FFF2-40B4-BE49-F238E27FC236}">
                <a16:creationId xmlns:a16="http://schemas.microsoft.com/office/drawing/2014/main" id="{D6F904B1-5760-3889-DA9A-8E1020BC15D9}"/>
              </a:ext>
            </a:extLst>
          </p:cNvPr>
          <p:cNvSpPr txBox="1"/>
          <p:nvPr/>
        </p:nvSpPr>
        <p:spPr bwMode="auto">
          <a:xfrm>
            <a:off x="1559496" y="2812864"/>
            <a:ext cx="8712968"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本書は </a:t>
            </a:r>
            <a:r>
              <a:rPr kumimoji="1" lang="en-US" altLang="ja-JP" kern="0">
                <a:latin typeface="BIZ UDPゴシック" panose="020B0400000000000000" pitchFamily="50" charset="-128"/>
                <a:ea typeface="BIZ UDPゴシック" panose="020B0400000000000000" pitchFamily="50" charset="-128"/>
              </a:rPr>
              <a:t>CSL,CSP,MEMO,TEMP </a:t>
            </a:r>
            <a:r>
              <a:rPr kumimoji="1" lang="ja-JP" altLang="en-US" kern="0">
                <a:latin typeface="BIZ UDPゴシック" panose="020B0400000000000000" pitchFamily="50" charset="-128"/>
                <a:ea typeface="BIZ UDPゴシック" panose="020B0400000000000000" pitchFamily="50" charset="-128"/>
              </a:rPr>
              <a:t>タグでコンテンツのコントロールを処理するサンプルです。</a:t>
            </a:r>
          </a:p>
        </p:txBody>
      </p:sp>
    </p:spTree>
    <p:extLst>
      <p:ext uri="{BB962C8B-B14F-4D97-AF65-F5344CB8AC3E}">
        <p14:creationId xmlns:p14="http://schemas.microsoft.com/office/powerpoint/2010/main" val="3777677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pic>
        <p:nvPicPr>
          <p:cNvPr id="3" name="グラフィックス 2">
            <a:extLst>
              <a:ext uri="{FF2B5EF4-FFF2-40B4-BE49-F238E27FC236}">
                <a16:creationId xmlns:a16="http://schemas.microsoft.com/office/drawing/2014/main" id="{50B08F1A-9E65-C4C0-F20E-CEF9547FCE8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1475" y="33337"/>
            <a:ext cx="11449050" cy="6791325"/>
          </a:xfrm>
          <a:prstGeom prst="rect">
            <a:avLst/>
          </a:prstGeom>
        </p:spPr>
      </p:pic>
    </p:spTree>
    <p:extLst>
      <p:ext uri="{BB962C8B-B14F-4D97-AF65-F5344CB8AC3E}">
        <p14:creationId xmlns:p14="http://schemas.microsoft.com/office/powerpoint/2010/main" val="10066384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088CDA-1787-B2DC-900D-5DB25F8EF1C2}"/>
            </a:ext>
          </a:extLst>
        </p:cNvPr>
        <p:cNvGrpSpPr/>
        <p:nvPr/>
      </p:nvGrpSpPr>
      <p:grpSpPr>
        <a:xfrm>
          <a:off x="0" y="0"/>
          <a:ext cx="0" cy="0"/>
          <a:chOff x="0" y="0"/>
          <a:chExt cx="0" cy="0"/>
        </a:xfrm>
      </p:grpSpPr>
      <p:pic>
        <p:nvPicPr>
          <p:cNvPr id="3" name="グラフィックス 2">
            <a:extLst>
              <a:ext uri="{FF2B5EF4-FFF2-40B4-BE49-F238E27FC236}">
                <a16:creationId xmlns:a16="http://schemas.microsoft.com/office/drawing/2014/main" id="{57E16A4D-354D-1D10-C09D-68274E66197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1475" y="33337"/>
            <a:ext cx="11449050" cy="6791325"/>
          </a:xfrm>
          <a:prstGeom prst="rect">
            <a:avLst/>
          </a:prstGeom>
        </p:spPr>
      </p:pic>
    </p:spTree>
    <p:extLst>
      <p:ext uri="{BB962C8B-B14F-4D97-AF65-F5344CB8AC3E}">
        <p14:creationId xmlns:p14="http://schemas.microsoft.com/office/powerpoint/2010/main" val="3465822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pic>
        <p:nvPicPr>
          <p:cNvPr id="4" name="グラフィックス 3">
            <a:extLst>
              <a:ext uri="{FF2B5EF4-FFF2-40B4-BE49-F238E27FC236}">
                <a16:creationId xmlns:a16="http://schemas.microsoft.com/office/drawing/2014/main" id="{E106DDF3-0283-1391-F971-62A509E41C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1475" y="33337"/>
            <a:ext cx="11449050" cy="6791325"/>
          </a:xfrm>
          <a:prstGeom prst="rect">
            <a:avLst/>
          </a:prstGeom>
        </p:spPr>
      </p:pic>
    </p:spTree>
    <p:extLst>
      <p:ext uri="{BB962C8B-B14F-4D97-AF65-F5344CB8AC3E}">
        <p14:creationId xmlns:p14="http://schemas.microsoft.com/office/powerpoint/2010/main" val="2911522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69455-20E9-1D64-CF9A-83A80CCDABC2}"/>
              </a:ext>
            </a:extLst>
          </p:cNvPr>
          <p:cNvSpPr>
            <a:spLocks noGrp="1"/>
          </p:cNvSpPr>
          <p:nvPr>
            <p:ph type="title"/>
          </p:nvPr>
        </p:nvSpPr>
        <p:spPr/>
        <p:txBody>
          <a:bodyPr/>
          <a:lstStyle/>
          <a:p>
            <a:r>
              <a:t>1) 確認方法</a:t>
            </a:r>
          </a:p>
        </p:txBody>
      </p:sp>
      <p:sp>
        <p:nvSpPr>
          <p:cNvPr id="23" name="スライド番号プレースホルダー 22">
            <a:extLst>
              <a:ext uri="{FF2B5EF4-FFF2-40B4-BE49-F238E27FC236}">
                <a16:creationId xmlns:a16="http://schemas.microsoft.com/office/drawing/2014/main" id="{DDE2A957-78FA-8DE7-63AB-5D7939D9C458}"/>
              </a:ext>
            </a:extLst>
          </p:cNvPr>
          <p:cNvSpPr>
            <a:spLocks noGrp="1"/>
          </p:cNvSpPr>
          <p:nvPr>
            <p:ph type="sldNum" sz="quarter" idx="12"/>
          </p:nvPr>
        </p:nvSpPr>
        <p:spPr/>
        <p:txBody>
          <a:bodyPr/>
          <a:lstStyle/>
          <a:p>
            <a:fld id="{D2D8002D-B5B0-4BAC-B1F6-782DDCCE6D9C}" type="slidenum">
              <a:rPr lang="ja-JP" altLang="en-US" smtClean="0"/>
              <a:pPr/>
              <a:t>4</a:t>
            </a:fld>
            <a:endParaRPr lang="ja-JP" altLang="en-US"/>
          </a:p>
        </p:txBody>
      </p:sp>
      <p:sp>
        <p:nvSpPr>
          <p:cNvPr id="24" name="フッター プレースホルダー 23">
            <a:extLst>
              <a:ext uri="{FF2B5EF4-FFF2-40B4-BE49-F238E27FC236}">
                <a16:creationId xmlns:a16="http://schemas.microsoft.com/office/drawing/2014/main" id="{FD1CA68E-232B-C73D-AF10-06E161CDD218}"/>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39" name="正方形/長方形 38">
            <a:extLst>
              <a:ext uri="{FF2B5EF4-FFF2-40B4-BE49-F238E27FC236}">
                <a16:creationId xmlns:a16="http://schemas.microsoft.com/office/drawing/2014/main" id="{C37CEAC6-AC58-76B0-F1B1-B73D6E5825A7}"/>
              </a:ext>
            </a:extLst>
          </p:cNvPr>
          <p:cNvSpPr/>
          <p:nvPr/>
        </p:nvSpPr>
        <p:spPr bwMode="auto">
          <a:xfrm>
            <a:off x="767408" y="1130835"/>
            <a:ext cx="10441160"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以下のようにして起動します</a:t>
            </a:r>
          </a:p>
        </p:txBody>
      </p:sp>
      <p:sp>
        <p:nvSpPr>
          <p:cNvPr id="83" name="正方形/長方形 82">
            <a:extLst>
              <a:ext uri="{FF2B5EF4-FFF2-40B4-BE49-F238E27FC236}">
                <a16:creationId xmlns:a16="http://schemas.microsoft.com/office/drawing/2014/main" id="{02730ED5-5710-EDFF-4330-9E3D752AC1FD}"/>
              </a:ext>
            </a:extLst>
          </p:cNvPr>
          <p:cNvSpPr/>
          <p:nvPr/>
        </p:nvSpPr>
        <p:spPr bwMode="auto">
          <a:xfrm>
            <a:off x="1163452" y="1771152"/>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python ppt-indexer 03_EISample.pptx --deletecsl --target-trailer '_CSL'</a:t>
            </a:r>
            <a:endParaRPr kumimoji="1" lang="ja-JP" altLang="en-US" sz="1600">
              <a:latin typeface="Source Code Pro Semibold" panose="020B0609030403020204" pitchFamily="49" charset="0"/>
              <a:ea typeface="BIZ UDPゴシック" panose="020B0400000000000000" pitchFamily="50" charset="-128"/>
            </a:endParaRPr>
          </a:p>
        </p:txBody>
      </p:sp>
      <p:sp>
        <p:nvSpPr>
          <p:cNvPr id="84" name="正方形/長方形 83">
            <a:extLst>
              <a:ext uri="{FF2B5EF4-FFF2-40B4-BE49-F238E27FC236}">
                <a16:creationId xmlns:a16="http://schemas.microsoft.com/office/drawing/2014/main" id="{BD180237-316D-55F9-693A-1E629734CE77}"/>
              </a:ext>
            </a:extLst>
          </p:cNvPr>
          <p:cNvSpPr/>
          <p:nvPr/>
        </p:nvSpPr>
        <p:spPr bwMode="auto">
          <a:xfrm>
            <a:off x="767408" y="2225916"/>
            <a:ext cx="5832648"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結果 </a:t>
            </a:r>
            <a:r>
              <a:rPr kumimoji="1" lang="en-US" altLang="ja-JP" sz="1800">
                <a:latin typeface="BIZ UDPゴシック" panose="020B0400000000000000" pitchFamily="50" charset="-128"/>
                <a:ea typeface="BIZ UDPゴシック" panose="020B0400000000000000" pitchFamily="50" charset="-128"/>
              </a:rPr>
              <a:t>(CSL </a:t>
            </a:r>
            <a:r>
              <a:rPr kumimoji="1" lang="ja-JP" altLang="en-US" sz="1800">
                <a:latin typeface="BIZ UDPゴシック" panose="020B0400000000000000" pitchFamily="50" charset="-128"/>
                <a:ea typeface="BIZ UDPゴシック" panose="020B0400000000000000" pitchFamily="50" charset="-128"/>
              </a:rPr>
              <a:t>タグを含むスライドは削除される</a:t>
            </a:r>
            <a:r>
              <a:rPr kumimoji="1" lang="en-US" altLang="ja-JP" sz="1800">
                <a:latin typeface="BIZ UDPゴシック" panose="020B0400000000000000" pitchFamily="50" charset="-128"/>
                <a:ea typeface="BIZ UDPゴシック" panose="020B0400000000000000" pitchFamily="50" charset="-128"/>
              </a:rPr>
              <a:t>)</a:t>
            </a:r>
            <a:endParaRPr kumimoji="1" lang="ja-JP" altLang="en-US" sz="1800">
              <a:latin typeface="BIZ UDPゴシック" panose="020B0400000000000000" pitchFamily="50" charset="-128"/>
              <a:ea typeface="BIZ UDPゴシック" panose="020B0400000000000000" pitchFamily="50" charset="-128"/>
            </a:endParaRPr>
          </a:p>
        </p:txBody>
      </p:sp>
      <p:sp>
        <p:nvSpPr>
          <p:cNvPr id="85" name="正方形/長方形 84">
            <a:extLst>
              <a:ext uri="{FF2B5EF4-FFF2-40B4-BE49-F238E27FC236}">
                <a16:creationId xmlns:a16="http://schemas.microsoft.com/office/drawing/2014/main" id="{1B8D9E42-4737-58C6-0C1E-653C512A4A81}"/>
              </a:ext>
            </a:extLst>
          </p:cNvPr>
          <p:cNvSpPr/>
          <p:nvPr/>
        </p:nvSpPr>
        <p:spPr bwMode="auto">
          <a:xfrm>
            <a:off x="1163452" y="2655621"/>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02_EISample_CSL.pptx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6D84020F-2253-275B-AB72-25810065CE87}"/>
              </a:ext>
            </a:extLst>
          </p:cNvPr>
          <p:cNvSpPr txBox="1"/>
          <p:nvPr/>
        </p:nvSpPr>
        <p:spPr bwMode="auto">
          <a:xfrm>
            <a:off x="7669400" y="1016306"/>
            <a:ext cx="3488552"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400" kern="0">
                <a:latin typeface="BIZ UDPゴシック" panose="020B0400000000000000" pitchFamily="50" charset="-128"/>
                <a:ea typeface="BIZ UDPゴシック" panose="020B0400000000000000" pitchFamily="50" charset="-128"/>
              </a:rPr>
              <a:t>生成後のファイル名に付加する文字列を </a:t>
            </a:r>
            <a:r>
              <a:rPr kumimoji="1" lang="en-US" altLang="ja-JP" sz="1400" kern="0">
                <a:latin typeface="Source Code Pro Semibold" panose="020B0609030403020204" pitchFamily="49" charset="0"/>
                <a:ea typeface="Source Code Pro Semibold" panose="020B0609030403020204" pitchFamily="49" charset="0"/>
              </a:rPr>
              <a:t>_CSL </a:t>
            </a:r>
            <a:r>
              <a:rPr kumimoji="1" lang="ja-JP" altLang="en-US" sz="1400" kern="0">
                <a:latin typeface="BIZ UDPゴシック" panose="020B0400000000000000" pitchFamily="50" charset="-128"/>
                <a:ea typeface="BIZ UDPゴシック" panose="020B0400000000000000" pitchFamily="50" charset="-128"/>
              </a:rPr>
              <a:t>に変更</a:t>
            </a:r>
            <a:r>
              <a:rPr kumimoji="1" lang="en-US" altLang="ja-JP" sz="1400" kern="0">
                <a:latin typeface="BIZ UDPゴシック" panose="020B0400000000000000" pitchFamily="50" charset="-128"/>
                <a:ea typeface="BIZ UDPゴシック" panose="020B0400000000000000" pitchFamily="50" charset="-128"/>
              </a:rPr>
              <a:t>(</a:t>
            </a:r>
            <a:r>
              <a:rPr kumimoji="1" lang="ja-JP" altLang="en-US" sz="1400" kern="0">
                <a:latin typeface="BIZ UDPゴシック" panose="020B0400000000000000" pitchFamily="50" charset="-128"/>
                <a:ea typeface="BIZ UDPゴシック" panose="020B0400000000000000" pitchFamily="50" charset="-128"/>
              </a:rPr>
              <a:t>任意</a:t>
            </a:r>
            <a:r>
              <a:rPr kumimoji="1" lang="en-US" altLang="ja-JP" sz="1400" kern="0">
                <a:latin typeface="BIZ UDPゴシック" panose="020B0400000000000000" pitchFamily="50" charset="-128"/>
                <a:ea typeface="BIZ UDPゴシック" panose="020B0400000000000000" pitchFamily="50" charset="-128"/>
              </a:rPr>
              <a:t>)</a:t>
            </a:r>
            <a:endParaRPr kumimoji="1" lang="ja-JP" altLang="en-US" sz="1400" kern="0">
              <a:latin typeface="BIZ UDPゴシック" panose="020B0400000000000000" pitchFamily="50" charset="-128"/>
              <a:ea typeface="BIZ UDPゴシック" panose="020B0400000000000000" pitchFamily="50" charset="-128"/>
            </a:endParaRPr>
          </a:p>
        </p:txBody>
      </p:sp>
      <p:sp>
        <p:nvSpPr>
          <p:cNvPr id="7" name="右中かっこ 6">
            <a:extLst>
              <a:ext uri="{FF2B5EF4-FFF2-40B4-BE49-F238E27FC236}">
                <a16:creationId xmlns:a16="http://schemas.microsoft.com/office/drawing/2014/main" id="{9D862F0B-96E5-7A84-4B16-42C86B0FC276}"/>
              </a:ext>
            </a:extLst>
          </p:cNvPr>
          <p:cNvSpPr/>
          <p:nvPr/>
        </p:nvSpPr>
        <p:spPr bwMode="auto">
          <a:xfrm rot="16200000">
            <a:off x="8433215" y="273832"/>
            <a:ext cx="222114" cy="2880320"/>
          </a:xfrm>
          <a:prstGeom prst="rightBrace">
            <a:avLst>
              <a:gd name="adj1" fmla="val 38568"/>
              <a:gd name="adj2" fmla="val 50000"/>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8" name="右中かっこ 7">
            <a:extLst>
              <a:ext uri="{FF2B5EF4-FFF2-40B4-BE49-F238E27FC236}">
                <a16:creationId xmlns:a16="http://schemas.microsoft.com/office/drawing/2014/main" id="{6048F2A7-34DC-0534-5E3B-A5FCCF59B2DA}"/>
              </a:ext>
            </a:extLst>
          </p:cNvPr>
          <p:cNvSpPr/>
          <p:nvPr/>
        </p:nvSpPr>
        <p:spPr bwMode="auto">
          <a:xfrm rot="16200000">
            <a:off x="6216351" y="1042147"/>
            <a:ext cx="222114" cy="1343690"/>
          </a:xfrm>
          <a:prstGeom prst="rightBrace">
            <a:avLst>
              <a:gd name="adj1" fmla="val 38568"/>
              <a:gd name="adj2" fmla="val 50000"/>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0FBD851F-9B5E-01C9-9A2D-7C342B9E964F}"/>
              </a:ext>
            </a:extLst>
          </p:cNvPr>
          <p:cNvSpPr txBox="1"/>
          <p:nvPr/>
        </p:nvSpPr>
        <p:spPr bwMode="auto">
          <a:xfrm>
            <a:off x="5458520" y="1196752"/>
            <a:ext cx="2012009" cy="307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400" kern="0">
                <a:latin typeface="BIZ UDPゴシック" panose="020B0400000000000000" pitchFamily="50" charset="-128"/>
                <a:ea typeface="BIZ UDPゴシック" panose="020B0400000000000000" pitchFamily="50" charset="-128"/>
              </a:rPr>
              <a:t>CSL</a:t>
            </a:r>
            <a:r>
              <a:rPr kumimoji="1" lang="ja-JP" altLang="en-US" sz="1400" kern="0">
                <a:latin typeface="BIZ UDPゴシック" panose="020B0400000000000000" pitchFamily="50" charset="-128"/>
                <a:ea typeface="BIZ UDPゴシック" panose="020B0400000000000000" pitchFamily="50" charset="-128"/>
              </a:rPr>
              <a:t>削除を指示</a:t>
            </a:r>
          </a:p>
        </p:txBody>
      </p:sp>
      <p:sp>
        <p:nvSpPr>
          <p:cNvPr id="11" name="正方形/長方形 10">
            <a:extLst>
              <a:ext uri="{FF2B5EF4-FFF2-40B4-BE49-F238E27FC236}">
                <a16:creationId xmlns:a16="http://schemas.microsoft.com/office/drawing/2014/main" id="{C4C5CEDE-B822-90A0-95C4-FFDC5D63CD2B}"/>
              </a:ext>
            </a:extLst>
          </p:cNvPr>
          <p:cNvSpPr/>
          <p:nvPr/>
        </p:nvSpPr>
        <p:spPr bwMode="auto">
          <a:xfrm>
            <a:off x="1163452" y="4462760"/>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python ppt-indexer 03_EISample.pptx --deletecsp --target-trailer '_CSP'</a:t>
            </a:r>
            <a:endParaRPr kumimoji="1" lang="ja-JP" altLang="en-US" sz="1600">
              <a:latin typeface="Source Code Pro Semibold" panose="020B0609030403020204" pitchFamily="49" charset="0"/>
              <a:ea typeface="BIZ UDPゴシック" panose="020B0400000000000000" pitchFamily="50" charset="-128"/>
            </a:endParaRPr>
          </a:p>
        </p:txBody>
      </p:sp>
      <p:sp>
        <p:nvSpPr>
          <p:cNvPr id="12" name="正方形/長方形 11">
            <a:extLst>
              <a:ext uri="{FF2B5EF4-FFF2-40B4-BE49-F238E27FC236}">
                <a16:creationId xmlns:a16="http://schemas.microsoft.com/office/drawing/2014/main" id="{B78C9146-95E7-481D-463C-EE807DBE33D6}"/>
              </a:ext>
            </a:extLst>
          </p:cNvPr>
          <p:cNvSpPr/>
          <p:nvPr/>
        </p:nvSpPr>
        <p:spPr bwMode="auto">
          <a:xfrm>
            <a:off x="767408" y="4908873"/>
            <a:ext cx="5832648"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結果 </a:t>
            </a:r>
            <a:r>
              <a:rPr kumimoji="1" lang="en-US" altLang="ja-JP" sz="1800">
                <a:latin typeface="BIZ UDPゴシック" panose="020B0400000000000000" pitchFamily="50" charset="-128"/>
                <a:ea typeface="BIZ UDPゴシック" panose="020B0400000000000000" pitchFamily="50" charset="-128"/>
              </a:rPr>
              <a:t>(CSP </a:t>
            </a:r>
            <a:r>
              <a:rPr kumimoji="1" lang="ja-JP" altLang="en-US" sz="1800">
                <a:latin typeface="BIZ UDPゴシック" panose="020B0400000000000000" pitchFamily="50" charset="-128"/>
                <a:ea typeface="BIZ UDPゴシック" panose="020B0400000000000000" pitchFamily="50" charset="-128"/>
              </a:rPr>
              <a:t>タグを含むシェイプは削除される</a:t>
            </a:r>
            <a:r>
              <a:rPr kumimoji="1" lang="en-US" altLang="ja-JP" sz="1800">
                <a:latin typeface="BIZ UDPゴシック" panose="020B0400000000000000" pitchFamily="50" charset="-128"/>
                <a:ea typeface="BIZ UDPゴシック" panose="020B0400000000000000" pitchFamily="50" charset="-128"/>
              </a:rPr>
              <a:t>)</a:t>
            </a:r>
            <a:endParaRPr kumimoji="1" lang="ja-JP" altLang="en-US" sz="1800">
              <a:latin typeface="BIZ UDPゴシック" panose="020B0400000000000000" pitchFamily="50" charset="-128"/>
              <a:ea typeface="BIZ UDPゴシック" panose="020B0400000000000000" pitchFamily="50" charset="-128"/>
            </a:endParaRPr>
          </a:p>
        </p:txBody>
      </p:sp>
      <p:sp>
        <p:nvSpPr>
          <p:cNvPr id="13" name="正方形/長方形 12">
            <a:extLst>
              <a:ext uri="{FF2B5EF4-FFF2-40B4-BE49-F238E27FC236}">
                <a16:creationId xmlns:a16="http://schemas.microsoft.com/office/drawing/2014/main" id="{311A2B6C-4ED0-850B-6498-12452B6FD598}"/>
              </a:ext>
            </a:extLst>
          </p:cNvPr>
          <p:cNvSpPr/>
          <p:nvPr/>
        </p:nvSpPr>
        <p:spPr bwMode="auto">
          <a:xfrm>
            <a:off x="1163452" y="5338578"/>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02_EISample_CSP.pptx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14" name="右中かっこ 13">
            <a:extLst>
              <a:ext uri="{FF2B5EF4-FFF2-40B4-BE49-F238E27FC236}">
                <a16:creationId xmlns:a16="http://schemas.microsoft.com/office/drawing/2014/main" id="{E401B582-7DAA-3274-6C2A-CE2E2829CA8C}"/>
              </a:ext>
            </a:extLst>
          </p:cNvPr>
          <p:cNvSpPr/>
          <p:nvPr/>
        </p:nvSpPr>
        <p:spPr bwMode="auto">
          <a:xfrm rot="16200000">
            <a:off x="8433215" y="2965440"/>
            <a:ext cx="222114" cy="2880320"/>
          </a:xfrm>
          <a:prstGeom prst="rightBrace">
            <a:avLst>
              <a:gd name="adj1" fmla="val 38568"/>
              <a:gd name="adj2" fmla="val 50000"/>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15" name="右中かっこ 14">
            <a:extLst>
              <a:ext uri="{FF2B5EF4-FFF2-40B4-BE49-F238E27FC236}">
                <a16:creationId xmlns:a16="http://schemas.microsoft.com/office/drawing/2014/main" id="{F9B3F143-A730-1C7A-525F-21E13F405589}"/>
              </a:ext>
            </a:extLst>
          </p:cNvPr>
          <p:cNvSpPr/>
          <p:nvPr/>
        </p:nvSpPr>
        <p:spPr bwMode="auto">
          <a:xfrm rot="16200000">
            <a:off x="6216351" y="3733755"/>
            <a:ext cx="222114" cy="1343690"/>
          </a:xfrm>
          <a:prstGeom prst="rightBrace">
            <a:avLst>
              <a:gd name="adj1" fmla="val 38568"/>
              <a:gd name="adj2" fmla="val 50000"/>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818E457D-70DE-6CF6-5A89-219854282263}"/>
              </a:ext>
            </a:extLst>
          </p:cNvPr>
          <p:cNvSpPr txBox="1"/>
          <p:nvPr/>
        </p:nvSpPr>
        <p:spPr bwMode="auto">
          <a:xfrm>
            <a:off x="5458520" y="3930237"/>
            <a:ext cx="2012009" cy="307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400" kern="0">
                <a:latin typeface="BIZ UDPゴシック" panose="020B0400000000000000" pitchFamily="50" charset="-128"/>
                <a:ea typeface="BIZ UDPゴシック" panose="020B0400000000000000" pitchFamily="50" charset="-128"/>
              </a:rPr>
              <a:t>CSP</a:t>
            </a:r>
            <a:r>
              <a:rPr kumimoji="1" lang="ja-JP" altLang="en-US" sz="1400" kern="0">
                <a:latin typeface="BIZ UDPゴシック" panose="020B0400000000000000" pitchFamily="50" charset="-128"/>
                <a:ea typeface="BIZ UDPゴシック" panose="020B0400000000000000" pitchFamily="50" charset="-128"/>
              </a:rPr>
              <a:t>削除を指示</a:t>
            </a:r>
          </a:p>
        </p:txBody>
      </p:sp>
      <p:sp>
        <p:nvSpPr>
          <p:cNvPr id="18" name="正方形/長方形 17">
            <a:extLst>
              <a:ext uri="{FF2B5EF4-FFF2-40B4-BE49-F238E27FC236}">
                <a16:creationId xmlns:a16="http://schemas.microsoft.com/office/drawing/2014/main" id="{B47CB9DD-5C50-16D9-B6AF-9CE62F7E5424}"/>
              </a:ext>
            </a:extLst>
          </p:cNvPr>
          <p:cNvSpPr/>
          <p:nvPr/>
        </p:nvSpPr>
        <p:spPr bwMode="auto">
          <a:xfrm>
            <a:off x="767408" y="3917743"/>
            <a:ext cx="10441160"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以下のようにして起動します</a:t>
            </a:r>
          </a:p>
        </p:txBody>
      </p:sp>
      <p:sp>
        <p:nvSpPr>
          <p:cNvPr id="4" name="テキスト ボックス 3">
            <a:extLst>
              <a:ext uri="{FF2B5EF4-FFF2-40B4-BE49-F238E27FC236}">
                <a16:creationId xmlns:a16="http://schemas.microsoft.com/office/drawing/2014/main" id="{0EBA05DE-A081-1F2C-FE7F-B648A3BC288B}"/>
              </a:ext>
            </a:extLst>
          </p:cNvPr>
          <p:cNvSpPr txBox="1"/>
          <p:nvPr/>
        </p:nvSpPr>
        <p:spPr bwMode="auto">
          <a:xfrm>
            <a:off x="7669400" y="3765569"/>
            <a:ext cx="3488552"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400" kern="0">
                <a:latin typeface="BIZ UDPゴシック" panose="020B0400000000000000" pitchFamily="50" charset="-128"/>
                <a:ea typeface="BIZ UDPゴシック" panose="020B0400000000000000" pitchFamily="50" charset="-128"/>
              </a:rPr>
              <a:t>生成後のファイル名に付加する文字列を </a:t>
            </a:r>
            <a:r>
              <a:rPr kumimoji="1" lang="en-US" altLang="ja-JP" sz="1400" kern="0">
                <a:latin typeface="Source Code Pro Semibold" panose="020B0609030403020204" pitchFamily="49" charset="0"/>
                <a:ea typeface="Source Code Pro Semibold" panose="020B0609030403020204" pitchFamily="49" charset="0"/>
              </a:rPr>
              <a:t>_CSP</a:t>
            </a:r>
            <a:r>
              <a:rPr kumimoji="1" lang="en-US" altLang="ja-JP" sz="1400" kern="0">
                <a:latin typeface="BIZ UDPゴシック" panose="020B0400000000000000" pitchFamily="50" charset="-128"/>
                <a:ea typeface="BIZ UDPゴシック" panose="020B0400000000000000" pitchFamily="50" charset="-128"/>
              </a:rPr>
              <a:t> </a:t>
            </a:r>
            <a:r>
              <a:rPr kumimoji="1" lang="ja-JP" altLang="en-US" sz="1400" kern="0">
                <a:latin typeface="BIZ UDPゴシック" panose="020B0400000000000000" pitchFamily="50" charset="-128"/>
                <a:ea typeface="BIZ UDPゴシック" panose="020B0400000000000000" pitchFamily="50" charset="-128"/>
              </a:rPr>
              <a:t>に変更</a:t>
            </a:r>
            <a:r>
              <a:rPr kumimoji="1" lang="en-US" altLang="ja-JP" sz="1400" kern="0">
                <a:latin typeface="BIZ UDPゴシック" panose="020B0400000000000000" pitchFamily="50" charset="-128"/>
                <a:ea typeface="BIZ UDPゴシック" panose="020B0400000000000000" pitchFamily="50" charset="-128"/>
              </a:rPr>
              <a:t>(</a:t>
            </a:r>
            <a:r>
              <a:rPr kumimoji="1" lang="ja-JP" altLang="en-US" sz="1400" kern="0">
                <a:latin typeface="BIZ UDPゴシック" panose="020B0400000000000000" pitchFamily="50" charset="-128"/>
                <a:ea typeface="BIZ UDPゴシック" panose="020B0400000000000000" pitchFamily="50" charset="-128"/>
              </a:rPr>
              <a:t>任意</a:t>
            </a:r>
            <a:r>
              <a:rPr kumimoji="1" lang="en-US" altLang="ja-JP" sz="1400" kern="0">
                <a:latin typeface="BIZ UDPゴシック" panose="020B0400000000000000" pitchFamily="50" charset="-128"/>
                <a:ea typeface="BIZ UDPゴシック" panose="020B0400000000000000" pitchFamily="50" charset="-128"/>
              </a:rPr>
              <a:t>)</a:t>
            </a:r>
            <a:endParaRPr kumimoji="1" lang="ja-JP" altLang="en-US" sz="1400" kern="0">
              <a:latin typeface="BIZ UDPゴシック" panose="020B0400000000000000" pitchFamily="50" charset="-128"/>
              <a:ea typeface="BIZ UDPゴシック" panose="020B0400000000000000" pitchFamily="50" charset="-128"/>
            </a:endParaRPr>
          </a:p>
        </p:txBody>
      </p:sp>
      <p:sp>
        <p:nvSpPr>
          <p:cNvPr id="31" name="テキスト ボックス 30">
            <a:extLst>
              <a:ext uri="{FF2B5EF4-FFF2-40B4-BE49-F238E27FC236}">
                <a16:creationId xmlns:a16="http://schemas.microsoft.com/office/drawing/2014/main" id="{4511CDA5-0062-A8D8-A6E0-FF69D8C11243}"/>
              </a:ext>
            </a:extLst>
          </p:cNvPr>
          <p:cNvSpPr txBox="1"/>
          <p:nvPr/>
        </p:nvSpPr>
        <p:spPr bwMode="auto">
          <a:xfrm>
            <a:off x="9798652" y="6597352"/>
            <a:ext cx="1656184" cy="26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endParaRPr kumimoji="1" lang="ja-JP" altLang="en-US" sz="1050" kern="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8192C10D-C973-B3A3-5486-F35C34E81A38}"/>
              </a:ext>
            </a:extLst>
          </p:cNvPr>
          <p:cNvSpPr txBox="1"/>
          <p:nvPr/>
        </p:nvSpPr>
        <p:spPr bwMode="auto">
          <a:xfrm>
            <a:off x="5303912" y="6021288"/>
            <a:ext cx="6187480"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400" kern="0">
                <a:latin typeface="BIZ UDPゴシック" panose="020B0400000000000000" pitchFamily="50" charset="-128"/>
                <a:ea typeface="BIZ UDPゴシック" panose="020B0400000000000000" pitchFamily="50" charset="-128"/>
              </a:rPr>
              <a:t>--target-trailer </a:t>
            </a:r>
            <a:r>
              <a:rPr kumimoji="1" lang="ja-JP" altLang="en-US" sz="1400" kern="0">
                <a:latin typeface="BIZ UDPゴシック" panose="020B0400000000000000" pitchFamily="50" charset="-128"/>
                <a:ea typeface="BIZ UDPゴシック" panose="020B0400000000000000" pitchFamily="50" charset="-128"/>
              </a:rPr>
              <a:t>のオプションは必須ではありません。</a:t>
            </a:r>
            <a:endParaRPr kumimoji="1" lang="en-US" altLang="ja-JP" sz="1400" kern="0">
              <a:latin typeface="BIZ UDPゴシック" panose="020B0400000000000000" pitchFamily="50" charset="-128"/>
              <a:ea typeface="BIZ UDPゴシック" panose="020B0400000000000000" pitchFamily="50" charset="-128"/>
            </a:endParaRPr>
          </a:p>
          <a:p>
            <a:pPr algn="l" eaLnBrk="1"/>
            <a:r>
              <a:rPr kumimoji="1" lang="ja-JP" altLang="en-US" sz="1400" kern="0">
                <a:latin typeface="BIZ UDPゴシック" panose="020B0400000000000000" pitchFamily="50" charset="-128"/>
                <a:ea typeface="BIZ UDPゴシック" panose="020B0400000000000000" pitchFamily="50" charset="-128"/>
              </a:rPr>
              <a:t>当サンプルで生成後のファイル名を区別しやすくするためにつけたものです。</a:t>
            </a:r>
          </a:p>
        </p:txBody>
      </p:sp>
    </p:spTree>
    <p:extLst>
      <p:ext uri="{BB962C8B-B14F-4D97-AF65-F5344CB8AC3E}">
        <p14:creationId xmlns:p14="http://schemas.microsoft.com/office/powerpoint/2010/main" val="104167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DD9D-EFE0-E190-DD34-B877233710A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569455-20E9-1D64-CF9A-83A80CCDABC2}"/>
              </a:ext>
            </a:extLst>
          </p:cNvPr>
          <p:cNvSpPr>
            <a:spLocks noGrp="1"/>
          </p:cNvSpPr>
          <p:nvPr>
            <p:ph type="title"/>
          </p:nvPr>
        </p:nvSpPr>
        <p:spPr/>
        <p:txBody>
          <a:bodyPr/>
          <a:lstStyle/>
          <a:p>
            <a:r>
              <a:t>2) 確認方法（通常生成版）</a:t>
            </a:r>
          </a:p>
        </p:txBody>
      </p:sp>
      <p:sp>
        <p:nvSpPr>
          <p:cNvPr id="23" name="スライド番号プレースホルダー 22">
            <a:extLst>
              <a:ext uri="{FF2B5EF4-FFF2-40B4-BE49-F238E27FC236}">
                <a16:creationId xmlns:a16="http://schemas.microsoft.com/office/drawing/2014/main" id="{DDE2A957-78FA-8DE7-63AB-5D7939D9C458}"/>
              </a:ext>
            </a:extLst>
          </p:cNvPr>
          <p:cNvSpPr>
            <a:spLocks noGrp="1"/>
          </p:cNvSpPr>
          <p:nvPr>
            <p:ph type="sldNum" sz="quarter" idx="12"/>
          </p:nvPr>
        </p:nvSpPr>
        <p:spPr/>
        <p:txBody>
          <a:bodyPr/>
          <a:lstStyle/>
          <a:p>
            <a:fld id="{D2D8002D-B5B0-4BAC-B1F6-782DDCCE6D9C}" type="slidenum">
              <a:rPr lang="ja-JP" altLang="en-US" smtClean="0"/>
              <a:pPr/>
              <a:t>5</a:t>
            </a:fld>
            <a:endParaRPr lang="ja-JP" altLang="en-US"/>
          </a:p>
        </p:txBody>
      </p:sp>
      <p:sp>
        <p:nvSpPr>
          <p:cNvPr id="24" name="フッター プレースホルダー 23">
            <a:extLst>
              <a:ext uri="{FF2B5EF4-FFF2-40B4-BE49-F238E27FC236}">
                <a16:creationId xmlns:a16="http://schemas.microsoft.com/office/drawing/2014/main" id="{FD1CA68E-232B-C73D-AF10-06E161CDD218}"/>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39" name="正方形/長方形 38">
            <a:extLst>
              <a:ext uri="{FF2B5EF4-FFF2-40B4-BE49-F238E27FC236}">
                <a16:creationId xmlns:a16="http://schemas.microsoft.com/office/drawing/2014/main" id="{C37CEAC6-AC58-76B0-F1B1-B73D6E5825A7}"/>
              </a:ext>
            </a:extLst>
          </p:cNvPr>
          <p:cNvSpPr/>
          <p:nvPr/>
        </p:nvSpPr>
        <p:spPr bwMode="auto">
          <a:xfrm>
            <a:off x="767408" y="1130835"/>
            <a:ext cx="10441160"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以下のようにして起動した通常生成版と比べてください　（オプション指定なし）</a:t>
            </a:r>
          </a:p>
        </p:txBody>
      </p:sp>
      <p:sp>
        <p:nvSpPr>
          <p:cNvPr id="83" name="正方形/長方形 82">
            <a:extLst>
              <a:ext uri="{FF2B5EF4-FFF2-40B4-BE49-F238E27FC236}">
                <a16:creationId xmlns:a16="http://schemas.microsoft.com/office/drawing/2014/main" id="{02730ED5-5710-EDFF-4330-9E3D752AC1FD}"/>
              </a:ext>
            </a:extLst>
          </p:cNvPr>
          <p:cNvSpPr/>
          <p:nvPr/>
        </p:nvSpPr>
        <p:spPr bwMode="auto">
          <a:xfrm>
            <a:off x="1163452" y="1771152"/>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python ppt-indexer 03_EISample.pptx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84" name="正方形/長方形 83">
            <a:extLst>
              <a:ext uri="{FF2B5EF4-FFF2-40B4-BE49-F238E27FC236}">
                <a16:creationId xmlns:a16="http://schemas.microsoft.com/office/drawing/2014/main" id="{BD180237-316D-55F9-693A-1E629734CE77}"/>
              </a:ext>
            </a:extLst>
          </p:cNvPr>
          <p:cNvSpPr/>
          <p:nvPr/>
        </p:nvSpPr>
        <p:spPr bwMode="auto">
          <a:xfrm>
            <a:off x="767408" y="2366091"/>
            <a:ext cx="7416824" cy="418202"/>
          </a:xfrm>
          <a:prstGeom prst="rect">
            <a:avLst/>
          </a:prstGeom>
          <a:no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ja-JP" altLang="en-US" sz="1800">
                <a:latin typeface="BIZ UDPゴシック" panose="020B0400000000000000" pitchFamily="50" charset="-128"/>
                <a:ea typeface="BIZ UDPゴシック" panose="020B0400000000000000" pitchFamily="50" charset="-128"/>
              </a:rPr>
              <a:t>結果 </a:t>
            </a:r>
            <a:r>
              <a:rPr kumimoji="1" lang="en-US" altLang="ja-JP" sz="1800">
                <a:latin typeface="BIZ UDPゴシック" panose="020B0400000000000000" pitchFamily="50" charset="-128"/>
                <a:ea typeface="BIZ UDPゴシック" panose="020B0400000000000000" pitchFamily="50" charset="-128"/>
              </a:rPr>
              <a:t>(CSP,CSL,MEMO,TEMP </a:t>
            </a:r>
            <a:r>
              <a:rPr kumimoji="1" lang="ja-JP" altLang="en-US" sz="1800">
                <a:latin typeface="BIZ UDPゴシック" panose="020B0400000000000000" pitchFamily="50" charset="-128"/>
                <a:ea typeface="BIZ UDPゴシック" panose="020B0400000000000000" pitchFamily="50" charset="-128"/>
              </a:rPr>
              <a:t>等のタグ部分のみ削除される</a:t>
            </a:r>
            <a:r>
              <a:rPr kumimoji="1" lang="en-US" altLang="ja-JP" sz="1800">
                <a:latin typeface="BIZ UDPゴシック" panose="020B0400000000000000" pitchFamily="50" charset="-128"/>
                <a:ea typeface="BIZ UDPゴシック" panose="020B0400000000000000" pitchFamily="50" charset="-128"/>
              </a:rPr>
              <a:t>)</a:t>
            </a:r>
            <a:endParaRPr kumimoji="1" lang="ja-JP" altLang="en-US" sz="1800">
              <a:latin typeface="BIZ UDPゴシック" panose="020B0400000000000000" pitchFamily="50" charset="-128"/>
              <a:ea typeface="BIZ UDPゴシック" panose="020B0400000000000000" pitchFamily="50" charset="-128"/>
            </a:endParaRPr>
          </a:p>
        </p:txBody>
      </p:sp>
      <p:sp>
        <p:nvSpPr>
          <p:cNvPr id="85" name="正方形/長方形 84">
            <a:extLst>
              <a:ext uri="{FF2B5EF4-FFF2-40B4-BE49-F238E27FC236}">
                <a16:creationId xmlns:a16="http://schemas.microsoft.com/office/drawing/2014/main" id="{1B8D9E42-4737-58C6-0C1E-653C512A4A81}"/>
              </a:ext>
            </a:extLst>
          </p:cNvPr>
          <p:cNvSpPr/>
          <p:nvPr/>
        </p:nvSpPr>
        <p:spPr bwMode="auto">
          <a:xfrm>
            <a:off x="1163452" y="2795796"/>
            <a:ext cx="10261140" cy="418202"/>
          </a:xfrm>
          <a:prstGeom prst="rect">
            <a:avLst/>
          </a:prstGeom>
          <a:solidFill>
            <a:schemeClr val="tx1">
              <a:lumMod val="25000"/>
              <a:lumOff val="75000"/>
            </a:schemeClr>
          </a:solidFill>
          <a:ln w="12700" cap="flat" cmpd="sng" algn="ctr">
            <a:no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bodyPr>
          <a:lstStyle/>
          <a:p>
            <a:pPr defTabSz="914477" eaLnBrk="1" hangingPunct="1"/>
            <a:r>
              <a:rPr kumimoji="1" lang="en-US" altLang="ja-JP" sz="1600">
                <a:latin typeface="Source Code Pro Semibold" panose="020B0609030403020204" pitchFamily="49" charset="0"/>
                <a:ea typeface="Source Code Pro Semibold" panose="020B0609030403020204" pitchFamily="49" charset="0"/>
              </a:rPr>
              <a:t>02_EISample_generated.pptx</a:t>
            </a:r>
            <a:endParaRPr kumimoji="1" lang="ja-JP" altLang="en-US" sz="1600">
              <a:latin typeface="Source Code Pro Semibold" panose="020B0609030403020204" pitchFamily="49" charset="0"/>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A0B792F7-60E4-B726-3E5C-C4989A91E23B}"/>
              </a:ext>
            </a:extLst>
          </p:cNvPr>
          <p:cNvSpPr txBox="1"/>
          <p:nvPr/>
        </p:nvSpPr>
        <p:spPr bwMode="auto">
          <a:xfrm>
            <a:off x="2639616" y="3390735"/>
            <a:ext cx="8208912"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600" kern="0">
                <a:latin typeface="BIZ UDPゴシック" panose="020B0400000000000000" pitchFamily="50" charset="-128"/>
                <a:ea typeface="BIZ UDPゴシック" panose="020B0400000000000000" pitchFamily="50" charset="-128"/>
              </a:rPr>
              <a:t>生成後のファイル名には </a:t>
            </a:r>
            <a:r>
              <a:rPr kumimoji="1" lang="en-US" altLang="ja-JP" sz="1600" kern="0">
                <a:latin typeface="Source Code Pro Semibold" panose="020B0609030403020204" pitchFamily="49" charset="0"/>
                <a:ea typeface="Source Code Pro Semibold" panose="020B0609030403020204" pitchFamily="49" charset="0"/>
              </a:rPr>
              <a:t>_generated</a:t>
            </a:r>
            <a:r>
              <a:rPr kumimoji="1" lang="en-US" altLang="ja-JP" sz="1600" kern="0">
                <a:latin typeface="BIZ UDPゴシック" panose="020B0400000000000000" pitchFamily="50" charset="-128"/>
                <a:ea typeface="BIZ UDPゴシック" panose="020B0400000000000000" pitchFamily="50" charset="-128"/>
              </a:rPr>
              <a:t> </a:t>
            </a:r>
            <a:r>
              <a:rPr kumimoji="1" lang="ja-JP" altLang="en-US" sz="1600" kern="0">
                <a:latin typeface="BIZ UDPゴシック" panose="020B0400000000000000" pitchFamily="50" charset="-128"/>
                <a:ea typeface="BIZ UDPゴシック" panose="020B0400000000000000" pitchFamily="50" charset="-128"/>
              </a:rPr>
              <a:t>がつく</a:t>
            </a:r>
            <a:endParaRPr kumimoji="1" lang="en-US" altLang="ja-JP" sz="1600" kern="0">
              <a:latin typeface="BIZ UDPゴシック" panose="020B0400000000000000" pitchFamily="50" charset="-128"/>
              <a:ea typeface="BIZ UDPゴシック" panose="020B0400000000000000" pitchFamily="50" charset="-128"/>
            </a:endParaRPr>
          </a:p>
          <a:p>
            <a:pPr algn="l" eaLnBrk="1"/>
            <a:r>
              <a:rPr lang="en-US" altLang="ja-JP" sz="1600" kern="0">
                <a:latin typeface="BIZ UDPゴシック" panose="020B0400000000000000" pitchFamily="50" charset="-128"/>
                <a:ea typeface="BIZ UDPゴシック" panose="020B0400000000000000" pitchFamily="50" charset="-128"/>
              </a:rPr>
              <a:t>( --target-trailer </a:t>
            </a:r>
            <a:r>
              <a:rPr lang="ja-JP" altLang="en-US" sz="1600" kern="0">
                <a:latin typeface="BIZ UDPゴシック" panose="020B0400000000000000" pitchFamily="50" charset="-128"/>
                <a:ea typeface="BIZ UDPゴシック" panose="020B0400000000000000" pitchFamily="50" charset="-128"/>
              </a:rPr>
              <a:t>オプションがない場合のデフォルト値が </a:t>
            </a:r>
            <a:r>
              <a:rPr lang="en-US" altLang="ja-JP" sz="1600" kern="0">
                <a:latin typeface="Source Code Pro Semibold" panose="020B0609030403020204" pitchFamily="49" charset="0"/>
                <a:ea typeface="Source Code Pro Semibold" panose="020B0609030403020204" pitchFamily="49" charset="0"/>
              </a:rPr>
              <a:t>_generated )</a:t>
            </a:r>
            <a:endParaRPr kumimoji="1" lang="ja-JP" altLang="en-US" sz="1600" kern="0">
              <a:latin typeface="Source Code Pro Semibold" panose="020B0609030403020204" pitchFamily="49" charset="0"/>
              <a:ea typeface="BIZ UDPゴシック" panose="020B0400000000000000" pitchFamily="50" charset="-128"/>
            </a:endParaRPr>
          </a:p>
        </p:txBody>
      </p:sp>
      <p:cxnSp>
        <p:nvCxnSpPr>
          <p:cNvPr id="20" name="直線矢印コネクタ 19">
            <a:extLst>
              <a:ext uri="{FF2B5EF4-FFF2-40B4-BE49-F238E27FC236}">
                <a16:creationId xmlns:a16="http://schemas.microsoft.com/office/drawing/2014/main" id="{437CCCFA-7FB1-9819-C967-D6BE80A7440E}"/>
              </a:ext>
            </a:extLst>
          </p:cNvPr>
          <p:cNvCxnSpPr>
            <a:cxnSpLocks/>
          </p:cNvCxnSpPr>
          <p:nvPr/>
        </p:nvCxnSpPr>
        <p:spPr bwMode="auto">
          <a:xfrm flipH="1" flipV="1">
            <a:off x="3215680" y="3068960"/>
            <a:ext cx="360040" cy="338556"/>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25" name="テキスト ボックス 24">
            <a:extLst>
              <a:ext uri="{FF2B5EF4-FFF2-40B4-BE49-F238E27FC236}">
                <a16:creationId xmlns:a16="http://schemas.microsoft.com/office/drawing/2014/main" id="{F7545B0F-A726-A3C5-EAC7-BE47D4DA728A}"/>
              </a:ext>
            </a:extLst>
          </p:cNvPr>
          <p:cNvSpPr txBox="1"/>
          <p:nvPr/>
        </p:nvSpPr>
        <p:spPr bwMode="auto">
          <a:xfrm>
            <a:off x="9798652" y="6597352"/>
            <a:ext cx="1656184" cy="26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endParaRPr kumimoji="1" lang="ja-JP" altLang="en-US" sz="105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080666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1826B-D5BF-C382-4E1D-2232B12D2FF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B16C01B-F4E3-0E48-6FF7-581E96CF27F2}"/>
              </a:ext>
            </a:extLst>
          </p:cNvPr>
          <p:cNvSpPr>
            <a:spLocks noGrp="1"/>
          </p:cNvSpPr>
          <p:nvPr>
            <p:ph type="title"/>
          </p:nvPr>
        </p:nvSpPr>
        <p:spPr/>
        <p:txBody>
          <a:bodyPr/>
          <a:lstStyle/>
          <a:p>
            <a:r>
              <a:t>3) CSPタグによるシェイプ削除のサンプル</a:t>
            </a:r>
          </a:p>
        </p:txBody>
      </p:sp>
      <p:sp>
        <p:nvSpPr>
          <p:cNvPr id="23" name="スライド番号プレースホルダー 22">
            <a:extLst>
              <a:ext uri="{FF2B5EF4-FFF2-40B4-BE49-F238E27FC236}">
                <a16:creationId xmlns:a16="http://schemas.microsoft.com/office/drawing/2014/main" id="{78A26EF3-93AA-92C4-F485-246FE29DE870}"/>
              </a:ext>
            </a:extLst>
          </p:cNvPr>
          <p:cNvSpPr>
            <a:spLocks noGrp="1"/>
          </p:cNvSpPr>
          <p:nvPr>
            <p:ph type="sldNum" sz="quarter" idx="12"/>
          </p:nvPr>
        </p:nvSpPr>
        <p:spPr/>
        <p:txBody>
          <a:bodyPr/>
          <a:lstStyle/>
          <a:p>
            <a:fld id="{D2D8002D-B5B0-4BAC-B1F6-782DDCCE6D9C}" type="slidenum">
              <a:rPr lang="ja-JP" altLang="en-US" smtClean="0"/>
              <a:pPr/>
              <a:t>6</a:t>
            </a:fld>
            <a:endParaRPr lang="ja-JP" altLang="en-US"/>
          </a:p>
        </p:txBody>
      </p:sp>
      <p:sp>
        <p:nvSpPr>
          <p:cNvPr id="24" name="フッター プレースホルダー 23">
            <a:extLst>
              <a:ext uri="{FF2B5EF4-FFF2-40B4-BE49-F238E27FC236}">
                <a16:creationId xmlns:a16="http://schemas.microsoft.com/office/drawing/2014/main" id="{9EE9D72C-B305-6BF7-0399-B66719D4CBF5}"/>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4" name="四角形: 角を丸くする 3">
            <a:extLst>
              <a:ext uri="{FF2B5EF4-FFF2-40B4-BE49-F238E27FC236}">
                <a16:creationId xmlns:a16="http://schemas.microsoft.com/office/drawing/2014/main" id="{8DB28A57-3283-26AB-2655-FA749F502199}"/>
              </a:ext>
            </a:extLst>
          </p:cNvPr>
          <p:cNvSpPr/>
          <p:nvPr/>
        </p:nvSpPr>
        <p:spPr bwMode="auto">
          <a:xfrm>
            <a:off x="2351584" y="1658157"/>
            <a:ext cx="3384376" cy="1512168"/>
          </a:xfrm>
          <a:prstGeom prst="round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2042D944-603F-4B5C-4927-32AF3CAFC34B}"/>
              </a:ext>
            </a:extLst>
          </p:cNvPr>
          <p:cNvSpPr txBox="1"/>
          <p:nvPr/>
        </p:nvSpPr>
        <p:spPr bwMode="auto">
          <a:xfrm>
            <a:off x="2675618" y="2266157"/>
            <a:ext cx="2700302"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ja-JP" altLang="en-US" kern="0">
                <a:latin typeface="BIZ UDPゴシック" panose="020B0400000000000000" pitchFamily="50" charset="-128"/>
                <a:ea typeface="BIZ UDPゴシック" panose="020B0400000000000000" pitchFamily="50" charset="-128"/>
              </a:rPr>
              <a:t>そのまま残るテキスト</a:t>
            </a:r>
          </a:p>
        </p:txBody>
      </p:sp>
      <p:sp>
        <p:nvSpPr>
          <p:cNvPr id="7" name="四角形: 角を丸くする 6">
            <a:extLst>
              <a:ext uri="{FF2B5EF4-FFF2-40B4-BE49-F238E27FC236}">
                <a16:creationId xmlns:a16="http://schemas.microsoft.com/office/drawing/2014/main" id="{92DA8000-DC85-DE54-2918-FFD145518D2F}"/>
              </a:ext>
            </a:extLst>
          </p:cNvPr>
          <p:cNvSpPr/>
          <p:nvPr/>
        </p:nvSpPr>
        <p:spPr bwMode="auto">
          <a:xfrm>
            <a:off x="6528048" y="1658157"/>
            <a:ext cx="3384376" cy="1512168"/>
          </a:xfrm>
          <a:prstGeom prst="round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0E453A86-084D-C563-C02E-F4726B031FB6}"/>
              </a:ext>
            </a:extLst>
          </p:cNvPr>
          <p:cNvSpPr txBox="1"/>
          <p:nvPr/>
        </p:nvSpPr>
        <p:spPr bwMode="auto">
          <a:xfrm>
            <a:off x="6960096" y="1874181"/>
            <a:ext cx="2461367" cy="101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endParaRPr/>
          </a:p>
          <a:p>
            <a:pPr algn="ctr" eaLnBrk="1"/>
            <a:r>
              <a:rPr kumimoji="1" lang="en-US" altLang="ja-JP" kern="0">
                <a:latin typeface="BIZ UDPゴシック" panose="020B0400000000000000" pitchFamily="50" charset="-128"/>
                <a:ea typeface="BIZ UDPゴシック" panose="020B0400000000000000" pitchFamily="50" charset="-128"/>
              </a:rPr>
              <a:t>--deletecsp </a:t>
            </a:r>
            <a:r>
              <a:rPr kumimoji="1" lang="ja-JP" altLang="en-US" kern="0">
                <a:latin typeface="BIZ UDPゴシック" panose="020B0400000000000000" pitchFamily="50" charset="-128"/>
                <a:ea typeface="BIZ UDPゴシック" panose="020B0400000000000000" pitchFamily="50" charset="-128"/>
              </a:rPr>
              <a:t>で</a:t>
            </a:r>
            <a:endParaRPr kumimoji="1" lang="en-US" altLang="ja-JP" kern="0">
              <a:latin typeface="BIZ UDPゴシック" panose="020B0400000000000000" pitchFamily="50" charset="-128"/>
              <a:ea typeface="BIZ UDPゴシック" panose="020B0400000000000000" pitchFamily="50" charset="-128"/>
            </a:endParaRPr>
          </a:p>
          <a:p>
            <a:pPr algn="ctr" eaLnBrk="1"/>
            <a:r>
              <a:rPr kumimoji="1" lang="ja-JP" altLang="en-US" kern="0">
                <a:latin typeface="BIZ UDPゴシック" panose="020B0400000000000000" pitchFamily="50" charset="-128"/>
                <a:ea typeface="BIZ UDPゴシック" panose="020B0400000000000000" pitchFamily="50" charset="-128"/>
              </a:rPr>
              <a:t>削除されるテキスト</a:t>
            </a:r>
          </a:p>
        </p:txBody>
      </p:sp>
      <p:sp>
        <p:nvSpPr>
          <p:cNvPr id="12" name="テキスト ボックス 11">
            <a:extLst>
              <a:ext uri="{FF2B5EF4-FFF2-40B4-BE49-F238E27FC236}">
                <a16:creationId xmlns:a16="http://schemas.microsoft.com/office/drawing/2014/main" id="{54E65387-2FB8-4053-C3CA-BF95E8F75AEE}"/>
              </a:ext>
            </a:extLst>
          </p:cNvPr>
          <p:cNvSpPr txBox="1"/>
          <p:nvPr/>
        </p:nvSpPr>
        <p:spPr bwMode="auto">
          <a:xfrm>
            <a:off x="9798652" y="6597352"/>
            <a:ext cx="1656184" cy="26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endParaRPr kumimoji="1" lang="ja-JP" altLang="en-US" sz="1050" kern="0">
              <a:latin typeface="BIZ UDPゴシック" panose="020B0400000000000000" pitchFamily="50" charset="-128"/>
              <a:ea typeface="BIZ UDPゴシック" panose="020B0400000000000000" pitchFamily="50" charset="-128"/>
            </a:endParaRPr>
          </a:p>
        </p:txBody>
      </p:sp>
      <p:sp>
        <p:nvSpPr>
          <p:cNvPr id="3" name="四角形: 角を丸くする 2">
            <a:extLst>
              <a:ext uri="{FF2B5EF4-FFF2-40B4-BE49-F238E27FC236}">
                <a16:creationId xmlns:a16="http://schemas.microsoft.com/office/drawing/2014/main" id="{39C3F38B-3B9D-6477-C093-B7EAB6509351}"/>
              </a:ext>
            </a:extLst>
          </p:cNvPr>
          <p:cNvSpPr/>
          <p:nvPr/>
        </p:nvSpPr>
        <p:spPr bwMode="auto">
          <a:xfrm>
            <a:off x="2351584" y="4118843"/>
            <a:ext cx="3384376" cy="1512168"/>
          </a:xfrm>
          <a:prstGeom prst="round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8" name="四角形: 角を丸くする 7">
            <a:extLst>
              <a:ext uri="{FF2B5EF4-FFF2-40B4-BE49-F238E27FC236}">
                <a16:creationId xmlns:a16="http://schemas.microsoft.com/office/drawing/2014/main" id="{79199145-D18A-51AE-2A39-EEE2BC17223A}"/>
              </a:ext>
            </a:extLst>
          </p:cNvPr>
          <p:cNvSpPr/>
          <p:nvPr/>
        </p:nvSpPr>
        <p:spPr bwMode="auto">
          <a:xfrm>
            <a:off x="6528048" y="4118843"/>
            <a:ext cx="3384376" cy="1512168"/>
          </a:xfrm>
          <a:prstGeom prst="roundRect">
            <a:avLst/>
          </a:prstGeom>
          <a:solidFill>
            <a:schemeClr val="accent3">
              <a:lumMod val="40000"/>
              <a:lumOff val="60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8920164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940CF-6D21-EC5F-7D3F-D5ECABF6552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C702D84-956B-2EB7-70AB-8D681B353E91}"/>
              </a:ext>
            </a:extLst>
          </p:cNvPr>
          <p:cNvSpPr>
            <a:spLocks noGrp="1"/>
          </p:cNvSpPr>
          <p:nvPr>
            <p:ph type="title"/>
          </p:nvPr>
        </p:nvSpPr>
        <p:spPr/>
        <p:txBody>
          <a:bodyPr/>
          <a:lstStyle/>
          <a:p>
            <a:r>
              <a:t>4) 最終スライド</a:t>
            </a:r>
          </a:p>
        </p:txBody>
      </p:sp>
      <p:sp>
        <p:nvSpPr>
          <p:cNvPr id="23" name="スライド番号プレースホルダー 22">
            <a:extLst>
              <a:ext uri="{FF2B5EF4-FFF2-40B4-BE49-F238E27FC236}">
                <a16:creationId xmlns:a16="http://schemas.microsoft.com/office/drawing/2014/main" id="{D53087A8-9658-831B-7A33-6BE2114096E3}"/>
              </a:ext>
            </a:extLst>
          </p:cNvPr>
          <p:cNvSpPr>
            <a:spLocks noGrp="1"/>
          </p:cNvSpPr>
          <p:nvPr>
            <p:ph type="sldNum" sz="quarter" idx="12"/>
          </p:nvPr>
        </p:nvSpPr>
        <p:spPr/>
        <p:txBody>
          <a:bodyPr/>
          <a:lstStyle/>
          <a:p>
            <a:fld id="{D2D8002D-B5B0-4BAC-B1F6-782DDCCE6D9C}" type="slidenum">
              <a:rPr lang="ja-JP" altLang="en-US" smtClean="0"/>
              <a:pPr/>
              <a:t>7</a:t>
            </a:fld>
            <a:endParaRPr lang="ja-JP" altLang="en-US"/>
          </a:p>
        </p:txBody>
      </p:sp>
      <p:sp>
        <p:nvSpPr>
          <p:cNvPr id="24" name="フッター プレースホルダー 23">
            <a:extLst>
              <a:ext uri="{FF2B5EF4-FFF2-40B4-BE49-F238E27FC236}">
                <a16:creationId xmlns:a16="http://schemas.microsoft.com/office/drawing/2014/main" id="{16CE9AB6-217A-4686-C116-B9D459387038}"/>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3" name="テキスト ボックス 2">
            <a:extLst>
              <a:ext uri="{FF2B5EF4-FFF2-40B4-BE49-F238E27FC236}">
                <a16:creationId xmlns:a16="http://schemas.microsoft.com/office/drawing/2014/main" id="{11B3CFC3-CAAA-787F-6C38-EA3648F24DDD}"/>
              </a:ext>
            </a:extLst>
          </p:cNvPr>
          <p:cNvSpPr txBox="1"/>
          <p:nvPr/>
        </p:nvSpPr>
        <p:spPr bwMode="auto">
          <a:xfrm>
            <a:off x="1127448" y="1430644"/>
            <a:ext cx="7488832"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600" kern="0">
                <a:latin typeface="BIZ UDPゴシック" panose="020B0400000000000000" pitchFamily="50" charset="-128"/>
                <a:ea typeface="BIZ UDPゴシック" panose="020B0400000000000000" pitchFamily="50" charset="-128"/>
              </a:rPr>
              <a:t>このページには特に意味はありません</a:t>
            </a:r>
          </a:p>
        </p:txBody>
      </p:sp>
      <p:sp>
        <p:nvSpPr>
          <p:cNvPr id="13" name="テキスト ボックス 12">
            <a:extLst>
              <a:ext uri="{FF2B5EF4-FFF2-40B4-BE49-F238E27FC236}">
                <a16:creationId xmlns:a16="http://schemas.microsoft.com/office/drawing/2014/main" id="{38099824-6864-BF66-A1FE-8D78DE17E9CD}"/>
              </a:ext>
            </a:extLst>
          </p:cNvPr>
          <p:cNvSpPr txBox="1"/>
          <p:nvPr/>
        </p:nvSpPr>
        <p:spPr bwMode="auto">
          <a:xfrm>
            <a:off x="9798652" y="6597352"/>
            <a:ext cx="1656184" cy="26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endParaRPr kumimoji="1" lang="ja-JP" altLang="en-US" sz="105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553113011"/>
      </p:ext>
    </p:extLst>
  </p:cSld>
  <p:clrMapOvr>
    <a:masterClrMapping/>
  </p:clrMapOvr>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t" anchorCtr="0" compatLnSpc="1">
        <a:prstTxWarp prst="textNoShape">
          <a:avLst/>
        </a:prstTxWarp>
      </a:bodyPr>
      <a:lstStyle>
        <a:defPPr algn="ctr" defTabSz="914477" eaLnBrk="1" hangingPunct="1">
          <a:defRPr kumimoji="1">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1" rIns="91440" bIns="45721" numCol="1" rtlCol="0" anchor="t" anchorCtr="0" compatLnSpc="1">
        <a:prstTxWarp prst="textNoShape">
          <a:avLst/>
        </a:prstTxWarp>
        <a:spAutoFit/>
      </a:bodyPr>
      <a:lstStyle>
        <a:defPPr algn="l" eaLnBrk="1">
          <a:defRPr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図解技法による分かりやすい資料の作成講座-20181121・講師用</Template>
  <TotalTime>20991</TotalTime>
  <Words>302</Words>
  <Application>Microsoft Office PowerPoint</Application>
  <PresentationFormat>ワイド画面</PresentationFormat>
  <Paragraphs>41</Paragraphs>
  <Slides>8</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8</vt:i4>
      </vt:variant>
    </vt:vector>
  </HeadingPairs>
  <TitlesOfParts>
    <vt:vector size="15" baseType="lpstr">
      <vt:lpstr>BIZ UDPゴシック</vt:lpstr>
      <vt:lpstr>FOT-UD丸ゴ_ラージ Pr6 M</vt:lpstr>
      <vt:lpstr>Arial</vt:lpstr>
      <vt:lpstr>Garamond</vt:lpstr>
      <vt:lpstr>Source Code Pro Semibold</vt:lpstr>
      <vt:lpstr>Wingdings</vt:lpstr>
      <vt:lpstr>Edge</vt:lpstr>
      <vt:lpstr>03_EISample</vt:lpstr>
      <vt:lpstr>PowerPoint プレゼンテーション</vt:lpstr>
      <vt:lpstr>PowerPoint プレゼンテーション</vt:lpstr>
      <vt:lpstr>PowerPoint プレゼンテーション</vt:lpstr>
      <vt:lpstr>1) 確認方法</vt:lpstr>
      <vt:lpstr>2) 確認方法（通常生成版）</vt:lpstr>
      <vt:lpstr>3) CSPタグによるシェイプ削除のサンプル</vt:lpstr>
      <vt:lpstr>4) 最終スライド</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開米瑞浩</dc:creator>
  <cp:lastModifiedBy>瑞浩 開米</cp:lastModifiedBy>
  <cp:revision>1951</cp:revision>
  <cp:lastPrinted>2024-11-10T09:08:11Z</cp:lastPrinted>
  <dcterms:modified xsi:type="dcterms:W3CDTF">2025-03-07T04:47:58Z</dcterms:modified>
</cp:coreProperties>
</file>