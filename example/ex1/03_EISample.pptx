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howSpecialPlsOnTitleSld="0" saveSubsetFonts="1">
  <p:sldMasterIdLst>
    <p:sldMasterId id="2147483660" r:id="rId1"/>
  </p:sldMasterIdLst>
  <p:notesMasterIdLst>
    <p:notesMasterId r:id="rId11"/>
  </p:notesMasterIdLst>
  <p:sldIdLst>
    <p:sldId id="1682" r:id="rId2"/>
    <p:sldId id="1713" r:id="rId3"/>
    <p:sldId id="1717" r:id="rId4"/>
    <p:sldId id="1703" r:id="rId5"/>
    <p:sldId id="1714" r:id="rId6"/>
    <p:sldId id="1688" r:id="rId7"/>
    <p:sldId id="1702" r:id="rId8"/>
    <p:sldId id="1716" r:id="rId9"/>
    <p:sldId id="1715" r:id="rId10"/>
  </p:sldIdLst>
  <p:sldSz cx="12192000" cy="6858000"/>
  <p:notesSz cx="6797675" cy="9926638"/>
  <p:defaultTextStyle>
    <a:defPPr>
      <a:defRPr lang="en-US"/>
    </a:defPPr>
    <a:lvl1pPr algn="l" rtl="0" eaLnBrk="0" fontAlgn="base" hangingPunct="0">
      <a:spcBef>
        <a:spcPct val="0"/>
      </a:spcBef>
      <a:spcAft>
        <a:spcPct val="0"/>
      </a:spcAft>
      <a:defRPr kumimoji="1" sz="2000" b="1" kern="1200">
        <a:solidFill>
          <a:schemeClr val="tx1"/>
        </a:solidFill>
        <a:latin typeface="Arial" panose="020B0604020202020204" pitchFamily="34" charset="0"/>
        <a:ea typeface="ＭＳ Ｐゴシック" panose="020B0600070205080204" pitchFamily="50" charset="-128"/>
        <a:cs typeface="+mn-cs"/>
      </a:defRPr>
    </a:lvl1pPr>
    <a:lvl2pPr marL="457200" algn="l" rtl="0" eaLnBrk="0" fontAlgn="base" hangingPunct="0">
      <a:spcBef>
        <a:spcPct val="0"/>
      </a:spcBef>
      <a:spcAft>
        <a:spcPct val="0"/>
      </a:spcAft>
      <a:defRPr kumimoji="1" sz="2000" b="1" kern="1200">
        <a:solidFill>
          <a:schemeClr val="tx1"/>
        </a:solidFill>
        <a:latin typeface="Arial" panose="020B0604020202020204" pitchFamily="34" charset="0"/>
        <a:ea typeface="ＭＳ Ｐゴシック" panose="020B0600070205080204" pitchFamily="50" charset="-128"/>
        <a:cs typeface="+mn-cs"/>
      </a:defRPr>
    </a:lvl2pPr>
    <a:lvl3pPr marL="914400" algn="l" rtl="0" eaLnBrk="0" fontAlgn="base" hangingPunct="0">
      <a:spcBef>
        <a:spcPct val="0"/>
      </a:spcBef>
      <a:spcAft>
        <a:spcPct val="0"/>
      </a:spcAft>
      <a:defRPr kumimoji="1" sz="2000" b="1" kern="1200">
        <a:solidFill>
          <a:schemeClr val="tx1"/>
        </a:solidFill>
        <a:latin typeface="Arial" panose="020B0604020202020204" pitchFamily="34" charset="0"/>
        <a:ea typeface="ＭＳ Ｐゴシック" panose="020B0600070205080204" pitchFamily="50" charset="-128"/>
        <a:cs typeface="+mn-cs"/>
      </a:defRPr>
    </a:lvl3pPr>
    <a:lvl4pPr marL="1371600" algn="l" rtl="0" eaLnBrk="0" fontAlgn="base" hangingPunct="0">
      <a:spcBef>
        <a:spcPct val="0"/>
      </a:spcBef>
      <a:spcAft>
        <a:spcPct val="0"/>
      </a:spcAft>
      <a:defRPr kumimoji="1" sz="2000" b="1" kern="1200">
        <a:solidFill>
          <a:schemeClr val="tx1"/>
        </a:solidFill>
        <a:latin typeface="Arial" panose="020B0604020202020204" pitchFamily="34" charset="0"/>
        <a:ea typeface="ＭＳ Ｐゴシック" panose="020B0600070205080204" pitchFamily="50" charset="-128"/>
        <a:cs typeface="+mn-cs"/>
      </a:defRPr>
    </a:lvl4pPr>
    <a:lvl5pPr marL="1828800" algn="l" rtl="0" eaLnBrk="0" fontAlgn="base" hangingPunct="0">
      <a:spcBef>
        <a:spcPct val="0"/>
      </a:spcBef>
      <a:spcAft>
        <a:spcPct val="0"/>
      </a:spcAft>
      <a:defRPr kumimoji="1" sz="2000" b="1" kern="1200">
        <a:solidFill>
          <a:schemeClr val="tx1"/>
        </a:solidFill>
        <a:latin typeface="Arial" panose="020B0604020202020204" pitchFamily="34" charset="0"/>
        <a:ea typeface="ＭＳ Ｐゴシック" panose="020B0600070205080204" pitchFamily="50" charset="-128"/>
        <a:cs typeface="+mn-cs"/>
      </a:defRPr>
    </a:lvl5pPr>
    <a:lvl6pPr marL="2286000" algn="l" defTabSz="914400" rtl="0" eaLnBrk="1" latinLnBrk="0" hangingPunct="1">
      <a:defRPr kumimoji="1" sz="2000" b="1" kern="1200">
        <a:solidFill>
          <a:schemeClr val="tx1"/>
        </a:solidFill>
        <a:latin typeface="Arial" panose="020B0604020202020204" pitchFamily="34" charset="0"/>
        <a:ea typeface="ＭＳ Ｐゴシック" panose="020B0600070205080204" pitchFamily="50" charset="-128"/>
        <a:cs typeface="+mn-cs"/>
      </a:defRPr>
    </a:lvl6pPr>
    <a:lvl7pPr marL="2743200" algn="l" defTabSz="914400" rtl="0" eaLnBrk="1" latinLnBrk="0" hangingPunct="1">
      <a:defRPr kumimoji="1" sz="2000" b="1" kern="1200">
        <a:solidFill>
          <a:schemeClr val="tx1"/>
        </a:solidFill>
        <a:latin typeface="Arial" panose="020B0604020202020204" pitchFamily="34" charset="0"/>
        <a:ea typeface="ＭＳ Ｐゴシック" panose="020B0600070205080204" pitchFamily="50" charset="-128"/>
        <a:cs typeface="+mn-cs"/>
      </a:defRPr>
    </a:lvl7pPr>
    <a:lvl8pPr marL="3200400" algn="l" defTabSz="914400" rtl="0" eaLnBrk="1" latinLnBrk="0" hangingPunct="1">
      <a:defRPr kumimoji="1" sz="2000" b="1" kern="1200">
        <a:solidFill>
          <a:schemeClr val="tx1"/>
        </a:solidFill>
        <a:latin typeface="Arial" panose="020B0604020202020204" pitchFamily="34" charset="0"/>
        <a:ea typeface="ＭＳ Ｐゴシック" panose="020B0600070205080204" pitchFamily="50" charset="-128"/>
        <a:cs typeface="+mn-cs"/>
      </a:defRPr>
    </a:lvl8pPr>
    <a:lvl9pPr marL="3657600" algn="l" defTabSz="914400" rtl="0" eaLnBrk="1" latinLnBrk="0" hangingPunct="1">
      <a:defRPr kumimoji="1" sz="2000" b="1" kern="1200">
        <a:solidFill>
          <a:schemeClr val="tx1"/>
        </a:solidFill>
        <a:latin typeface="Arial" panose="020B0604020202020204" pitchFamily="34" charset="0"/>
        <a:ea typeface="ＭＳ Ｐゴシック" panose="020B0600070205080204" pitchFamily="50" charset="-128"/>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0000"/>
    <a:srgbClr val="FF7A7A"/>
    <a:srgbClr val="545858"/>
    <a:srgbClr val="00B0F0"/>
    <a:srgbClr val="81D994"/>
    <a:srgbClr val="58CC72"/>
    <a:srgbClr val="00FFFF"/>
    <a:srgbClr val="FF00FF"/>
    <a:srgbClr val="F7F619"/>
    <a:srgbClr val="0000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34566" autoAdjust="0"/>
    <p:restoredTop sz="86408" autoAdjust="0"/>
  </p:normalViewPr>
  <p:slideViewPr>
    <p:cSldViewPr>
      <p:cViewPr varScale="1">
        <p:scale>
          <a:sx n="95" d="100"/>
          <a:sy n="95" d="100"/>
        </p:scale>
        <p:origin x="492" y="306"/>
      </p:cViewPr>
      <p:guideLst>
        <p:guide orient="horz" pos="2160"/>
        <p:guide pos="3840"/>
      </p:guideLst>
    </p:cSldViewPr>
  </p:slideViewPr>
  <p:outlineViewPr>
    <p:cViewPr>
      <p:scale>
        <a:sx n="33" d="100"/>
        <a:sy n="33" d="100"/>
      </p:scale>
      <p:origin x="0" y="0"/>
    </p:cViewPr>
  </p:outlineViewPr>
  <p:notesTextViewPr>
    <p:cViewPr>
      <p:scale>
        <a:sx n="100" d="100"/>
        <a:sy n="100" d="100"/>
      </p:scale>
      <p:origin x="0" y="0"/>
    </p:cViewPr>
  </p:notesTextViewPr>
  <p:sorterViewPr>
    <p:cViewPr varScale="1">
      <p:scale>
        <a:sx n="100" d="100"/>
        <a:sy n="100" d="100"/>
      </p:scale>
      <p:origin x="0" y="-1416"/>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45659" cy="498056"/>
          </a:xfrm>
          <a:prstGeom prst="rect">
            <a:avLst/>
          </a:prstGeom>
        </p:spPr>
        <p:txBody>
          <a:bodyPr vert="horz" lIns="91440" tIns="45720" rIns="91440" bIns="45720" rtlCol="0"/>
          <a:lstStyle>
            <a:lvl1pPr algn="l">
              <a:defRPr sz="1200">
                <a:latin typeface="BIZ UDPゴシック" panose="020B0400000000000000" pitchFamily="50" charset="-128"/>
              </a:defRPr>
            </a:lvl1pPr>
          </a:lstStyle>
          <a:p>
            <a:endParaRPr lang="ja-JP" altLang="en-US"/>
          </a:p>
        </p:txBody>
      </p:sp>
      <p:sp>
        <p:nvSpPr>
          <p:cNvPr id="3" name="日付プレースホルダー 2"/>
          <p:cNvSpPr>
            <a:spLocks noGrp="1"/>
          </p:cNvSpPr>
          <p:nvPr>
            <p:ph type="dt" idx="1"/>
          </p:nvPr>
        </p:nvSpPr>
        <p:spPr>
          <a:xfrm>
            <a:off x="3850443" y="0"/>
            <a:ext cx="2945659" cy="498056"/>
          </a:xfrm>
          <a:prstGeom prst="rect">
            <a:avLst/>
          </a:prstGeom>
        </p:spPr>
        <p:txBody>
          <a:bodyPr vert="horz" lIns="91440" tIns="45720" rIns="91440" bIns="45720" rtlCol="0"/>
          <a:lstStyle>
            <a:lvl1pPr algn="r">
              <a:defRPr sz="1200">
                <a:latin typeface="BIZ UDPゴシック" panose="020B0400000000000000" pitchFamily="50" charset="-128"/>
              </a:defRPr>
            </a:lvl1pPr>
          </a:lstStyle>
          <a:p>
            <a:fld id="{294670BC-B8C6-44A7-84E1-23632D8FD86F}" type="datetimeFigureOut">
              <a:rPr lang="ja-JP" altLang="en-US" smtClean="0"/>
              <a:pPr/>
              <a:t>2025/3/8</a:t>
            </a:fld>
            <a:endParaRPr lang="ja-JP" altLang="en-US"/>
          </a:p>
        </p:txBody>
      </p:sp>
      <p:sp>
        <p:nvSpPr>
          <p:cNvPr id="4" name="スライド イメージ プレースホルダー 3"/>
          <p:cNvSpPr>
            <a:spLocks noGrp="1" noRot="1" noChangeAspect="1"/>
          </p:cNvSpPr>
          <p:nvPr>
            <p:ph type="sldImg" idx="2"/>
          </p:nvPr>
        </p:nvSpPr>
        <p:spPr>
          <a:xfrm>
            <a:off x="422275" y="1241425"/>
            <a:ext cx="5953125" cy="3349625"/>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79768" y="4777194"/>
            <a:ext cx="5438140" cy="3908614"/>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9428584"/>
            <a:ext cx="2945659" cy="498055"/>
          </a:xfrm>
          <a:prstGeom prst="rect">
            <a:avLst/>
          </a:prstGeom>
        </p:spPr>
        <p:txBody>
          <a:bodyPr vert="horz" lIns="91440" tIns="45720" rIns="91440" bIns="45720" rtlCol="0" anchor="b"/>
          <a:lstStyle>
            <a:lvl1pPr algn="l">
              <a:defRPr sz="1200">
                <a:latin typeface="BIZ UDPゴシック" panose="020B0400000000000000" pitchFamily="50" charset="-128"/>
              </a:defRPr>
            </a:lvl1pPr>
          </a:lstStyle>
          <a:p>
            <a:endParaRPr lang="ja-JP" altLang="en-US"/>
          </a:p>
        </p:txBody>
      </p:sp>
      <p:sp>
        <p:nvSpPr>
          <p:cNvPr id="7" name="スライド番号プレースホルダー 6"/>
          <p:cNvSpPr>
            <a:spLocks noGrp="1"/>
          </p:cNvSpPr>
          <p:nvPr>
            <p:ph type="sldNum" sz="quarter" idx="5"/>
          </p:nvPr>
        </p:nvSpPr>
        <p:spPr>
          <a:xfrm>
            <a:off x="3850443" y="9428584"/>
            <a:ext cx="2945659" cy="498055"/>
          </a:xfrm>
          <a:prstGeom prst="rect">
            <a:avLst/>
          </a:prstGeom>
        </p:spPr>
        <p:txBody>
          <a:bodyPr vert="horz" lIns="91440" tIns="45720" rIns="91440" bIns="45720" rtlCol="0" anchor="b"/>
          <a:lstStyle>
            <a:lvl1pPr algn="r">
              <a:defRPr sz="1200">
                <a:latin typeface="BIZ UDPゴシック" panose="020B0400000000000000" pitchFamily="50" charset="-128"/>
              </a:defRPr>
            </a:lvl1pPr>
          </a:lstStyle>
          <a:p>
            <a:fld id="{BA10FDB7-3E02-4363-90B3-590B3C26A88D}" type="slidenum">
              <a:rPr lang="ja-JP" altLang="en-US" smtClean="0"/>
              <a:pPr/>
              <a:t>‹#›</a:t>
            </a:fld>
            <a:endParaRPr lang="ja-JP" altLang="en-US"/>
          </a:p>
        </p:txBody>
      </p:sp>
    </p:spTree>
    <p:extLst>
      <p:ext uri="{BB962C8B-B14F-4D97-AF65-F5344CB8AC3E}">
        <p14:creationId xmlns:p14="http://schemas.microsoft.com/office/powerpoint/2010/main" val="306735396"/>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BIZ UDPゴシック" panose="020B0400000000000000" pitchFamily="50" charset="-128"/>
        <a:ea typeface="BIZ UDPゴシック" panose="020B0400000000000000" pitchFamily="50" charset="-128"/>
        <a:cs typeface="+mn-cs"/>
      </a:defRPr>
    </a:lvl1pPr>
    <a:lvl2pPr marL="457200" algn="l" defTabSz="914400" rtl="0" eaLnBrk="1" latinLnBrk="0" hangingPunct="1">
      <a:defRPr kumimoji="1" sz="1200" kern="1200">
        <a:solidFill>
          <a:schemeClr val="tx1"/>
        </a:solidFill>
        <a:latin typeface="BIZ UDPゴシック" panose="020B0400000000000000" pitchFamily="50" charset="-128"/>
        <a:ea typeface="BIZ UDPゴシック" panose="020B0400000000000000" pitchFamily="50" charset="-128"/>
        <a:cs typeface="+mn-cs"/>
      </a:defRPr>
    </a:lvl2pPr>
    <a:lvl3pPr marL="914400" algn="l" defTabSz="914400" rtl="0" eaLnBrk="1" latinLnBrk="0" hangingPunct="1">
      <a:defRPr kumimoji="1" sz="1200" kern="1200">
        <a:solidFill>
          <a:schemeClr val="tx1"/>
        </a:solidFill>
        <a:latin typeface="BIZ UDPゴシック" panose="020B0400000000000000" pitchFamily="50" charset="-128"/>
        <a:ea typeface="BIZ UDPゴシック" panose="020B0400000000000000" pitchFamily="50" charset="-128"/>
        <a:cs typeface="+mn-cs"/>
      </a:defRPr>
    </a:lvl3pPr>
    <a:lvl4pPr marL="1371600" algn="l" defTabSz="914400" rtl="0" eaLnBrk="1" latinLnBrk="0" hangingPunct="1">
      <a:defRPr kumimoji="1" sz="1200" kern="1200">
        <a:solidFill>
          <a:schemeClr val="tx1"/>
        </a:solidFill>
        <a:latin typeface="BIZ UDPゴシック" panose="020B0400000000000000" pitchFamily="50" charset="-128"/>
        <a:ea typeface="BIZ UDPゴシック" panose="020B0400000000000000" pitchFamily="50" charset="-128"/>
        <a:cs typeface="+mn-cs"/>
      </a:defRPr>
    </a:lvl4pPr>
    <a:lvl5pPr marL="1828800" algn="l" defTabSz="914400" rtl="0" eaLnBrk="1" latinLnBrk="0" hangingPunct="1">
      <a:defRPr kumimoji="1" sz="1200" kern="1200">
        <a:solidFill>
          <a:schemeClr val="tx1"/>
        </a:solidFill>
        <a:latin typeface="BIZ UDPゴシック" panose="020B0400000000000000" pitchFamily="50" charset="-128"/>
        <a:ea typeface="BIZ UDPゴシック" panose="020B0400000000000000" pitchFamily="50" charset="-128"/>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タイトル スライド">
    <p:spTree>
      <p:nvGrpSpPr>
        <p:cNvPr id="1" name=""/>
        <p:cNvGrpSpPr/>
        <p:nvPr/>
      </p:nvGrpSpPr>
      <p:grpSpPr>
        <a:xfrm>
          <a:off x="0" y="0"/>
          <a:ext cx="0" cy="0"/>
          <a:chOff x="0" y="0"/>
          <a:chExt cx="0" cy="0"/>
        </a:xfrm>
      </p:grpSpPr>
      <p:sp>
        <p:nvSpPr>
          <p:cNvPr id="10242" name="Rectangle 2"/>
          <p:cNvSpPr>
            <a:spLocks noGrp="1" noChangeArrowheads="1"/>
          </p:cNvSpPr>
          <p:nvPr>
            <p:ph type="ctrTitle"/>
          </p:nvPr>
        </p:nvSpPr>
        <p:spPr>
          <a:xfrm>
            <a:off x="1007436" y="1524000"/>
            <a:ext cx="10164233" cy="1752600"/>
          </a:xfrm>
        </p:spPr>
        <p:txBody>
          <a:bodyPr/>
          <a:lstStyle>
            <a:lvl1pPr>
              <a:defRPr sz="4200">
                <a:solidFill>
                  <a:schemeClr val="tx2"/>
                </a:solidFill>
              </a:defRPr>
            </a:lvl1pPr>
          </a:lstStyle>
          <a:p>
            <a:r>
              <a:rPr lang="ja-JP" altLang="en-US" dirty="0"/>
              <a:t>マスター タイトルの書式設定</a:t>
            </a:r>
            <a:endParaRPr lang="en-US" altLang="ja-JP" dirty="0"/>
          </a:p>
        </p:txBody>
      </p:sp>
      <p:sp>
        <p:nvSpPr>
          <p:cNvPr id="10243" name="Rectangle 3"/>
          <p:cNvSpPr>
            <a:spLocks noGrp="1" noChangeArrowheads="1"/>
          </p:cNvSpPr>
          <p:nvPr>
            <p:ph type="subTitle" idx="1"/>
          </p:nvPr>
        </p:nvSpPr>
        <p:spPr>
          <a:xfrm>
            <a:off x="3407834" y="3962400"/>
            <a:ext cx="7971367" cy="1752600"/>
          </a:xfrm>
          <a:prstGeom prst="rect">
            <a:avLst/>
          </a:prstGeom>
        </p:spPr>
        <p:txBody>
          <a:bodyPr/>
          <a:lstStyle>
            <a:lvl1pPr marL="0" indent="0">
              <a:buFont typeface="Wingdings" pitchFamily="2" charset="2"/>
              <a:buNone/>
              <a:defRPr sz="2800">
                <a:latin typeface="BIZ UDPゴシック" panose="020B0400000000000000" pitchFamily="50" charset="-128"/>
                <a:ea typeface="BIZ UDPゴシック" panose="020B0400000000000000" pitchFamily="50" charset="-128"/>
              </a:defRPr>
            </a:lvl1pPr>
          </a:lstStyle>
          <a:p>
            <a:r>
              <a:rPr lang="ja-JP" altLang="en-US" dirty="0"/>
              <a:t>マスター サブタイトルの書式設定</a:t>
            </a:r>
            <a:endParaRPr lang="en-US" altLang="ja-JP" dirty="0"/>
          </a:p>
        </p:txBody>
      </p:sp>
      <p:sp>
        <p:nvSpPr>
          <p:cNvPr id="4" name="四角形: 角を丸くする 3">
            <a:extLst>
              <a:ext uri="{FF2B5EF4-FFF2-40B4-BE49-F238E27FC236}">
                <a16:creationId xmlns:a16="http://schemas.microsoft.com/office/drawing/2014/main" id="{8254D289-857E-022B-E722-6C7257F338BE}"/>
              </a:ext>
            </a:extLst>
          </p:cNvPr>
          <p:cNvSpPr/>
          <p:nvPr userDrawn="1"/>
        </p:nvSpPr>
        <p:spPr bwMode="auto">
          <a:xfrm>
            <a:off x="3312000" y="3666171"/>
            <a:ext cx="8328616" cy="91135"/>
          </a:xfrm>
          <a:prstGeom prst="roundRect">
            <a:avLst>
              <a:gd name="adj" fmla="val 49227"/>
            </a:avLst>
          </a:prstGeom>
          <a:solidFill>
            <a:srgbClr val="339966"/>
          </a:solidFill>
          <a:ln w="12700" cap="flat" cmpd="sng" algn="ctr">
            <a:noFill/>
            <a:prstDash val="solid"/>
            <a:round/>
            <a:headEnd type="none" w="med" len="med"/>
            <a:tailEnd type="none" w="med" len="med"/>
          </a:ln>
          <a:effectLst/>
        </p:spPr>
        <p:txBody>
          <a:bodyPr vert="horz" wrap="none" lIns="90000" tIns="46800" rIns="90000" bIns="4680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ja-JP" altLang="en-US" sz="2000" b="1" i="0" u="none" strike="noStrike" cap="none" normalizeH="0" baseline="0">
              <a:ln>
                <a:noFill/>
              </a:ln>
              <a:solidFill>
                <a:schemeClr val="tx1"/>
              </a:solidFill>
              <a:effectLst/>
              <a:latin typeface="BIZ UDPゴシック" panose="020B0400000000000000" pitchFamily="50" charset="-128"/>
              <a:ea typeface="ＭＳ Ｐゴシック" pitchFamily="50" charset="-128"/>
            </a:endParaRPr>
          </a:p>
        </p:txBody>
      </p:sp>
      <p:sp>
        <p:nvSpPr>
          <p:cNvPr id="5" name="スライド番号プレースホルダー 4">
            <a:extLst>
              <a:ext uri="{FF2B5EF4-FFF2-40B4-BE49-F238E27FC236}">
                <a16:creationId xmlns:a16="http://schemas.microsoft.com/office/drawing/2014/main" id="{F00C62EA-46CE-6E45-F9C1-8E001A79E1DB}"/>
              </a:ext>
            </a:extLst>
          </p:cNvPr>
          <p:cNvSpPr>
            <a:spLocks noGrp="1"/>
          </p:cNvSpPr>
          <p:nvPr>
            <p:ph type="sldNum" sz="quarter" idx="10"/>
          </p:nvPr>
        </p:nvSpPr>
        <p:spPr/>
        <p:txBody>
          <a:bodyPr/>
          <a:lstStyle/>
          <a:p>
            <a:fld id="{D2D8002D-B5B0-4BAC-B1F6-782DDCCE6D9C}" type="slidenum">
              <a:rPr lang="ja-JP" altLang="en-US" smtClean="0"/>
              <a:pPr/>
              <a:t>‹#›</a:t>
            </a:fld>
            <a:endParaRPr lang="ja-JP" altLang="en-US"/>
          </a:p>
        </p:txBody>
      </p:sp>
    </p:spTree>
    <p:extLst>
      <p:ext uri="{BB962C8B-B14F-4D97-AF65-F5344CB8AC3E}">
        <p14:creationId xmlns:p14="http://schemas.microsoft.com/office/powerpoint/2010/main" val="120352342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p:cNvSpPr>
            <a:spLocks noGrp="1"/>
          </p:cNvSpPr>
          <p:nvPr>
            <p:ph type="title"/>
          </p:nvPr>
        </p:nvSpPr>
        <p:spPr>
          <a:xfrm>
            <a:off x="898656" y="260648"/>
            <a:ext cx="10957984" cy="648072"/>
          </a:xfrm>
        </p:spPr>
        <p:txBody>
          <a:bodyPr/>
          <a:lstStyle>
            <a:lvl1pPr>
              <a:defRPr sz="3200" b="1">
                <a:latin typeface="BIZ UDPゴシック" panose="020B0400000000000000" pitchFamily="50" charset="-128"/>
                <a:ea typeface="BIZ UDPゴシック" panose="020B0400000000000000" pitchFamily="50" charset="-128"/>
              </a:defRPr>
            </a:lvl1pPr>
          </a:lstStyle>
          <a:p>
            <a:r>
              <a:rPr lang="ja-JP" altLang="en-US" dirty="0"/>
              <a:t>マスター タイトルの書式設定</a:t>
            </a:r>
          </a:p>
        </p:txBody>
      </p:sp>
      <p:sp>
        <p:nvSpPr>
          <p:cNvPr id="3" name="コンテンツ プレースホルダ 2"/>
          <p:cNvSpPr>
            <a:spLocks noGrp="1"/>
          </p:cNvSpPr>
          <p:nvPr>
            <p:ph idx="1"/>
          </p:nvPr>
        </p:nvSpPr>
        <p:spPr>
          <a:xfrm>
            <a:off x="609600" y="980728"/>
            <a:ext cx="10972800" cy="5256584"/>
          </a:xfrm>
          <a:prstGeom prst="rect">
            <a:avLst/>
          </a:prstGeom>
        </p:spPr>
        <p:txBody>
          <a:bodyPr/>
          <a:lstStyle>
            <a:lvl1pPr marL="342900" indent="-342900">
              <a:lnSpc>
                <a:spcPct val="150000"/>
              </a:lnSpc>
              <a:buClr>
                <a:schemeClr val="tx1">
                  <a:lumMod val="75000"/>
                  <a:lumOff val="25000"/>
                </a:schemeClr>
              </a:buClr>
              <a:buSzPct val="100000"/>
              <a:buFont typeface="Wingdings" panose="05000000000000000000" pitchFamily="2" charset="2"/>
              <a:buChar char="n"/>
              <a:defRPr>
                <a:latin typeface="BIZ UDPゴシック" panose="020B0400000000000000" pitchFamily="50" charset="-128"/>
                <a:ea typeface="BIZ UDPゴシック" panose="020B0400000000000000" pitchFamily="50" charset="-128"/>
              </a:defRPr>
            </a:lvl1pPr>
            <a:lvl2pPr marL="669925" indent="-325438">
              <a:lnSpc>
                <a:spcPct val="150000"/>
              </a:lnSpc>
              <a:buClr>
                <a:schemeClr val="tx1">
                  <a:lumMod val="75000"/>
                  <a:lumOff val="25000"/>
                </a:schemeClr>
              </a:buClr>
              <a:buSzPct val="100000"/>
              <a:buFont typeface="Wingdings" panose="05000000000000000000" pitchFamily="2" charset="2"/>
              <a:buChar char="n"/>
              <a:defRPr>
                <a:latin typeface="BIZ UDPゴシック" panose="020B0400000000000000" pitchFamily="50" charset="-128"/>
                <a:ea typeface="BIZ UDPゴシック" panose="020B0400000000000000" pitchFamily="50" charset="-128"/>
              </a:defRPr>
            </a:lvl2pPr>
            <a:lvl3pPr marL="1022350" indent="-350838">
              <a:lnSpc>
                <a:spcPct val="150000"/>
              </a:lnSpc>
              <a:buClr>
                <a:schemeClr val="tx1">
                  <a:lumMod val="75000"/>
                  <a:lumOff val="25000"/>
                </a:schemeClr>
              </a:buClr>
              <a:buSzPct val="100000"/>
              <a:buFont typeface="Wingdings" panose="05000000000000000000" pitchFamily="2" charset="2"/>
              <a:buChar char="n"/>
              <a:defRPr>
                <a:latin typeface="BIZ UDPゴシック" panose="020B0400000000000000" pitchFamily="50" charset="-128"/>
                <a:ea typeface="BIZ UDPゴシック" panose="020B0400000000000000" pitchFamily="50" charset="-128"/>
              </a:defRPr>
            </a:lvl3pPr>
            <a:lvl4pPr marL="1339850" indent="-315913">
              <a:lnSpc>
                <a:spcPct val="150000"/>
              </a:lnSpc>
              <a:buClr>
                <a:schemeClr val="tx1">
                  <a:lumMod val="75000"/>
                  <a:lumOff val="25000"/>
                </a:schemeClr>
              </a:buClr>
              <a:buSzPct val="100000"/>
              <a:buFont typeface="Wingdings" panose="05000000000000000000" pitchFamily="2" charset="2"/>
              <a:buChar char="n"/>
              <a:defRPr>
                <a:latin typeface="BIZ UDPゴシック" panose="020B0400000000000000" pitchFamily="50" charset="-128"/>
                <a:ea typeface="BIZ UDPゴシック" panose="020B0400000000000000" pitchFamily="50" charset="-128"/>
              </a:defRPr>
            </a:lvl4pPr>
            <a:lvl5pPr marL="1681163" indent="-339725">
              <a:lnSpc>
                <a:spcPct val="150000"/>
              </a:lnSpc>
              <a:buClr>
                <a:schemeClr val="tx1">
                  <a:lumMod val="75000"/>
                  <a:lumOff val="25000"/>
                </a:schemeClr>
              </a:buClr>
              <a:buSzPct val="100000"/>
              <a:buFont typeface="Wingdings" panose="05000000000000000000" pitchFamily="2" charset="2"/>
              <a:buChar char="n"/>
              <a:defRPr>
                <a:latin typeface="BIZ UDPゴシック" panose="020B0400000000000000" pitchFamily="50" charset="-128"/>
                <a:ea typeface="BIZ UDPゴシック" panose="020B0400000000000000" pitchFamily="50" charset="-128"/>
              </a:defRPr>
            </a:lvl5pPr>
          </a:lstStyle>
          <a:p>
            <a:pPr lvl="0"/>
            <a:r>
              <a:rPr lang="ja-JP" altLang="en-US" dirty="0"/>
              <a:t>マスター テキストの書式設定</a:t>
            </a:r>
          </a:p>
          <a:p>
            <a:pPr lvl="1"/>
            <a:r>
              <a:rPr lang="ja-JP" altLang="en-US" dirty="0"/>
              <a:t>第 </a:t>
            </a:r>
            <a:r>
              <a:rPr lang="en-US" altLang="ja-JP" dirty="0"/>
              <a:t>2 </a:t>
            </a:r>
            <a:r>
              <a:rPr lang="ja-JP" altLang="en-US" dirty="0"/>
              <a:t>レベル</a:t>
            </a:r>
          </a:p>
          <a:p>
            <a:pPr lvl="2"/>
            <a:r>
              <a:rPr lang="ja-JP" altLang="en-US" dirty="0"/>
              <a:t>第 </a:t>
            </a:r>
            <a:r>
              <a:rPr lang="en-US" altLang="ja-JP" dirty="0"/>
              <a:t>3 </a:t>
            </a:r>
            <a:r>
              <a:rPr lang="ja-JP" altLang="en-US" dirty="0"/>
              <a:t>レベル</a:t>
            </a:r>
          </a:p>
          <a:p>
            <a:pPr lvl="3"/>
            <a:r>
              <a:rPr lang="ja-JP" altLang="en-US" dirty="0"/>
              <a:t>第 </a:t>
            </a:r>
            <a:r>
              <a:rPr lang="en-US" altLang="ja-JP" dirty="0"/>
              <a:t>4 </a:t>
            </a:r>
            <a:r>
              <a:rPr lang="ja-JP" altLang="en-US" dirty="0"/>
              <a:t>レベル</a:t>
            </a:r>
          </a:p>
          <a:p>
            <a:pPr lvl="4"/>
            <a:r>
              <a:rPr lang="ja-JP" altLang="en-US" dirty="0"/>
              <a:t>第 </a:t>
            </a:r>
            <a:r>
              <a:rPr lang="en-US" altLang="ja-JP" dirty="0"/>
              <a:t>5 </a:t>
            </a:r>
            <a:r>
              <a:rPr lang="ja-JP" altLang="en-US" dirty="0"/>
              <a:t>レベル</a:t>
            </a:r>
          </a:p>
        </p:txBody>
      </p:sp>
      <p:cxnSp>
        <p:nvCxnSpPr>
          <p:cNvPr id="7" name="直線コネクタ 6">
            <a:extLst>
              <a:ext uri="{FF2B5EF4-FFF2-40B4-BE49-F238E27FC236}">
                <a16:creationId xmlns:a16="http://schemas.microsoft.com/office/drawing/2014/main" id="{F7DC264F-9A8B-8BC9-4FFA-4238A27ED534}"/>
              </a:ext>
            </a:extLst>
          </p:cNvPr>
          <p:cNvCxnSpPr>
            <a:cxnSpLocks/>
          </p:cNvCxnSpPr>
          <p:nvPr userDrawn="1"/>
        </p:nvCxnSpPr>
        <p:spPr bwMode="auto">
          <a:xfrm>
            <a:off x="554182" y="953621"/>
            <a:ext cx="11083636" cy="0"/>
          </a:xfrm>
          <a:prstGeom prst="line">
            <a:avLst/>
          </a:prstGeom>
          <a:solidFill>
            <a:srgbClr val="CCFFFF"/>
          </a:solidFill>
          <a:ln w="28575" cap="flat" cmpd="sng" algn="ctr">
            <a:solidFill>
              <a:srgbClr val="00CC66"/>
            </a:solidFill>
            <a:prstDash val="solid"/>
            <a:round/>
            <a:headEnd type="none" w="med" len="med"/>
            <a:tailEnd type="none" w="med" len="med"/>
          </a:ln>
          <a:effectLst/>
        </p:spPr>
      </p:cxnSp>
      <p:sp>
        <p:nvSpPr>
          <p:cNvPr id="8" name="Rectangle 6">
            <a:extLst>
              <a:ext uri="{FF2B5EF4-FFF2-40B4-BE49-F238E27FC236}">
                <a16:creationId xmlns:a16="http://schemas.microsoft.com/office/drawing/2014/main" id="{6BB55BAD-460C-3254-9DE7-B95DC62378A8}"/>
              </a:ext>
            </a:extLst>
          </p:cNvPr>
          <p:cNvSpPr>
            <a:spLocks noGrp="1" noChangeArrowheads="1"/>
          </p:cNvSpPr>
          <p:nvPr>
            <p:ph type="sldNum" sz="quarter" idx="12"/>
          </p:nvPr>
        </p:nvSpPr>
        <p:spPr>
          <a:xfrm>
            <a:off x="10704511" y="6381328"/>
            <a:ext cx="1500651" cy="457200"/>
          </a:xfrm>
          <a:prstGeom prst="rect">
            <a:avLst/>
          </a:prstGeom>
        </p:spPr>
        <p:txBody>
          <a:bodyPr/>
          <a:lstStyle>
            <a:lvl1pPr algn="r">
              <a:defRPr>
                <a:latin typeface="BIZ UDPゴシック" panose="020B0400000000000000" pitchFamily="50" charset="-128"/>
                <a:ea typeface="BIZ UDPゴシック" panose="020B0400000000000000" pitchFamily="50" charset="-128"/>
              </a:defRPr>
            </a:lvl1pPr>
          </a:lstStyle>
          <a:p>
            <a:fld id="{D2D8002D-B5B0-4BAC-B1F6-782DDCCE6D9C}" type="slidenum">
              <a:rPr lang="ja-JP" altLang="en-US" smtClean="0"/>
              <a:pPr/>
              <a:t>‹#›</a:t>
            </a:fld>
            <a:endParaRPr lang="ja-JP" altLang="en-US"/>
          </a:p>
        </p:txBody>
      </p:sp>
      <p:sp>
        <p:nvSpPr>
          <p:cNvPr id="6" name="フッター プレースホルダー 2">
            <a:extLst>
              <a:ext uri="{FF2B5EF4-FFF2-40B4-BE49-F238E27FC236}">
                <a16:creationId xmlns:a16="http://schemas.microsoft.com/office/drawing/2014/main" id="{14102FAC-1D8D-98FF-0E86-05B23E382AF4}"/>
              </a:ext>
            </a:extLst>
          </p:cNvPr>
          <p:cNvSpPr>
            <a:spLocks noGrp="1"/>
          </p:cNvSpPr>
          <p:nvPr>
            <p:ph type="ftr" sz="quarter" idx="3"/>
          </p:nvPr>
        </p:nvSpPr>
        <p:spPr>
          <a:xfrm>
            <a:off x="191344" y="6478165"/>
            <a:ext cx="5544616" cy="365125"/>
          </a:xfrm>
          <a:prstGeom prst="rect">
            <a:avLst/>
          </a:prstGeom>
        </p:spPr>
        <p:txBody>
          <a:bodyPr vert="horz" lIns="91440" tIns="45720" rIns="91440" bIns="45720" rtlCol="0" anchor="ctr"/>
          <a:lstStyle>
            <a:lvl1pPr algn="l">
              <a:defRPr sz="1200">
                <a:solidFill>
                  <a:schemeClr val="tx1"/>
                </a:solidFill>
                <a:latin typeface="BIZ UDPゴシック" panose="020B0400000000000000" pitchFamily="50" charset="-128"/>
                <a:ea typeface="BIZ UDPゴシック" panose="020B0400000000000000" pitchFamily="50" charset="-128"/>
              </a:defRPr>
            </a:lvl1pPr>
          </a:lstStyle>
          <a:p>
            <a:r>
              <a:rPr lang="en-US" altLang="ja-JP"/>
              <a:t>Copyright 2025 </a:t>
            </a:r>
            <a:r>
              <a:rPr lang="ja-JP" altLang="en-US"/>
              <a:t>アイデアクラフト </a:t>
            </a:r>
            <a:r>
              <a:rPr lang="en-US" altLang="ja-JP"/>
              <a:t>Kaimai Mizuhiro</a:t>
            </a:r>
            <a:endParaRPr lang="ja-JP" altLang="en-US"/>
          </a:p>
        </p:txBody>
      </p:sp>
    </p:spTree>
    <p:extLst>
      <p:ext uri="{BB962C8B-B14F-4D97-AF65-F5344CB8AC3E}">
        <p14:creationId xmlns:p14="http://schemas.microsoft.com/office/powerpoint/2010/main" val="335756428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lvl1pPr>
              <a:defRPr>
                <a:latin typeface="BIZ UDPゴシック" panose="020B0400000000000000" pitchFamily="50" charset="-128"/>
                <a:ea typeface="BIZ UDPゴシック" panose="020B0400000000000000" pitchFamily="50" charset="-128"/>
              </a:defRPr>
            </a:lvl1pPr>
          </a:lstStyle>
          <a:p>
            <a:r>
              <a:rPr lang="ja-JP" altLang="en-US" dirty="0"/>
              <a:t>マスター タイトルの書式設定</a:t>
            </a:r>
          </a:p>
        </p:txBody>
      </p:sp>
      <p:cxnSp>
        <p:nvCxnSpPr>
          <p:cNvPr id="5" name="直線コネクタ 4">
            <a:extLst>
              <a:ext uri="{FF2B5EF4-FFF2-40B4-BE49-F238E27FC236}">
                <a16:creationId xmlns:a16="http://schemas.microsoft.com/office/drawing/2014/main" id="{0DDA252F-B76B-2A98-8A15-68FEF4A206CF}"/>
              </a:ext>
            </a:extLst>
          </p:cNvPr>
          <p:cNvCxnSpPr>
            <a:cxnSpLocks/>
          </p:cNvCxnSpPr>
          <p:nvPr userDrawn="1"/>
        </p:nvCxnSpPr>
        <p:spPr bwMode="auto">
          <a:xfrm>
            <a:off x="554182" y="953621"/>
            <a:ext cx="11083636" cy="0"/>
          </a:xfrm>
          <a:prstGeom prst="line">
            <a:avLst/>
          </a:prstGeom>
          <a:solidFill>
            <a:srgbClr val="CCFFFF"/>
          </a:solidFill>
          <a:ln w="28575" cap="flat" cmpd="sng" algn="ctr">
            <a:solidFill>
              <a:srgbClr val="00CC66"/>
            </a:solidFill>
            <a:prstDash val="solid"/>
            <a:round/>
            <a:headEnd type="none" w="med" len="med"/>
            <a:tailEnd type="none" w="med" len="med"/>
          </a:ln>
          <a:effectLst/>
        </p:spPr>
      </p:cxnSp>
      <p:sp>
        <p:nvSpPr>
          <p:cNvPr id="8" name="Rectangle 6">
            <a:extLst>
              <a:ext uri="{FF2B5EF4-FFF2-40B4-BE49-F238E27FC236}">
                <a16:creationId xmlns:a16="http://schemas.microsoft.com/office/drawing/2014/main" id="{27F33519-DE7B-1578-63B1-C7F9384DEEE9}"/>
              </a:ext>
            </a:extLst>
          </p:cNvPr>
          <p:cNvSpPr>
            <a:spLocks noGrp="1" noChangeArrowheads="1"/>
          </p:cNvSpPr>
          <p:nvPr>
            <p:ph type="sldNum" sz="quarter" idx="12"/>
          </p:nvPr>
        </p:nvSpPr>
        <p:spPr>
          <a:xfrm>
            <a:off x="10704511" y="6381328"/>
            <a:ext cx="1500651" cy="457200"/>
          </a:xfrm>
          <a:prstGeom prst="rect">
            <a:avLst/>
          </a:prstGeom>
        </p:spPr>
        <p:txBody>
          <a:bodyPr/>
          <a:lstStyle>
            <a:lvl1pPr algn="r">
              <a:defRPr>
                <a:latin typeface="BIZ UDPゴシック" panose="020B0400000000000000" pitchFamily="50" charset="-128"/>
                <a:ea typeface="BIZ UDPゴシック" panose="020B0400000000000000" pitchFamily="50" charset="-128"/>
              </a:defRPr>
            </a:lvl1pPr>
          </a:lstStyle>
          <a:p>
            <a:fld id="{D2D8002D-B5B0-4BAC-B1F6-782DDCCE6D9C}" type="slidenum">
              <a:rPr lang="ja-JP" altLang="en-US" smtClean="0"/>
              <a:pPr/>
              <a:t>‹#›</a:t>
            </a:fld>
            <a:endParaRPr lang="ja-JP" altLang="en-US"/>
          </a:p>
        </p:txBody>
      </p:sp>
      <p:sp>
        <p:nvSpPr>
          <p:cNvPr id="6" name="フッター プレースホルダー 2">
            <a:extLst>
              <a:ext uri="{FF2B5EF4-FFF2-40B4-BE49-F238E27FC236}">
                <a16:creationId xmlns:a16="http://schemas.microsoft.com/office/drawing/2014/main" id="{368A006B-8EC8-B39A-B6FA-0EE75EB75FA5}"/>
              </a:ext>
            </a:extLst>
          </p:cNvPr>
          <p:cNvSpPr>
            <a:spLocks noGrp="1"/>
          </p:cNvSpPr>
          <p:nvPr>
            <p:ph type="ftr" sz="quarter" idx="3"/>
          </p:nvPr>
        </p:nvSpPr>
        <p:spPr>
          <a:xfrm>
            <a:off x="191344" y="6478165"/>
            <a:ext cx="5544616" cy="365125"/>
          </a:xfrm>
          <a:prstGeom prst="rect">
            <a:avLst/>
          </a:prstGeom>
        </p:spPr>
        <p:txBody>
          <a:bodyPr vert="horz" lIns="91440" tIns="45720" rIns="91440" bIns="45720" rtlCol="0" anchor="ctr"/>
          <a:lstStyle>
            <a:lvl1pPr algn="l">
              <a:defRPr sz="1200">
                <a:solidFill>
                  <a:schemeClr val="tx1"/>
                </a:solidFill>
                <a:latin typeface="BIZ UDPゴシック" panose="020B0400000000000000" pitchFamily="50" charset="-128"/>
                <a:ea typeface="BIZ UDPゴシック" panose="020B0400000000000000" pitchFamily="50" charset="-128"/>
              </a:defRPr>
            </a:lvl1pPr>
          </a:lstStyle>
          <a:p>
            <a:r>
              <a:rPr lang="en-US" altLang="ja-JP"/>
              <a:t>Copyright 2025 </a:t>
            </a:r>
            <a:r>
              <a:rPr lang="ja-JP" altLang="en-US"/>
              <a:t>アイデアクラフト </a:t>
            </a:r>
            <a:r>
              <a:rPr lang="en-US" altLang="ja-JP"/>
              <a:t>Kaimai Mizuhiro</a:t>
            </a:r>
            <a:endParaRPr lang="ja-JP" altLang="en-US"/>
          </a:p>
        </p:txBody>
      </p:sp>
    </p:spTree>
    <p:extLst>
      <p:ext uri="{BB962C8B-B14F-4D97-AF65-F5344CB8AC3E}">
        <p14:creationId xmlns:p14="http://schemas.microsoft.com/office/powerpoint/2010/main" val="25098091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6" name="Rectangle 6">
            <a:extLst>
              <a:ext uri="{FF2B5EF4-FFF2-40B4-BE49-F238E27FC236}">
                <a16:creationId xmlns:a16="http://schemas.microsoft.com/office/drawing/2014/main" id="{79E8B39C-04D2-1AF7-9927-F5F6D4CA6FEA}"/>
              </a:ext>
            </a:extLst>
          </p:cNvPr>
          <p:cNvSpPr>
            <a:spLocks noGrp="1" noChangeArrowheads="1"/>
          </p:cNvSpPr>
          <p:nvPr>
            <p:ph type="sldNum" sz="quarter" idx="12"/>
          </p:nvPr>
        </p:nvSpPr>
        <p:spPr>
          <a:xfrm>
            <a:off x="10704511" y="6381328"/>
            <a:ext cx="1500651" cy="457200"/>
          </a:xfrm>
          <a:prstGeom prst="rect">
            <a:avLst/>
          </a:prstGeom>
        </p:spPr>
        <p:txBody>
          <a:bodyPr/>
          <a:lstStyle>
            <a:lvl1pPr algn="r">
              <a:defRPr>
                <a:latin typeface="BIZ UDPゴシック" panose="020B0400000000000000" pitchFamily="50" charset="-128"/>
                <a:ea typeface="BIZ UDPゴシック" panose="020B0400000000000000" pitchFamily="50" charset="-128"/>
              </a:defRPr>
            </a:lvl1pPr>
          </a:lstStyle>
          <a:p>
            <a:fld id="{D2D8002D-B5B0-4BAC-B1F6-782DDCCE6D9C}" type="slidenum">
              <a:rPr lang="ja-JP" altLang="en-US" smtClean="0"/>
              <a:pPr/>
              <a:t>‹#›</a:t>
            </a:fld>
            <a:endParaRPr lang="ja-JP" altLang="en-US"/>
          </a:p>
        </p:txBody>
      </p:sp>
      <p:sp>
        <p:nvSpPr>
          <p:cNvPr id="3" name="フッター プレースホルダー 2">
            <a:extLst>
              <a:ext uri="{FF2B5EF4-FFF2-40B4-BE49-F238E27FC236}">
                <a16:creationId xmlns:a16="http://schemas.microsoft.com/office/drawing/2014/main" id="{0E031350-F277-E392-9EEE-34255C7F5C09}"/>
              </a:ext>
            </a:extLst>
          </p:cNvPr>
          <p:cNvSpPr>
            <a:spLocks noGrp="1"/>
          </p:cNvSpPr>
          <p:nvPr>
            <p:ph type="ftr" sz="quarter" idx="3"/>
          </p:nvPr>
        </p:nvSpPr>
        <p:spPr>
          <a:xfrm>
            <a:off x="191344" y="6478165"/>
            <a:ext cx="5544616" cy="365125"/>
          </a:xfrm>
          <a:prstGeom prst="rect">
            <a:avLst/>
          </a:prstGeom>
        </p:spPr>
        <p:txBody>
          <a:bodyPr vert="horz" lIns="91440" tIns="45720" rIns="91440" bIns="45720" rtlCol="0" anchor="ctr"/>
          <a:lstStyle>
            <a:lvl1pPr algn="l">
              <a:defRPr sz="1200">
                <a:solidFill>
                  <a:schemeClr val="tx1"/>
                </a:solidFill>
                <a:latin typeface="BIZ UDPゴシック" panose="020B0400000000000000" pitchFamily="50" charset="-128"/>
                <a:ea typeface="BIZ UDPゴシック" panose="020B0400000000000000" pitchFamily="50" charset="-128"/>
              </a:defRPr>
            </a:lvl1pPr>
          </a:lstStyle>
          <a:p>
            <a:r>
              <a:rPr lang="en-US" altLang="ja-JP"/>
              <a:t>Copyright 2025 </a:t>
            </a:r>
            <a:r>
              <a:rPr lang="ja-JP" altLang="en-US"/>
              <a:t>アイデアクラフト </a:t>
            </a:r>
            <a:r>
              <a:rPr lang="en-US" altLang="ja-JP"/>
              <a:t>Kaimai Mizuhiro</a:t>
            </a:r>
            <a:endParaRPr lang="ja-JP" altLang="en-US"/>
          </a:p>
        </p:txBody>
      </p:sp>
    </p:spTree>
    <p:extLst>
      <p:ext uri="{BB962C8B-B14F-4D97-AF65-F5344CB8AC3E}">
        <p14:creationId xmlns:p14="http://schemas.microsoft.com/office/powerpoint/2010/main" val="390834373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コンテンツ">
    <p:spTree>
      <p:nvGrpSpPr>
        <p:cNvPr id="1" name=""/>
        <p:cNvGrpSpPr/>
        <p:nvPr/>
      </p:nvGrpSpPr>
      <p:grpSpPr>
        <a:xfrm>
          <a:off x="0" y="0"/>
          <a:ext cx="0" cy="0"/>
          <a:chOff x="0" y="0"/>
          <a:chExt cx="0" cy="0"/>
        </a:xfrm>
      </p:grpSpPr>
      <p:sp>
        <p:nvSpPr>
          <p:cNvPr id="2" name="コンテンツ プレースホルダ 1"/>
          <p:cNvSpPr>
            <a:spLocks noGrp="1"/>
          </p:cNvSpPr>
          <p:nvPr>
            <p:ph/>
          </p:nvPr>
        </p:nvSpPr>
        <p:spPr>
          <a:xfrm>
            <a:off x="609600" y="277813"/>
            <a:ext cx="10972800" cy="5853112"/>
          </a:xfrm>
          <a:prstGeom prst="rect">
            <a:avLst/>
          </a:prstGeom>
        </p:spPr>
        <p:txBody>
          <a:bodyPr/>
          <a:lstStyle>
            <a:lvl1pPr>
              <a:defRPr>
                <a:latin typeface="BIZ UDPゴシック" panose="020B0400000000000000" pitchFamily="50" charset="-128"/>
                <a:ea typeface="BIZ UDPゴシック" panose="020B0400000000000000" pitchFamily="50" charset="-128"/>
              </a:defRPr>
            </a:lvl1pPr>
            <a:lvl2pPr>
              <a:defRPr>
                <a:latin typeface="BIZ UDPゴシック" panose="020B0400000000000000" pitchFamily="50" charset="-128"/>
                <a:ea typeface="BIZ UDPゴシック" panose="020B0400000000000000" pitchFamily="50" charset="-128"/>
              </a:defRPr>
            </a:lvl2pPr>
            <a:lvl3pPr>
              <a:defRPr>
                <a:latin typeface="BIZ UDPゴシック" panose="020B0400000000000000" pitchFamily="50" charset="-128"/>
                <a:ea typeface="BIZ UDPゴシック" panose="020B0400000000000000" pitchFamily="50" charset="-128"/>
              </a:defRPr>
            </a:lvl3pPr>
            <a:lvl4pPr>
              <a:defRPr>
                <a:latin typeface="BIZ UDPゴシック" panose="020B0400000000000000" pitchFamily="50" charset="-128"/>
                <a:ea typeface="BIZ UDPゴシック" panose="020B0400000000000000" pitchFamily="50" charset="-128"/>
              </a:defRPr>
            </a:lvl4pPr>
            <a:lvl5pPr>
              <a:defRPr>
                <a:latin typeface="BIZ UDPゴシック" panose="020B0400000000000000" pitchFamily="50" charset="-128"/>
                <a:ea typeface="BIZ UDPゴシック" panose="020B0400000000000000" pitchFamily="50" charset="-128"/>
              </a:defRPr>
            </a:lvl5pPr>
          </a:lstStyle>
          <a:p>
            <a:pPr lvl="0"/>
            <a:r>
              <a:rPr lang="ja-JP" altLang="en-US" dirty="0"/>
              <a:t>マスター テキストの書式設定</a:t>
            </a:r>
          </a:p>
          <a:p>
            <a:pPr lvl="1"/>
            <a:r>
              <a:rPr lang="ja-JP" altLang="en-US" dirty="0"/>
              <a:t>第 </a:t>
            </a:r>
            <a:r>
              <a:rPr lang="en-US" altLang="ja-JP" dirty="0"/>
              <a:t>2 </a:t>
            </a:r>
            <a:r>
              <a:rPr lang="ja-JP" altLang="en-US" dirty="0"/>
              <a:t>レベル</a:t>
            </a:r>
          </a:p>
          <a:p>
            <a:pPr lvl="2"/>
            <a:r>
              <a:rPr lang="ja-JP" altLang="en-US" dirty="0"/>
              <a:t>第 </a:t>
            </a:r>
            <a:r>
              <a:rPr lang="en-US" altLang="ja-JP" dirty="0"/>
              <a:t>3 </a:t>
            </a:r>
            <a:r>
              <a:rPr lang="ja-JP" altLang="en-US" dirty="0"/>
              <a:t>レベル</a:t>
            </a:r>
          </a:p>
          <a:p>
            <a:pPr lvl="3"/>
            <a:r>
              <a:rPr lang="ja-JP" altLang="en-US" dirty="0"/>
              <a:t>第 </a:t>
            </a:r>
            <a:r>
              <a:rPr lang="en-US" altLang="ja-JP" dirty="0"/>
              <a:t>4 </a:t>
            </a:r>
            <a:r>
              <a:rPr lang="ja-JP" altLang="en-US" dirty="0"/>
              <a:t>レベル</a:t>
            </a:r>
          </a:p>
          <a:p>
            <a:pPr lvl="4"/>
            <a:r>
              <a:rPr lang="ja-JP" altLang="en-US" dirty="0"/>
              <a:t>第 </a:t>
            </a:r>
            <a:r>
              <a:rPr lang="en-US" altLang="ja-JP" dirty="0"/>
              <a:t>5 </a:t>
            </a:r>
            <a:r>
              <a:rPr lang="ja-JP" altLang="en-US" dirty="0"/>
              <a:t>レベル</a:t>
            </a:r>
          </a:p>
        </p:txBody>
      </p:sp>
      <p:sp>
        <p:nvSpPr>
          <p:cNvPr id="6" name="Rectangle 6">
            <a:extLst>
              <a:ext uri="{FF2B5EF4-FFF2-40B4-BE49-F238E27FC236}">
                <a16:creationId xmlns:a16="http://schemas.microsoft.com/office/drawing/2014/main" id="{101701D8-2655-4364-A1CC-F63E88A9B833}"/>
              </a:ext>
            </a:extLst>
          </p:cNvPr>
          <p:cNvSpPr>
            <a:spLocks noGrp="1" noChangeArrowheads="1"/>
          </p:cNvSpPr>
          <p:nvPr>
            <p:ph type="sldNum" sz="quarter" idx="12"/>
          </p:nvPr>
        </p:nvSpPr>
        <p:spPr>
          <a:xfrm>
            <a:off x="10704511" y="6381328"/>
            <a:ext cx="1500651" cy="457200"/>
          </a:xfrm>
          <a:prstGeom prst="rect">
            <a:avLst/>
          </a:prstGeom>
        </p:spPr>
        <p:txBody>
          <a:bodyPr/>
          <a:lstStyle>
            <a:lvl1pPr algn="r">
              <a:defRPr>
                <a:latin typeface="BIZ UDPゴシック" panose="020B0400000000000000" pitchFamily="50" charset="-128"/>
                <a:ea typeface="BIZ UDPゴシック" panose="020B0400000000000000" pitchFamily="50" charset="-128"/>
              </a:defRPr>
            </a:lvl1pPr>
          </a:lstStyle>
          <a:p>
            <a:fld id="{D2D8002D-B5B0-4BAC-B1F6-782DDCCE6D9C}" type="slidenum">
              <a:rPr lang="ja-JP" altLang="en-US" smtClean="0"/>
              <a:pPr/>
              <a:t>‹#›</a:t>
            </a:fld>
            <a:endParaRPr lang="ja-JP" altLang="en-US"/>
          </a:p>
        </p:txBody>
      </p:sp>
      <p:sp>
        <p:nvSpPr>
          <p:cNvPr id="4" name="フッター プレースホルダー 2">
            <a:extLst>
              <a:ext uri="{FF2B5EF4-FFF2-40B4-BE49-F238E27FC236}">
                <a16:creationId xmlns:a16="http://schemas.microsoft.com/office/drawing/2014/main" id="{00549907-4137-254B-ABA0-204DDF792283}"/>
              </a:ext>
            </a:extLst>
          </p:cNvPr>
          <p:cNvSpPr>
            <a:spLocks noGrp="1"/>
          </p:cNvSpPr>
          <p:nvPr>
            <p:ph type="ftr" sz="quarter" idx="3"/>
          </p:nvPr>
        </p:nvSpPr>
        <p:spPr>
          <a:xfrm>
            <a:off x="191344" y="6478165"/>
            <a:ext cx="5544616" cy="365125"/>
          </a:xfrm>
          <a:prstGeom prst="rect">
            <a:avLst/>
          </a:prstGeom>
        </p:spPr>
        <p:txBody>
          <a:bodyPr vert="horz" lIns="91440" tIns="45720" rIns="91440" bIns="45720" rtlCol="0" anchor="ctr"/>
          <a:lstStyle>
            <a:lvl1pPr algn="l">
              <a:defRPr sz="1200">
                <a:solidFill>
                  <a:schemeClr val="tx1"/>
                </a:solidFill>
                <a:latin typeface="BIZ UDPゴシック" panose="020B0400000000000000" pitchFamily="50" charset="-128"/>
                <a:ea typeface="BIZ UDPゴシック" panose="020B0400000000000000" pitchFamily="50" charset="-128"/>
              </a:defRPr>
            </a:lvl1pPr>
          </a:lstStyle>
          <a:p>
            <a:r>
              <a:rPr lang="en-US" altLang="ja-JP"/>
              <a:t>Copyright 2025 </a:t>
            </a:r>
            <a:r>
              <a:rPr lang="ja-JP" altLang="en-US"/>
              <a:t>アイデアクラフト </a:t>
            </a:r>
            <a:r>
              <a:rPr lang="en-US" altLang="ja-JP"/>
              <a:t>Kaimai Mizuhiro</a:t>
            </a:r>
            <a:endParaRPr lang="ja-JP" altLang="en-US"/>
          </a:p>
        </p:txBody>
      </p:sp>
    </p:spTree>
    <p:extLst>
      <p:ext uri="{BB962C8B-B14F-4D97-AF65-F5344CB8AC3E}">
        <p14:creationId xmlns:p14="http://schemas.microsoft.com/office/powerpoint/2010/main" val="1795469193"/>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898656" y="260648"/>
            <a:ext cx="10957984" cy="5013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ja-JP" dirty="0" err="1"/>
              <a:t>マスタ</a:t>
            </a:r>
            <a:r>
              <a:rPr lang="en-US" altLang="ja-JP" dirty="0"/>
              <a:t> </a:t>
            </a:r>
            <a:r>
              <a:rPr lang="en-US" altLang="ja-JP" dirty="0" err="1"/>
              <a:t>タイトルの書式設定</a:t>
            </a:r>
            <a:endParaRPr lang="en-US" altLang="ja-JP" dirty="0"/>
          </a:p>
        </p:txBody>
      </p:sp>
      <p:sp>
        <p:nvSpPr>
          <p:cNvPr id="2" name="Rectangle 6">
            <a:extLst>
              <a:ext uri="{FF2B5EF4-FFF2-40B4-BE49-F238E27FC236}">
                <a16:creationId xmlns:a16="http://schemas.microsoft.com/office/drawing/2014/main" id="{91A1ECCD-F85D-D247-549B-2E41B84C18AE}"/>
              </a:ext>
            </a:extLst>
          </p:cNvPr>
          <p:cNvSpPr>
            <a:spLocks noGrp="1" noChangeArrowheads="1"/>
          </p:cNvSpPr>
          <p:nvPr>
            <p:ph type="sldNum" sz="quarter" idx="4"/>
          </p:nvPr>
        </p:nvSpPr>
        <p:spPr>
          <a:xfrm>
            <a:off x="10704511" y="6381328"/>
            <a:ext cx="1500651" cy="457200"/>
          </a:xfrm>
          <a:prstGeom prst="rect">
            <a:avLst/>
          </a:prstGeom>
        </p:spPr>
        <p:txBody>
          <a:bodyPr/>
          <a:lstStyle>
            <a:lvl1pPr algn="r">
              <a:defRPr>
                <a:latin typeface="BIZ UDPゴシック" panose="020B0400000000000000" pitchFamily="50" charset="-128"/>
                <a:ea typeface="BIZ UDPゴシック" panose="020B0400000000000000" pitchFamily="50" charset="-128"/>
              </a:defRPr>
            </a:lvl1pPr>
          </a:lstStyle>
          <a:p>
            <a:fld id="{D2D8002D-B5B0-4BAC-B1F6-782DDCCE6D9C}" type="slidenum">
              <a:rPr lang="ja-JP" altLang="en-US" smtClean="0"/>
              <a:pPr/>
              <a:t>‹#›</a:t>
            </a:fld>
            <a:endParaRPr lang="ja-JP" altLang="en-US"/>
          </a:p>
        </p:txBody>
      </p:sp>
      <p:sp>
        <p:nvSpPr>
          <p:cNvPr id="3" name="フッター プレースホルダー 2">
            <a:extLst>
              <a:ext uri="{FF2B5EF4-FFF2-40B4-BE49-F238E27FC236}">
                <a16:creationId xmlns:a16="http://schemas.microsoft.com/office/drawing/2014/main" id="{326FBE41-6A51-4D78-3BE1-6E095FFE1BDE}"/>
              </a:ext>
            </a:extLst>
          </p:cNvPr>
          <p:cNvSpPr>
            <a:spLocks noGrp="1"/>
          </p:cNvSpPr>
          <p:nvPr>
            <p:ph type="ftr" sz="quarter" idx="3"/>
          </p:nvPr>
        </p:nvSpPr>
        <p:spPr>
          <a:xfrm>
            <a:off x="191344" y="6478165"/>
            <a:ext cx="5544616" cy="365125"/>
          </a:xfrm>
          <a:prstGeom prst="rect">
            <a:avLst/>
          </a:prstGeom>
        </p:spPr>
        <p:txBody>
          <a:bodyPr vert="horz" lIns="91440" tIns="45720" rIns="91440" bIns="45720" rtlCol="0" anchor="ctr"/>
          <a:lstStyle>
            <a:lvl1pPr algn="l">
              <a:defRPr sz="1200">
                <a:solidFill>
                  <a:schemeClr val="tx1"/>
                </a:solidFill>
                <a:latin typeface="BIZ UDPゴシック" panose="020B0400000000000000" pitchFamily="50" charset="-128"/>
                <a:ea typeface="BIZ UDPゴシック" panose="020B0400000000000000" pitchFamily="50" charset="-128"/>
              </a:defRPr>
            </a:lvl1pPr>
          </a:lstStyle>
          <a:p>
            <a:r>
              <a:rPr lang="en-US" altLang="ja-JP"/>
              <a:t>Copyright 2025 </a:t>
            </a:r>
            <a:r>
              <a:rPr lang="ja-JP" altLang="en-US"/>
              <a:t>アイデアクラフト </a:t>
            </a:r>
            <a:r>
              <a:rPr lang="en-US" altLang="ja-JP"/>
              <a:t>Kaimai Mizuhiro</a:t>
            </a:r>
            <a:endParaRPr lang="ja-JP" altLang="en-US"/>
          </a:p>
        </p:txBody>
      </p:sp>
    </p:spTree>
    <p:extLst>
      <p:ext uri="{BB962C8B-B14F-4D97-AF65-F5344CB8AC3E}">
        <p14:creationId xmlns:p14="http://schemas.microsoft.com/office/powerpoint/2010/main" val="115532694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4" r:id="rId3"/>
    <p:sldLayoutId id="2147483666" r:id="rId4"/>
    <p:sldLayoutId id="2147483667" r:id="rId5"/>
  </p:sldLayoutIdLst>
  <p:hf hdr="0" dt="0"/>
  <p:txStyles>
    <p:titleStyle>
      <a:lvl1pPr algn="l" rtl="0" eaLnBrk="1" fontAlgn="base" hangingPunct="1">
        <a:spcBef>
          <a:spcPct val="0"/>
        </a:spcBef>
        <a:spcAft>
          <a:spcPct val="0"/>
        </a:spcAft>
        <a:defRPr kumimoji="1" sz="2800" b="1">
          <a:solidFill>
            <a:schemeClr val="tx2"/>
          </a:solidFill>
          <a:latin typeface="BIZ UDPゴシック" panose="020B0400000000000000" pitchFamily="50" charset="-128"/>
          <a:ea typeface="BIZ UDPゴシック" panose="020B0400000000000000" pitchFamily="50" charset="-128"/>
          <a:cs typeface="+mj-cs"/>
        </a:defRPr>
      </a:lvl1pPr>
      <a:lvl2pPr algn="l" rtl="0" eaLnBrk="1" fontAlgn="base" hangingPunct="1">
        <a:spcBef>
          <a:spcPct val="0"/>
        </a:spcBef>
        <a:spcAft>
          <a:spcPct val="0"/>
        </a:spcAft>
        <a:defRPr kumimoji="1" sz="3400">
          <a:solidFill>
            <a:schemeClr val="tx2"/>
          </a:solidFill>
          <a:latin typeface="Garamond" pitchFamily="18" charset="0"/>
          <a:ea typeface="ＭＳ Ｐゴシック" pitchFamily="50" charset="-128"/>
        </a:defRPr>
      </a:lvl2pPr>
      <a:lvl3pPr algn="l" rtl="0" eaLnBrk="1" fontAlgn="base" hangingPunct="1">
        <a:spcBef>
          <a:spcPct val="0"/>
        </a:spcBef>
        <a:spcAft>
          <a:spcPct val="0"/>
        </a:spcAft>
        <a:defRPr kumimoji="1" sz="3400">
          <a:solidFill>
            <a:schemeClr val="tx2"/>
          </a:solidFill>
          <a:latin typeface="Garamond" pitchFamily="18" charset="0"/>
          <a:ea typeface="ＭＳ Ｐゴシック" pitchFamily="50" charset="-128"/>
        </a:defRPr>
      </a:lvl3pPr>
      <a:lvl4pPr algn="l" rtl="0" eaLnBrk="1" fontAlgn="base" hangingPunct="1">
        <a:spcBef>
          <a:spcPct val="0"/>
        </a:spcBef>
        <a:spcAft>
          <a:spcPct val="0"/>
        </a:spcAft>
        <a:defRPr kumimoji="1" sz="3400">
          <a:solidFill>
            <a:schemeClr val="tx2"/>
          </a:solidFill>
          <a:latin typeface="Garamond" pitchFamily="18" charset="0"/>
          <a:ea typeface="ＭＳ Ｐゴシック" pitchFamily="50" charset="-128"/>
        </a:defRPr>
      </a:lvl4pPr>
      <a:lvl5pPr algn="l" rtl="0" eaLnBrk="1" fontAlgn="base" hangingPunct="1">
        <a:spcBef>
          <a:spcPct val="0"/>
        </a:spcBef>
        <a:spcAft>
          <a:spcPct val="0"/>
        </a:spcAft>
        <a:defRPr kumimoji="1" sz="3400">
          <a:solidFill>
            <a:schemeClr val="tx2"/>
          </a:solidFill>
          <a:latin typeface="Garamond" pitchFamily="18" charset="0"/>
          <a:ea typeface="ＭＳ Ｐゴシック" pitchFamily="50" charset="-128"/>
        </a:defRPr>
      </a:lvl5pPr>
      <a:lvl6pPr marL="457200" algn="l" rtl="0" eaLnBrk="1" fontAlgn="base" hangingPunct="1">
        <a:spcBef>
          <a:spcPct val="0"/>
        </a:spcBef>
        <a:spcAft>
          <a:spcPct val="0"/>
        </a:spcAft>
        <a:defRPr kumimoji="1" sz="3400">
          <a:solidFill>
            <a:schemeClr val="tx2"/>
          </a:solidFill>
          <a:latin typeface="Garamond" pitchFamily="18" charset="0"/>
          <a:ea typeface="ＭＳ Ｐゴシック" pitchFamily="50" charset="-128"/>
        </a:defRPr>
      </a:lvl6pPr>
      <a:lvl7pPr marL="914400" algn="l" rtl="0" eaLnBrk="1" fontAlgn="base" hangingPunct="1">
        <a:spcBef>
          <a:spcPct val="0"/>
        </a:spcBef>
        <a:spcAft>
          <a:spcPct val="0"/>
        </a:spcAft>
        <a:defRPr kumimoji="1" sz="3400">
          <a:solidFill>
            <a:schemeClr val="tx2"/>
          </a:solidFill>
          <a:latin typeface="Garamond" pitchFamily="18" charset="0"/>
          <a:ea typeface="ＭＳ Ｐゴシック" pitchFamily="50" charset="-128"/>
        </a:defRPr>
      </a:lvl7pPr>
      <a:lvl8pPr marL="1371600" algn="l" rtl="0" eaLnBrk="1" fontAlgn="base" hangingPunct="1">
        <a:spcBef>
          <a:spcPct val="0"/>
        </a:spcBef>
        <a:spcAft>
          <a:spcPct val="0"/>
        </a:spcAft>
        <a:defRPr kumimoji="1" sz="3400">
          <a:solidFill>
            <a:schemeClr val="tx2"/>
          </a:solidFill>
          <a:latin typeface="Garamond" pitchFamily="18" charset="0"/>
          <a:ea typeface="ＭＳ Ｐゴシック" pitchFamily="50" charset="-128"/>
        </a:defRPr>
      </a:lvl8pPr>
      <a:lvl9pPr marL="1828800" algn="l" rtl="0" eaLnBrk="1" fontAlgn="base" hangingPunct="1">
        <a:spcBef>
          <a:spcPct val="0"/>
        </a:spcBef>
        <a:spcAft>
          <a:spcPct val="0"/>
        </a:spcAft>
        <a:defRPr kumimoji="1" sz="3400">
          <a:solidFill>
            <a:schemeClr val="tx2"/>
          </a:solidFill>
          <a:latin typeface="Garamond" pitchFamily="18" charset="0"/>
          <a:ea typeface="ＭＳ Ｐゴシック" pitchFamily="50" charset="-128"/>
        </a:defRPr>
      </a:lvl9pPr>
    </p:titleStyle>
    <p:bodyStyle>
      <a:lvl1pPr marL="342900" indent="-342900" algn="l" rtl="0" eaLnBrk="1" fontAlgn="base" hangingPunct="1">
        <a:lnSpc>
          <a:spcPct val="150000"/>
        </a:lnSpc>
        <a:spcBef>
          <a:spcPct val="20000"/>
        </a:spcBef>
        <a:spcAft>
          <a:spcPct val="0"/>
        </a:spcAft>
        <a:buClr>
          <a:schemeClr val="tx1">
            <a:lumMod val="75000"/>
            <a:lumOff val="25000"/>
          </a:schemeClr>
        </a:buClr>
        <a:buSzPct val="65000"/>
        <a:buFont typeface="Wingdings" panose="05000000000000000000" pitchFamily="2" charset="2"/>
        <a:buChar char="n"/>
        <a:defRPr kumimoji="1" sz="2000" b="1">
          <a:solidFill>
            <a:schemeClr val="tx1"/>
          </a:solidFill>
          <a:latin typeface="FOT-UD丸ゴ_ラージ Pr6 M" panose="02020400000000000000" pitchFamily="18" charset="-128"/>
          <a:ea typeface="FOT-UD丸ゴ_ラージ Pr6 M" panose="02020400000000000000" pitchFamily="18" charset="-128"/>
          <a:cs typeface="+mn-cs"/>
        </a:defRPr>
      </a:lvl1pPr>
      <a:lvl2pPr marL="669925" indent="-325438" algn="l" rtl="0" eaLnBrk="1" fontAlgn="base" hangingPunct="1">
        <a:lnSpc>
          <a:spcPct val="150000"/>
        </a:lnSpc>
        <a:spcBef>
          <a:spcPct val="20000"/>
        </a:spcBef>
        <a:spcAft>
          <a:spcPct val="0"/>
        </a:spcAft>
        <a:buClr>
          <a:schemeClr val="tx1">
            <a:lumMod val="75000"/>
            <a:lumOff val="25000"/>
          </a:schemeClr>
        </a:buClr>
        <a:buSzPct val="60000"/>
        <a:buFont typeface="Wingdings" panose="05000000000000000000" pitchFamily="2" charset="2"/>
        <a:buChar char="n"/>
        <a:defRPr kumimoji="1" sz="1800" b="1">
          <a:solidFill>
            <a:schemeClr val="tx1"/>
          </a:solidFill>
          <a:latin typeface="FOT-UD丸ゴ_ラージ Pr6 M" panose="02020400000000000000" pitchFamily="18" charset="-128"/>
          <a:ea typeface="FOT-UD丸ゴ_ラージ Pr6 M" panose="02020400000000000000" pitchFamily="18" charset="-128"/>
        </a:defRPr>
      </a:lvl2pPr>
      <a:lvl3pPr marL="1022350" indent="-350838" algn="l" rtl="0" eaLnBrk="1" fontAlgn="base" hangingPunct="1">
        <a:lnSpc>
          <a:spcPct val="150000"/>
        </a:lnSpc>
        <a:spcBef>
          <a:spcPct val="20000"/>
        </a:spcBef>
        <a:spcAft>
          <a:spcPct val="0"/>
        </a:spcAft>
        <a:buClr>
          <a:schemeClr val="tx1">
            <a:lumMod val="75000"/>
            <a:lumOff val="25000"/>
          </a:schemeClr>
        </a:buClr>
        <a:buSzPct val="65000"/>
        <a:buFont typeface="Wingdings" panose="05000000000000000000" pitchFamily="2" charset="2"/>
        <a:buChar char="n"/>
        <a:defRPr kumimoji="1" sz="1600" b="1">
          <a:solidFill>
            <a:schemeClr val="tx1"/>
          </a:solidFill>
          <a:latin typeface="FOT-UD丸ゴ_ラージ Pr6 M" panose="02020400000000000000" pitchFamily="18" charset="-128"/>
          <a:ea typeface="FOT-UD丸ゴ_ラージ Pr6 M" panose="02020400000000000000" pitchFamily="18" charset="-128"/>
        </a:defRPr>
      </a:lvl3pPr>
      <a:lvl4pPr marL="1339850" indent="-315913" algn="l" rtl="0" eaLnBrk="1" fontAlgn="base" hangingPunct="1">
        <a:lnSpc>
          <a:spcPct val="150000"/>
        </a:lnSpc>
        <a:spcBef>
          <a:spcPct val="20000"/>
        </a:spcBef>
        <a:spcAft>
          <a:spcPct val="0"/>
        </a:spcAft>
        <a:buClr>
          <a:schemeClr val="tx1">
            <a:lumMod val="75000"/>
            <a:lumOff val="25000"/>
          </a:schemeClr>
        </a:buClr>
        <a:buSzPct val="70000"/>
        <a:buFont typeface="Wingdings" panose="05000000000000000000" pitchFamily="2" charset="2"/>
        <a:buChar char="n"/>
        <a:defRPr kumimoji="1" sz="1400" b="1">
          <a:solidFill>
            <a:schemeClr val="tx1"/>
          </a:solidFill>
          <a:latin typeface="FOT-UD丸ゴ_ラージ Pr6 M" panose="02020400000000000000" pitchFamily="18" charset="-128"/>
          <a:ea typeface="FOT-UD丸ゴ_ラージ Pr6 M" panose="02020400000000000000" pitchFamily="18" charset="-128"/>
        </a:defRPr>
      </a:lvl4pPr>
      <a:lvl5pPr marL="1681163" indent="-339725" algn="l" rtl="0" eaLnBrk="1" fontAlgn="base" hangingPunct="1">
        <a:lnSpc>
          <a:spcPct val="150000"/>
        </a:lnSpc>
        <a:spcBef>
          <a:spcPct val="20000"/>
        </a:spcBef>
        <a:spcAft>
          <a:spcPct val="0"/>
        </a:spcAft>
        <a:buClr>
          <a:schemeClr val="tx1">
            <a:lumMod val="75000"/>
            <a:lumOff val="25000"/>
          </a:schemeClr>
        </a:buClr>
        <a:buSzPct val="75000"/>
        <a:buFont typeface="Wingdings" panose="05000000000000000000" pitchFamily="2" charset="2"/>
        <a:buChar char="n"/>
        <a:defRPr kumimoji="1" sz="1200" b="1">
          <a:solidFill>
            <a:schemeClr val="tx1"/>
          </a:solidFill>
          <a:latin typeface="FOT-UD丸ゴ_ラージ Pr6 M" panose="02020400000000000000" pitchFamily="18" charset="-128"/>
          <a:ea typeface="FOT-UD丸ゴ_ラージ Pr6 M" panose="02020400000000000000" pitchFamily="18" charset="-128"/>
        </a:defRPr>
      </a:lvl5pPr>
      <a:lvl6pPr marL="2138363" indent="-339725" algn="l" rtl="0" eaLnBrk="1" fontAlgn="base" hangingPunct="1">
        <a:spcBef>
          <a:spcPct val="20000"/>
        </a:spcBef>
        <a:spcAft>
          <a:spcPct val="0"/>
        </a:spcAft>
        <a:buClr>
          <a:srgbClr val="0000CC"/>
        </a:buClr>
        <a:buSzPct val="75000"/>
        <a:buFont typeface="Wingdings" pitchFamily="2" charset="2"/>
        <a:buChar char="§"/>
        <a:defRPr kumimoji="1" sz="2000">
          <a:solidFill>
            <a:schemeClr val="tx1"/>
          </a:solidFill>
          <a:latin typeface="+mn-lt"/>
          <a:ea typeface="+mn-ea"/>
        </a:defRPr>
      </a:lvl6pPr>
      <a:lvl7pPr marL="2595563" indent="-339725" algn="l" rtl="0" eaLnBrk="1" fontAlgn="base" hangingPunct="1">
        <a:spcBef>
          <a:spcPct val="20000"/>
        </a:spcBef>
        <a:spcAft>
          <a:spcPct val="0"/>
        </a:spcAft>
        <a:buClr>
          <a:srgbClr val="0000CC"/>
        </a:buClr>
        <a:buSzPct val="75000"/>
        <a:buFont typeface="Wingdings" pitchFamily="2" charset="2"/>
        <a:buChar char="§"/>
        <a:defRPr kumimoji="1" sz="2000">
          <a:solidFill>
            <a:schemeClr val="tx1"/>
          </a:solidFill>
          <a:latin typeface="+mn-lt"/>
          <a:ea typeface="+mn-ea"/>
        </a:defRPr>
      </a:lvl7pPr>
      <a:lvl8pPr marL="3052763" indent="-339725" algn="l" rtl="0" eaLnBrk="1" fontAlgn="base" hangingPunct="1">
        <a:spcBef>
          <a:spcPct val="20000"/>
        </a:spcBef>
        <a:spcAft>
          <a:spcPct val="0"/>
        </a:spcAft>
        <a:buClr>
          <a:srgbClr val="0000CC"/>
        </a:buClr>
        <a:buSzPct val="75000"/>
        <a:buFont typeface="Wingdings" pitchFamily="2" charset="2"/>
        <a:buChar char="§"/>
        <a:defRPr kumimoji="1" sz="2000">
          <a:solidFill>
            <a:schemeClr val="tx1"/>
          </a:solidFill>
          <a:latin typeface="+mn-lt"/>
          <a:ea typeface="+mn-ea"/>
        </a:defRPr>
      </a:lvl8pPr>
      <a:lvl9pPr marL="3509963" indent="-339725" algn="l" rtl="0" eaLnBrk="1" fontAlgn="base" hangingPunct="1">
        <a:spcBef>
          <a:spcPct val="20000"/>
        </a:spcBef>
        <a:spcAft>
          <a:spcPct val="0"/>
        </a:spcAft>
        <a:buClr>
          <a:srgbClr val="0000CC"/>
        </a:buClr>
        <a:buSzPct val="75000"/>
        <a:buFont typeface="Wingdings" pitchFamily="2" charset="2"/>
        <a:buChar char="§"/>
        <a:defRPr kumimoji="1" sz="2000">
          <a:solidFill>
            <a:schemeClr val="tx1"/>
          </a:solidFill>
          <a:latin typeface="+mn-lt"/>
          <a:ea typeface="+mn-ea"/>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F2CF806-E48A-4798-56B5-568A0B4BD0B6}"/>
              </a:ext>
            </a:extLst>
          </p:cNvPr>
          <p:cNvSpPr>
            <a:spLocks noGrp="1"/>
          </p:cNvSpPr>
          <p:nvPr>
            <p:ph type="ctrTitle"/>
          </p:nvPr>
        </p:nvSpPr>
        <p:spPr>
          <a:xfrm>
            <a:off x="1007436" y="1916832"/>
            <a:ext cx="10164233" cy="961752"/>
          </a:xfrm>
        </p:spPr>
        <p:txBody>
          <a:bodyPr/>
          <a:lstStyle/>
          <a:p>
            <a:r>
              <a:rPr kumimoji="1" lang="en-US" altLang="ja-JP"/>
              <a:t>03_EISample</a:t>
            </a:r>
            <a:endParaRPr kumimoji="1" lang="ja-JP" altLang="en-US"/>
          </a:p>
        </p:txBody>
      </p:sp>
      <p:sp>
        <p:nvSpPr>
          <p:cNvPr id="3" name="字幕 2">
            <a:extLst>
              <a:ext uri="{FF2B5EF4-FFF2-40B4-BE49-F238E27FC236}">
                <a16:creationId xmlns:a16="http://schemas.microsoft.com/office/drawing/2014/main" id="{FFFF3C5E-3719-BB59-BBA5-EA1E27B09C4D}"/>
              </a:ext>
            </a:extLst>
          </p:cNvPr>
          <p:cNvSpPr>
            <a:spLocks noGrp="1"/>
          </p:cNvSpPr>
          <p:nvPr>
            <p:ph type="subTitle" idx="1"/>
          </p:nvPr>
        </p:nvSpPr>
        <p:spPr>
          <a:xfrm>
            <a:off x="3407834" y="3962400"/>
            <a:ext cx="7971367" cy="1194792"/>
          </a:xfrm>
        </p:spPr>
        <p:txBody>
          <a:bodyPr/>
          <a:lstStyle/>
          <a:p>
            <a:pPr algn="r"/>
            <a:r>
              <a:rPr kumimoji="1" lang="ja-JP" altLang="en-US"/>
              <a:t>アイデアクラフト　代表　開米瑞浩</a:t>
            </a:r>
          </a:p>
          <a:p>
            <a:pPr algn="r"/>
            <a:r>
              <a:rPr lang="ja-JP" altLang="en-US" sz="2000"/>
              <a:t>　　</a:t>
            </a:r>
            <a:r>
              <a:rPr lang="en-US" altLang="ja-JP" sz="2000"/>
              <a:t> 2025/3/6</a:t>
            </a:r>
            <a:r>
              <a:rPr lang="ja-JP" altLang="en-US" sz="2000"/>
              <a:t> 作成</a:t>
            </a:r>
            <a:endParaRPr lang="en-US" altLang="ja-JP" sz="2000"/>
          </a:p>
        </p:txBody>
      </p:sp>
      <p:sp>
        <p:nvSpPr>
          <p:cNvPr id="6" name="テキスト ボックス 5">
            <a:extLst>
              <a:ext uri="{FF2B5EF4-FFF2-40B4-BE49-F238E27FC236}">
                <a16:creationId xmlns:a16="http://schemas.microsoft.com/office/drawing/2014/main" id="{D6F904B1-5760-3889-DA9A-8E1020BC15D9}"/>
              </a:ext>
            </a:extLst>
          </p:cNvPr>
          <p:cNvSpPr txBox="1"/>
          <p:nvPr/>
        </p:nvSpPr>
        <p:spPr bwMode="auto">
          <a:xfrm>
            <a:off x="1559496" y="2812864"/>
            <a:ext cx="8712968" cy="707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1" rIns="91440" bIns="45721" numCol="1" rtlCol="0" anchor="t" anchorCtr="0" compatLnSpc="1">
            <a:prstTxWarp prst="textNoShape">
              <a:avLst/>
            </a:prstTxWarp>
            <a:spAutoFit/>
          </a:bodyPr>
          <a:lstStyle/>
          <a:p>
            <a:pPr algn="l" eaLnBrk="1"/>
            <a:r>
              <a:rPr kumimoji="1" lang="ja-JP" altLang="en-US" kern="0">
                <a:latin typeface="BIZ UDPゴシック" panose="020B0400000000000000" pitchFamily="50" charset="-128"/>
                <a:ea typeface="BIZ UDPゴシック" panose="020B0400000000000000" pitchFamily="50" charset="-128"/>
              </a:rPr>
              <a:t>本書は </a:t>
            </a:r>
            <a:r>
              <a:rPr kumimoji="1" lang="en-US" altLang="ja-JP" kern="0">
                <a:latin typeface="BIZ UDPゴシック" panose="020B0400000000000000" pitchFamily="50" charset="-128"/>
                <a:ea typeface="BIZ UDPゴシック" panose="020B0400000000000000" pitchFamily="50" charset="-128"/>
              </a:rPr>
              <a:t>CSL,CSP,MEMO,TEMP </a:t>
            </a:r>
            <a:r>
              <a:rPr kumimoji="1" lang="ja-JP" altLang="en-US" kern="0">
                <a:latin typeface="BIZ UDPゴシック" panose="020B0400000000000000" pitchFamily="50" charset="-128"/>
                <a:ea typeface="BIZ UDPゴシック" panose="020B0400000000000000" pitchFamily="50" charset="-128"/>
              </a:rPr>
              <a:t>タグでコンテンツのコントロールを処理するサンプルです。</a:t>
            </a:r>
          </a:p>
        </p:txBody>
      </p:sp>
    </p:spTree>
    <p:extLst>
      <p:ext uri="{BB962C8B-B14F-4D97-AF65-F5344CB8AC3E}">
        <p14:creationId xmlns:p14="http://schemas.microsoft.com/office/powerpoint/2010/main" val="377767725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20DD9D-EFE0-E190-DD34-B877233710A2}"/>
            </a:ext>
          </a:extLst>
        </p:cNvPr>
        <p:cNvGrpSpPr/>
        <p:nvPr/>
      </p:nvGrpSpPr>
      <p:grpSpPr>
        <a:xfrm>
          <a:off x="0" y="0"/>
          <a:ext cx="0" cy="0"/>
          <a:chOff x="0" y="0"/>
          <a:chExt cx="0" cy="0"/>
        </a:xfrm>
      </p:grpSpPr>
      <p:pic>
        <p:nvPicPr>
          <p:cNvPr id="3" name="グラフィックス 2">
            <a:extLst>
              <a:ext uri="{FF2B5EF4-FFF2-40B4-BE49-F238E27FC236}">
                <a16:creationId xmlns:a16="http://schemas.microsoft.com/office/drawing/2014/main" id="{50B08F1A-9E65-C4C0-F20E-CEF9547FCE88}"/>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371475" y="33337"/>
            <a:ext cx="11449050" cy="6791325"/>
          </a:xfrm>
          <a:prstGeom prst="rect">
            <a:avLst/>
          </a:prstGeom>
        </p:spPr>
      </p:pic>
    </p:spTree>
    <p:extLst>
      <p:ext uri="{BB962C8B-B14F-4D97-AF65-F5344CB8AC3E}">
        <p14:creationId xmlns:p14="http://schemas.microsoft.com/office/powerpoint/2010/main" val="100663843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088CDA-1787-B2DC-900D-5DB25F8EF1C2}"/>
            </a:ext>
          </a:extLst>
        </p:cNvPr>
        <p:cNvGrpSpPr/>
        <p:nvPr/>
      </p:nvGrpSpPr>
      <p:grpSpPr>
        <a:xfrm>
          <a:off x="0" y="0"/>
          <a:ext cx="0" cy="0"/>
          <a:chOff x="0" y="0"/>
          <a:chExt cx="0" cy="0"/>
        </a:xfrm>
      </p:grpSpPr>
      <p:pic>
        <p:nvPicPr>
          <p:cNvPr id="2" name="グラフィックス 1">
            <a:extLst>
              <a:ext uri="{FF2B5EF4-FFF2-40B4-BE49-F238E27FC236}">
                <a16:creationId xmlns:a16="http://schemas.microsoft.com/office/drawing/2014/main" id="{9A7F0E85-D49E-FCE9-310D-18A496F001A6}"/>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371475" y="33337"/>
            <a:ext cx="11449050" cy="6791325"/>
          </a:xfrm>
          <a:prstGeom prst="rect">
            <a:avLst/>
          </a:prstGeom>
        </p:spPr>
      </p:pic>
    </p:spTree>
    <p:extLst>
      <p:ext uri="{BB962C8B-B14F-4D97-AF65-F5344CB8AC3E}">
        <p14:creationId xmlns:p14="http://schemas.microsoft.com/office/powerpoint/2010/main" val="346582290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20DD9D-EFE0-E190-DD34-B877233710A2}"/>
            </a:ext>
          </a:extLst>
        </p:cNvPr>
        <p:cNvGrpSpPr/>
        <p:nvPr/>
      </p:nvGrpSpPr>
      <p:grpSpPr>
        <a:xfrm>
          <a:off x="0" y="0"/>
          <a:ext cx="0" cy="0"/>
          <a:chOff x="0" y="0"/>
          <a:chExt cx="0" cy="0"/>
        </a:xfrm>
      </p:grpSpPr>
      <p:pic>
        <p:nvPicPr>
          <p:cNvPr id="4" name="グラフィックス 3">
            <a:extLst>
              <a:ext uri="{FF2B5EF4-FFF2-40B4-BE49-F238E27FC236}">
                <a16:creationId xmlns:a16="http://schemas.microsoft.com/office/drawing/2014/main" id="{E106DDF3-0283-1391-F971-62A509E41C3F}"/>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371475" y="33337"/>
            <a:ext cx="11449050" cy="6791325"/>
          </a:xfrm>
          <a:prstGeom prst="rect">
            <a:avLst/>
          </a:prstGeom>
        </p:spPr>
      </p:pic>
    </p:spTree>
    <p:extLst>
      <p:ext uri="{BB962C8B-B14F-4D97-AF65-F5344CB8AC3E}">
        <p14:creationId xmlns:p14="http://schemas.microsoft.com/office/powerpoint/2010/main" val="291152228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20DD9D-EFE0-E190-DD34-B877233710A2}"/>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6F569455-20E9-1D64-CF9A-83A80CCDABC2}"/>
              </a:ext>
            </a:extLst>
          </p:cNvPr>
          <p:cNvSpPr>
            <a:spLocks noGrp="1"/>
          </p:cNvSpPr>
          <p:nvPr>
            <p:ph type="title"/>
          </p:nvPr>
        </p:nvSpPr>
        <p:spPr/>
        <p:txBody>
          <a:bodyPr/>
          <a:lstStyle/>
          <a:p>
            <a:r>
              <a:rPr lang="ja-JP" altLang="en-US" sz="2800">
                <a:solidFill>
                  <a:schemeClr val="tx1"/>
                </a:solidFill>
              </a:rPr>
              <a:t>確認方法</a:t>
            </a:r>
            <a:endParaRPr lang="ja-JP" altLang="en-US" sz="2800" dirty="0">
              <a:solidFill>
                <a:schemeClr val="tx1"/>
              </a:solidFill>
            </a:endParaRPr>
          </a:p>
        </p:txBody>
      </p:sp>
      <p:sp>
        <p:nvSpPr>
          <p:cNvPr id="23" name="スライド番号プレースホルダー 22">
            <a:extLst>
              <a:ext uri="{FF2B5EF4-FFF2-40B4-BE49-F238E27FC236}">
                <a16:creationId xmlns:a16="http://schemas.microsoft.com/office/drawing/2014/main" id="{DDE2A957-78FA-8DE7-63AB-5D7939D9C458}"/>
              </a:ext>
            </a:extLst>
          </p:cNvPr>
          <p:cNvSpPr>
            <a:spLocks noGrp="1"/>
          </p:cNvSpPr>
          <p:nvPr>
            <p:ph type="sldNum" sz="quarter" idx="12"/>
          </p:nvPr>
        </p:nvSpPr>
        <p:spPr/>
        <p:txBody>
          <a:bodyPr/>
          <a:lstStyle/>
          <a:p>
            <a:fld id="{D2D8002D-B5B0-4BAC-B1F6-782DDCCE6D9C}" type="slidenum">
              <a:rPr lang="ja-JP" altLang="en-US" smtClean="0"/>
              <a:pPr/>
              <a:t>4</a:t>
            </a:fld>
            <a:endParaRPr lang="ja-JP" altLang="en-US"/>
          </a:p>
        </p:txBody>
      </p:sp>
      <p:sp>
        <p:nvSpPr>
          <p:cNvPr id="24" name="フッター プレースホルダー 23">
            <a:extLst>
              <a:ext uri="{FF2B5EF4-FFF2-40B4-BE49-F238E27FC236}">
                <a16:creationId xmlns:a16="http://schemas.microsoft.com/office/drawing/2014/main" id="{FD1CA68E-232B-C73D-AF10-06E161CDD218}"/>
              </a:ext>
            </a:extLst>
          </p:cNvPr>
          <p:cNvSpPr>
            <a:spLocks noGrp="1"/>
          </p:cNvSpPr>
          <p:nvPr>
            <p:ph type="ftr" sz="quarter" idx="3"/>
          </p:nvPr>
        </p:nvSpPr>
        <p:spPr/>
        <p:txBody>
          <a:bodyPr/>
          <a:lstStyle/>
          <a:p>
            <a:r>
              <a:rPr lang="en-US" altLang="ja-JP"/>
              <a:t>Copyright 2025 </a:t>
            </a:r>
            <a:r>
              <a:rPr lang="ja-JP" altLang="en-US"/>
              <a:t>アイデアクラフト </a:t>
            </a:r>
            <a:r>
              <a:rPr lang="en-US" altLang="ja-JP"/>
              <a:t>Kaimai Mizuhiro</a:t>
            </a:r>
            <a:endParaRPr lang="ja-JP" altLang="en-US"/>
          </a:p>
        </p:txBody>
      </p:sp>
      <p:sp>
        <p:nvSpPr>
          <p:cNvPr id="39" name="正方形/長方形 38">
            <a:extLst>
              <a:ext uri="{FF2B5EF4-FFF2-40B4-BE49-F238E27FC236}">
                <a16:creationId xmlns:a16="http://schemas.microsoft.com/office/drawing/2014/main" id="{C37CEAC6-AC58-76B0-F1B1-B73D6E5825A7}"/>
              </a:ext>
            </a:extLst>
          </p:cNvPr>
          <p:cNvSpPr/>
          <p:nvPr/>
        </p:nvSpPr>
        <p:spPr bwMode="auto">
          <a:xfrm>
            <a:off x="767408" y="1130835"/>
            <a:ext cx="10441160" cy="418202"/>
          </a:xfrm>
          <a:prstGeom prst="rect">
            <a:avLst/>
          </a:prstGeom>
          <a:noFill/>
          <a:ln w="12700" cap="flat" cmpd="sng" algn="ctr">
            <a:noFill/>
            <a:prstDash val="solid"/>
            <a:round/>
            <a:headEnd type="none" w="med" len="med"/>
            <a:tailEnd type="none" w="med" len="med"/>
          </a:ln>
          <a:effectLst/>
        </p:spPr>
        <p:txBody>
          <a:bodyPr vert="horz" wrap="square" lIns="90000" tIns="46800" rIns="90000" bIns="46800" numCol="1" rtlCol="0" anchor="t" anchorCtr="0" compatLnSpc="1">
            <a:prstTxWarp prst="textNoShape">
              <a:avLst/>
            </a:prstTxWarp>
          </a:bodyPr>
          <a:lstStyle/>
          <a:p>
            <a:pPr defTabSz="914477" eaLnBrk="1" hangingPunct="1"/>
            <a:r>
              <a:rPr kumimoji="1" lang="ja-JP" altLang="en-US" sz="1800">
                <a:latin typeface="BIZ UDPゴシック" panose="020B0400000000000000" pitchFamily="50" charset="-128"/>
                <a:ea typeface="BIZ UDPゴシック" panose="020B0400000000000000" pitchFamily="50" charset="-128"/>
              </a:rPr>
              <a:t>以下のようにして起動します</a:t>
            </a:r>
          </a:p>
        </p:txBody>
      </p:sp>
      <p:sp>
        <p:nvSpPr>
          <p:cNvPr id="83" name="正方形/長方形 82">
            <a:extLst>
              <a:ext uri="{FF2B5EF4-FFF2-40B4-BE49-F238E27FC236}">
                <a16:creationId xmlns:a16="http://schemas.microsoft.com/office/drawing/2014/main" id="{02730ED5-5710-EDFF-4330-9E3D752AC1FD}"/>
              </a:ext>
            </a:extLst>
          </p:cNvPr>
          <p:cNvSpPr/>
          <p:nvPr/>
        </p:nvSpPr>
        <p:spPr bwMode="auto">
          <a:xfrm>
            <a:off x="1163452" y="1771152"/>
            <a:ext cx="10261140" cy="418202"/>
          </a:xfrm>
          <a:prstGeom prst="rect">
            <a:avLst/>
          </a:prstGeom>
          <a:solidFill>
            <a:schemeClr val="tx1">
              <a:lumMod val="25000"/>
              <a:lumOff val="75000"/>
            </a:schemeClr>
          </a:solidFill>
          <a:ln w="12700" cap="flat" cmpd="sng" algn="ctr">
            <a:noFill/>
            <a:prstDash val="solid"/>
            <a:round/>
            <a:headEnd type="none" w="med" len="med"/>
            <a:tailEnd type="none" w="med" len="med"/>
          </a:ln>
          <a:effectLst/>
        </p:spPr>
        <p:txBody>
          <a:bodyPr vert="horz" wrap="square" lIns="90000" tIns="46800" rIns="90000" bIns="46800" numCol="1" rtlCol="0" anchor="t" anchorCtr="0" compatLnSpc="1">
            <a:prstTxWarp prst="textNoShape">
              <a:avLst/>
            </a:prstTxWarp>
          </a:bodyPr>
          <a:lstStyle/>
          <a:p>
            <a:pPr defTabSz="914477" eaLnBrk="1" hangingPunct="1"/>
            <a:r>
              <a:rPr kumimoji="1" lang="en-US" altLang="ja-JP" sz="1600">
                <a:latin typeface="Source Code Pro Semibold" panose="020B0609030403020204" pitchFamily="49" charset="0"/>
                <a:ea typeface="Source Code Pro Semibold" panose="020B0609030403020204" pitchFamily="49" charset="0"/>
              </a:rPr>
              <a:t>python pptx-indexer.py 03_EISample.pptx --deletecsl --target-trailer '_CSL'</a:t>
            </a:r>
            <a:endParaRPr kumimoji="1" lang="ja-JP" altLang="en-US" sz="1600">
              <a:latin typeface="Source Code Pro Semibold" panose="020B0609030403020204" pitchFamily="49" charset="0"/>
              <a:ea typeface="BIZ UDPゴシック" panose="020B0400000000000000" pitchFamily="50" charset="-128"/>
            </a:endParaRPr>
          </a:p>
        </p:txBody>
      </p:sp>
      <p:sp>
        <p:nvSpPr>
          <p:cNvPr id="84" name="正方形/長方形 83">
            <a:extLst>
              <a:ext uri="{FF2B5EF4-FFF2-40B4-BE49-F238E27FC236}">
                <a16:creationId xmlns:a16="http://schemas.microsoft.com/office/drawing/2014/main" id="{BD180237-316D-55F9-693A-1E629734CE77}"/>
              </a:ext>
            </a:extLst>
          </p:cNvPr>
          <p:cNvSpPr/>
          <p:nvPr/>
        </p:nvSpPr>
        <p:spPr bwMode="auto">
          <a:xfrm>
            <a:off x="767408" y="2225916"/>
            <a:ext cx="5832648" cy="418202"/>
          </a:xfrm>
          <a:prstGeom prst="rect">
            <a:avLst/>
          </a:prstGeom>
          <a:noFill/>
          <a:ln w="12700" cap="flat" cmpd="sng" algn="ctr">
            <a:noFill/>
            <a:prstDash val="solid"/>
            <a:round/>
            <a:headEnd type="none" w="med" len="med"/>
            <a:tailEnd type="none" w="med" len="med"/>
          </a:ln>
          <a:effectLst/>
        </p:spPr>
        <p:txBody>
          <a:bodyPr vert="horz" wrap="square" lIns="90000" tIns="46800" rIns="90000" bIns="46800" numCol="1" rtlCol="0" anchor="t" anchorCtr="0" compatLnSpc="1">
            <a:prstTxWarp prst="textNoShape">
              <a:avLst/>
            </a:prstTxWarp>
          </a:bodyPr>
          <a:lstStyle/>
          <a:p>
            <a:pPr defTabSz="914477" eaLnBrk="1" hangingPunct="1"/>
            <a:r>
              <a:rPr kumimoji="1" lang="ja-JP" altLang="en-US" sz="1800">
                <a:latin typeface="BIZ UDPゴシック" panose="020B0400000000000000" pitchFamily="50" charset="-128"/>
                <a:ea typeface="BIZ UDPゴシック" panose="020B0400000000000000" pitchFamily="50" charset="-128"/>
              </a:rPr>
              <a:t>結果 </a:t>
            </a:r>
            <a:r>
              <a:rPr kumimoji="1" lang="en-US" altLang="ja-JP" sz="1800">
                <a:latin typeface="BIZ UDPゴシック" panose="020B0400000000000000" pitchFamily="50" charset="-128"/>
                <a:ea typeface="BIZ UDPゴシック" panose="020B0400000000000000" pitchFamily="50" charset="-128"/>
              </a:rPr>
              <a:t>(CSL </a:t>
            </a:r>
            <a:r>
              <a:rPr kumimoji="1" lang="ja-JP" altLang="en-US" sz="1800">
                <a:latin typeface="BIZ UDPゴシック" panose="020B0400000000000000" pitchFamily="50" charset="-128"/>
                <a:ea typeface="BIZ UDPゴシック" panose="020B0400000000000000" pitchFamily="50" charset="-128"/>
              </a:rPr>
              <a:t>タグを含むスライドは削除される</a:t>
            </a:r>
            <a:r>
              <a:rPr kumimoji="1" lang="en-US" altLang="ja-JP" sz="1800">
                <a:latin typeface="BIZ UDPゴシック" panose="020B0400000000000000" pitchFamily="50" charset="-128"/>
                <a:ea typeface="BIZ UDPゴシック" panose="020B0400000000000000" pitchFamily="50" charset="-128"/>
              </a:rPr>
              <a:t>)</a:t>
            </a:r>
            <a:endParaRPr kumimoji="1" lang="ja-JP" altLang="en-US" sz="1800">
              <a:latin typeface="BIZ UDPゴシック" panose="020B0400000000000000" pitchFamily="50" charset="-128"/>
              <a:ea typeface="BIZ UDPゴシック" panose="020B0400000000000000" pitchFamily="50" charset="-128"/>
            </a:endParaRPr>
          </a:p>
        </p:txBody>
      </p:sp>
      <p:sp>
        <p:nvSpPr>
          <p:cNvPr id="85" name="正方形/長方形 84">
            <a:extLst>
              <a:ext uri="{FF2B5EF4-FFF2-40B4-BE49-F238E27FC236}">
                <a16:creationId xmlns:a16="http://schemas.microsoft.com/office/drawing/2014/main" id="{1B8D9E42-4737-58C6-0C1E-653C512A4A81}"/>
              </a:ext>
            </a:extLst>
          </p:cNvPr>
          <p:cNvSpPr/>
          <p:nvPr/>
        </p:nvSpPr>
        <p:spPr bwMode="auto">
          <a:xfrm>
            <a:off x="1163452" y="2655621"/>
            <a:ext cx="10261140" cy="418202"/>
          </a:xfrm>
          <a:prstGeom prst="rect">
            <a:avLst/>
          </a:prstGeom>
          <a:solidFill>
            <a:schemeClr val="tx1">
              <a:lumMod val="25000"/>
              <a:lumOff val="75000"/>
            </a:schemeClr>
          </a:solidFill>
          <a:ln w="12700" cap="flat" cmpd="sng" algn="ctr">
            <a:noFill/>
            <a:prstDash val="solid"/>
            <a:round/>
            <a:headEnd type="none" w="med" len="med"/>
            <a:tailEnd type="none" w="med" len="med"/>
          </a:ln>
          <a:effectLst/>
        </p:spPr>
        <p:txBody>
          <a:bodyPr vert="horz" wrap="square" lIns="90000" tIns="46800" rIns="90000" bIns="46800" numCol="1" rtlCol="0" anchor="t" anchorCtr="0" compatLnSpc="1">
            <a:prstTxWarp prst="textNoShape">
              <a:avLst/>
            </a:prstTxWarp>
          </a:bodyPr>
          <a:lstStyle/>
          <a:p>
            <a:pPr defTabSz="914477" eaLnBrk="1" hangingPunct="1"/>
            <a:r>
              <a:rPr kumimoji="1" lang="en-US" altLang="ja-JP" sz="1600">
                <a:latin typeface="Source Code Pro Semibold" panose="020B0609030403020204" pitchFamily="49" charset="0"/>
                <a:ea typeface="Source Code Pro Semibold" panose="020B0609030403020204" pitchFamily="49" charset="0"/>
              </a:rPr>
              <a:t>02_EISample_CSL.pptx</a:t>
            </a:r>
            <a:endParaRPr kumimoji="1" lang="ja-JP" altLang="en-US" sz="1600">
              <a:latin typeface="Source Code Pro Semibold" panose="020B0609030403020204" pitchFamily="49" charset="0"/>
              <a:ea typeface="BIZ UDPゴシック" panose="020B0400000000000000" pitchFamily="50" charset="-128"/>
            </a:endParaRPr>
          </a:p>
        </p:txBody>
      </p:sp>
      <p:sp>
        <p:nvSpPr>
          <p:cNvPr id="3" name="テキスト ボックス 2">
            <a:extLst>
              <a:ext uri="{FF2B5EF4-FFF2-40B4-BE49-F238E27FC236}">
                <a16:creationId xmlns:a16="http://schemas.microsoft.com/office/drawing/2014/main" id="{6D84020F-2253-275B-AB72-25810065CE87}"/>
              </a:ext>
            </a:extLst>
          </p:cNvPr>
          <p:cNvSpPr txBox="1"/>
          <p:nvPr/>
        </p:nvSpPr>
        <p:spPr bwMode="auto">
          <a:xfrm>
            <a:off x="7669400" y="1016306"/>
            <a:ext cx="3488552" cy="5232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1" rIns="91440" bIns="45721" numCol="1" rtlCol="0" anchor="t" anchorCtr="0" compatLnSpc="1">
            <a:prstTxWarp prst="textNoShape">
              <a:avLst/>
            </a:prstTxWarp>
            <a:spAutoFit/>
          </a:bodyPr>
          <a:lstStyle/>
          <a:p>
            <a:pPr algn="l" eaLnBrk="1"/>
            <a:r>
              <a:rPr kumimoji="1" lang="ja-JP" altLang="en-US" sz="1400" kern="0">
                <a:latin typeface="BIZ UDPゴシック" panose="020B0400000000000000" pitchFamily="50" charset="-128"/>
                <a:ea typeface="BIZ UDPゴシック" panose="020B0400000000000000" pitchFamily="50" charset="-128"/>
              </a:rPr>
              <a:t>生成後のファイル名に付加する文字列を </a:t>
            </a:r>
            <a:r>
              <a:rPr kumimoji="1" lang="en-US" altLang="ja-JP" sz="1400" kern="0">
                <a:latin typeface="Source Code Pro Semibold" panose="020B0609030403020204" pitchFamily="49" charset="0"/>
                <a:ea typeface="Source Code Pro Semibold" panose="020B0609030403020204" pitchFamily="49" charset="0"/>
              </a:rPr>
              <a:t>_CSL </a:t>
            </a:r>
            <a:r>
              <a:rPr kumimoji="1" lang="ja-JP" altLang="en-US" sz="1400" kern="0">
                <a:latin typeface="BIZ UDPゴシック" panose="020B0400000000000000" pitchFamily="50" charset="-128"/>
                <a:ea typeface="BIZ UDPゴシック" panose="020B0400000000000000" pitchFamily="50" charset="-128"/>
              </a:rPr>
              <a:t>に変更</a:t>
            </a:r>
            <a:r>
              <a:rPr kumimoji="1" lang="en-US" altLang="ja-JP" sz="1400" kern="0">
                <a:latin typeface="BIZ UDPゴシック" panose="020B0400000000000000" pitchFamily="50" charset="-128"/>
                <a:ea typeface="BIZ UDPゴシック" panose="020B0400000000000000" pitchFamily="50" charset="-128"/>
              </a:rPr>
              <a:t>(</a:t>
            </a:r>
            <a:r>
              <a:rPr kumimoji="1" lang="ja-JP" altLang="en-US" sz="1400" kern="0">
                <a:latin typeface="BIZ UDPゴシック" panose="020B0400000000000000" pitchFamily="50" charset="-128"/>
                <a:ea typeface="BIZ UDPゴシック" panose="020B0400000000000000" pitchFamily="50" charset="-128"/>
              </a:rPr>
              <a:t>任意</a:t>
            </a:r>
            <a:r>
              <a:rPr kumimoji="1" lang="en-US" altLang="ja-JP" sz="1400" kern="0">
                <a:latin typeface="BIZ UDPゴシック" panose="020B0400000000000000" pitchFamily="50" charset="-128"/>
                <a:ea typeface="BIZ UDPゴシック" panose="020B0400000000000000" pitchFamily="50" charset="-128"/>
              </a:rPr>
              <a:t>)</a:t>
            </a:r>
            <a:endParaRPr kumimoji="1" lang="ja-JP" altLang="en-US" sz="1400" kern="0">
              <a:latin typeface="BIZ UDPゴシック" panose="020B0400000000000000" pitchFamily="50" charset="-128"/>
              <a:ea typeface="BIZ UDPゴシック" panose="020B0400000000000000" pitchFamily="50" charset="-128"/>
            </a:endParaRPr>
          </a:p>
        </p:txBody>
      </p:sp>
      <p:sp>
        <p:nvSpPr>
          <p:cNvPr id="7" name="右中かっこ 6">
            <a:extLst>
              <a:ext uri="{FF2B5EF4-FFF2-40B4-BE49-F238E27FC236}">
                <a16:creationId xmlns:a16="http://schemas.microsoft.com/office/drawing/2014/main" id="{9D862F0B-96E5-7A84-4B16-42C86B0FC276}"/>
              </a:ext>
            </a:extLst>
          </p:cNvPr>
          <p:cNvSpPr/>
          <p:nvPr/>
        </p:nvSpPr>
        <p:spPr bwMode="auto">
          <a:xfrm rot="16200000">
            <a:off x="8433215" y="273832"/>
            <a:ext cx="222114" cy="2880320"/>
          </a:xfrm>
          <a:prstGeom prst="rightBrace">
            <a:avLst>
              <a:gd name="adj1" fmla="val 38568"/>
              <a:gd name="adj2" fmla="val 50000"/>
            </a:avLst>
          </a:prstGeom>
          <a:noFill/>
          <a:ln w="28575" cap="flat" cmpd="sng" algn="ctr">
            <a:solidFill>
              <a:srgbClr val="FF0000"/>
            </a:solidFill>
            <a:prstDash val="solid"/>
            <a:round/>
            <a:headEnd type="none" w="med" len="med"/>
            <a:tailEnd type="none" w="med" len="med"/>
          </a:ln>
          <a:effectLst/>
        </p:spPr>
        <p:txBody>
          <a:bodyPr rtlCol="0" anchor="ctr"/>
          <a:lstStyle/>
          <a:p>
            <a:pPr algn="ctr"/>
            <a:endParaRPr kumimoji="1" lang="ja-JP" altLang="en-US"/>
          </a:p>
        </p:txBody>
      </p:sp>
      <p:sp>
        <p:nvSpPr>
          <p:cNvPr id="8" name="右中かっこ 7">
            <a:extLst>
              <a:ext uri="{FF2B5EF4-FFF2-40B4-BE49-F238E27FC236}">
                <a16:creationId xmlns:a16="http://schemas.microsoft.com/office/drawing/2014/main" id="{6048F2A7-34DC-0534-5E3B-A5FCCF59B2DA}"/>
              </a:ext>
            </a:extLst>
          </p:cNvPr>
          <p:cNvSpPr/>
          <p:nvPr/>
        </p:nvSpPr>
        <p:spPr bwMode="auto">
          <a:xfrm rot="16200000">
            <a:off x="6216351" y="1042147"/>
            <a:ext cx="222114" cy="1343690"/>
          </a:xfrm>
          <a:prstGeom prst="rightBrace">
            <a:avLst>
              <a:gd name="adj1" fmla="val 38568"/>
              <a:gd name="adj2" fmla="val 50000"/>
            </a:avLst>
          </a:prstGeom>
          <a:noFill/>
          <a:ln w="28575" cap="flat" cmpd="sng" algn="ctr">
            <a:solidFill>
              <a:srgbClr val="FF0000"/>
            </a:solidFill>
            <a:prstDash val="solid"/>
            <a:round/>
            <a:headEnd type="none" w="med" len="med"/>
            <a:tailEnd type="none" w="med" len="med"/>
          </a:ln>
          <a:effectLst/>
        </p:spPr>
        <p:txBody>
          <a:bodyPr rtlCol="0" anchor="ctr"/>
          <a:lstStyle/>
          <a:p>
            <a:pPr algn="ctr"/>
            <a:endParaRPr kumimoji="1" lang="ja-JP" altLang="en-US"/>
          </a:p>
        </p:txBody>
      </p:sp>
      <p:sp>
        <p:nvSpPr>
          <p:cNvPr id="9" name="テキスト ボックス 8">
            <a:extLst>
              <a:ext uri="{FF2B5EF4-FFF2-40B4-BE49-F238E27FC236}">
                <a16:creationId xmlns:a16="http://schemas.microsoft.com/office/drawing/2014/main" id="{0FBD851F-9B5E-01C9-9A2D-7C342B9E964F}"/>
              </a:ext>
            </a:extLst>
          </p:cNvPr>
          <p:cNvSpPr txBox="1"/>
          <p:nvPr/>
        </p:nvSpPr>
        <p:spPr bwMode="auto">
          <a:xfrm>
            <a:off x="5458520" y="1196752"/>
            <a:ext cx="2012009" cy="3077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1" rIns="91440" bIns="45721" numCol="1" rtlCol="0" anchor="t" anchorCtr="0" compatLnSpc="1">
            <a:prstTxWarp prst="textNoShape">
              <a:avLst/>
            </a:prstTxWarp>
            <a:spAutoFit/>
          </a:bodyPr>
          <a:lstStyle/>
          <a:p>
            <a:pPr algn="l" eaLnBrk="1"/>
            <a:r>
              <a:rPr kumimoji="1" lang="en-US" altLang="ja-JP" sz="1400" kern="0">
                <a:latin typeface="BIZ UDPゴシック" panose="020B0400000000000000" pitchFamily="50" charset="-128"/>
                <a:ea typeface="BIZ UDPゴシック" panose="020B0400000000000000" pitchFamily="50" charset="-128"/>
              </a:rPr>
              <a:t>CSL</a:t>
            </a:r>
            <a:r>
              <a:rPr kumimoji="1" lang="ja-JP" altLang="en-US" sz="1400" kern="0">
                <a:latin typeface="BIZ UDPゴシック" panose="020B0400000000000000" pitchFamily="50" charset="-128"/>
                <a:ea typeface="BIZ UDPゴシック" panose="020B0400000000000000" pitchFamily="50" charset="-128"/>
              </a:rPr>
              <a:t>削除を指示</a:t>
            </a:r>
          </a:p>
        </p:txBody>
      </p:sp>
      <p:sp>
        <p:nvSpPr>
          <p:cNvPr id="11" name="正方形/長方形 10">
            <a:extLst>
              <a:ext uri="{FF2B5EF4-FFF2-40B4-BE49-F238E27FC236}">
                <a16:creationId xmlns:a16="http://schemas.microsoft.com/office/drawing/2014/main" id="{C4C5CEDE-B822-90A0-95C4-FFDC5D63CD2B}"/>
              </a:ext>
            </a:extLst>
          </p:cNvPr>
          <p:cNvSpPr/>
          <p:nvPr/>
        </p:nvSpPr>
        <p:spPr bwMode="auto">
          <a:xfrm>
            <a:off x="1163452" y="4462760"/>
            <a:ext cx="10261140" cy="418202"/>
          </a:xfrm>
          <a:prstGeom prst="rect">
            <a:avLst/>
          </a:prstGeom>
          <a:solidFill>
            <a:schemeClr val="tx1">
              <a:lumMod val="25000"/>
              <a:lumOff val="75000"/>
            </a:schemeClr>
          </a:solidFill>
          <a:ln w="12700" cap="flat" cmpd="sng" algn="ctr">
            <a:noFill/>
            <a:prstDash val="solid"/>
            <a:round/>
            <a:headEnd type="none" w="med" len="med"/>
            <a:tailEnd type="none" w="med" len="med"/>
          </a:ln>
          <a:effectLst/>
        </p:spPr>
        <p:txBody>
          <a:bodyPr vert="horz" wrap="square" lIns="90000" tIns="46800" rIns="90000" bIns="46800" numCol="1" rtlCol="0" anchor="t" anchorCtr="0" compatLnSpc="1">
            <a:prstTxWarp prst="textNoShape">
              <a:avLst/>
            </a:prstTxWarp>
          </a:bodyPr>
          <a:lstStyle/>
          <a:p>
            <a:pPr defTabSz="914477" eaLnBrk="1" hangingPunct="1"/>
            <a:r>
              <a:rPr kumimoji="1" lang="en-US" altLang="ja-JP" sz="1600">
                <a:latin typeface="Source Code Pro Semibold" panose="020B0609030403020204" pitchFamily="49" charset="0"/>
                <a:ea typeface="Source Code Pro Semibold" panose="020B0609030403020204" pitchFamily="49" charset="0"/>
              </a:rPr>
              <a:t>python pptx-indexer.py 03_EISample.pptx --deletecsp --target-trailer '_CSP'</a:t>
            </a:r>
            <a:endParaRPr kumimoji="1" lang="ja-JP" altLang="en-US" sz="1600">
              <a:latin typeface="Source Code Pro Semibold" panose="020B0609030403020204" pitchFamily="49" charset="0"/>
              <a:ea typeface="BIZ UDPゴシック" panose="020B0400000000000000" pitchFamily="50" charset="-128"/>
            </a:endParaRPr>
          </a:p>
        </p:txBody>
      </p:sp>
      <p:sp>
        <p:nvSpPr>
          <p:cNvPr id="12" name="正方形/長方形 11">
            <a:extLst>
              <a:ext uri="{FF2B5EF4-FFF2-40B4-BE49-F238E27FC236}">
                <a16:creationId xmlns:a16="http://schemas.microsoft.com/office/drawing/2014/main" id="{B78C9146-95E7-481D-463C-EE807DBE33D6}"/>
              </a:ext>
            </a:extLst>
          </p:cNvPr>
          <p:cNvSpPr/>
          <p:nvPr/>
        </p:nvSpPr>
        <p:spPr bwMode="auto">
          <a:xfrm>
            <a:off x="767408" y="4908873"/>
            <a:ext cx="5832648" cy="418202"/>
          </a:xfrm>
          <a:prstGeom prst="rect">
            <a:avLst/>
          </a:prstGeom>
          <a:noFill/>
          <a:ln w="12700" cap="flat" cmpd="sng" algn="ctr">
            <a:noFill/>
            <a:prstDash val="solid"/>
            <a:round/>
            <a:headEnd type="none" w="med" len="med"/>
            <a:tailEnd type="none" w="med" len="med"/>
          </a:ln>
          <a:effectLst/>
        </p:spPr>
        <p:txBody>
          <a:bodyPr vert="horz" wrap="square" lIns="90000" tIns="46800" rIns="90000" bIns="46800" numCol="1" rtlCol="0" anchor="t" anchorCtr="0" compatLnSpc="1">
            <a:prstTxWarp prst="textNoShape">
              <a:avLst/>
            </a:prstTxWarp>
          </a:bodyPr>
          <a:lstStyle/>
          <a:p>
            <a:pPr defTabSz="914477" eaLnBrk="1" hangingPunct="1"/>
            <a:r>
              <a:rPr kumimoji="1" lang="ja-JP" altLang="en-US" sz="1800">
                <a:latin typeface="BIZ UDPゴシック" panose="020B0400000000000000" pitchFamily="50" charset="-128"/>
                <a:ea typeface="BIZ UDPゴシック" panose="020B0400000000000000" pitchFamily="50" charset="-128"/>
              </a:rPr>
              <a:t>結果 </a:t>
            </a:r>
            <a:r>
              <a:rPr kumimoji="1" lang="en-US" altLang="ja-JP" sz="1800">
                <a:latin typeface="BIZ UDPゴシック" panose="020B0400000000000000" pitchFamily="50" charset="-128"/>
                <a:ea typeface="BIZ UDPゴシック" panose="020B0400000000000000" pitchFamily="50" charset="-128"/>
              </a:rPr>
              <a:t>(CSP </a:t>
            </a:r>
            <a:r>
              <a:rPr kumimoji="1" lang="ja-JP" altLang="en-US" sz="1800">
                <a:latin typeface="BIZ UDPゴシック" panose="020B0400000000000000" pitchFamily="50" charset="-128"/>
                <a:ea typeface="BIZ UDPゴシック" panose="020B0400000000000000" pitchFamily="50" charset="-128"/>
              </a:rPr>
              <a:t>タグを含むシェイプは削除される</a:t>
            </a:r>
            <a:r>
              <a:rPr kumimoji="1" lang="en-US" altLang="ja-JP" sz="1800">
                <a:latin typeface="BIZ UDPゴシック" panose="020B0400000000000000" pitchFamily="50" charset="-128"/>
                <a:ea typeface="BIZ UDPゴシック" panose="020B0400000000000000" pitchFamily="50" charset="-128"/>
              </a:rPr>
              <a:t>)</a:t>
            </a:r>
            <a:endParaRPr kumimoji="1" lang="ja-JP" altLang="en-US" sz="1800">
              <a:latin typeface="BIZ UDPゴシック" panose="020B0400000000000000" pitchFamily="50" charset="-128"/>
              <a:ea typeface="BIZ UDPゴシック" panose="020B0400000000000000" pitchFamily="50" charset="-128"/>
            </a:endParaRPr>
          </a:p>
        </p:txBody>
      </p:sp>
      <p:sp>
        <p:nvSpPr>
          <p:cNvPr id="13" name="正方形/長方形 12">
            <a:extLst>
              <a:ext uri="{FF2B5EF4-FFF2-40B4-BE49-F238E27FC236}">
                <a16:creationId xmlns:a16="http://schemas.microsoft.com/office/drawing/2014/main" id="{311A2B6C-4ED0-850B-6498-12452B6FD598}"/>
              </a:ext>
            </a:extLst>
          </p:cNvPr>
          <p:cNvSpPr/>
          <p:nvPr/>
        </p:nvSpPr>
        <p:spPr bwMode="auto">
          <a:xfrm>
            <a:off x="1163452" y="5338578"/>
            <a:ext cx="10261140" cy="418202"/>
          </a:xfrm>
          <a:prstGeom prst="rect">
            <a:avLst/>
          </a:prstGeom>
          <a:solidFill>
            <a:schemeClr val="tx1">
              <a:lumMod val="25000"/>
              <a:lumOff val="75000"/>
            </a:schemeClr>
          </a:solidFill>
          <a:ln w="12700" cap="flat" cmpd="sng" algn="ctr">
            <a:noFill/>
            <a:prstDash val="solid"/>
            <a:round/>
            <a:headEnd type="none" w="med" len="med"/>
            <a:tailEnd type="none" w="med" len="med"/>
          </a:ln>
          <a:effectLst/>
        </p:spPr>
        <p:txBody>
          <a:bodyPr vert="horz" wrap="square" lIns="90000" tIns="46800" rIns="90000" bIns="46800" numCol="1" rtlCol="0" anchor="t" anchorCtr="0" compatLnSpc="1">
            <a:prstTxWarp prst="textNoShape">
              <a:avLst/>
            </a:prstTxWarp>
          </a:bodyPr>
          <a:lstStyle/>
          <a:p>
            <a:pPr defTabSz="914477" eaLnBrk="1" hangingPunct="1"/>
            <a:r>
              <a:rPr kumimoji="1" lang="en-US" altLang="ja-JP" sz="1600">
                <a:latin typeface="Source Code Pro Semibold" panose="020B0609030403020204" pitchFamily="49" charset="0"/>
                <a:ea typeface="Source Code Pro Semibold" panose="020B0609030403020204" pitchFamily="49" charset="0"/>
              </a:rPr>
              <a:t>02_EISample_CSP.pptx</a:t>
            </a:r>
            <a:endParaRPr kumimoji="1" lang="ja-JP" altLang="en-US" sz="1600">
              <a:latin typeface="Source Code Pro Semibold" panose="020B0609030403020204" pitchFamily="49" charset="0"/>
              <a:ea typeface="BIZ UDPゴシック" panose="020B0400000000000000" pitchFamily="50" charset="-128"/>
            </a:endParaRPr>
          </a:p>
        </p:txBody>
      </p:sp>
      <p:sp>
        <p:nvSpPr>
          <p:cNvPr id="14" name="右中かっこ 13">
            <a:extLst>
              <a:ext uri="{FF2B5EF4-FFF2-40B4-BE49-F238E27FC236}">
                <a16:creationId xmlns:a16="http://schemas.microsoft.com/office/drawing/2014/main" id="{E401B582-7DAA-3274-6C2A-CE2E2829CA8C}"/>
              </a:ext>
            </a:extLst>
          </p:cNvPr>
          <p:cNvSpPr/>
          <p:nvPr/>
        </p:nvSpPr>
        <p:spPr bwMode="auto">
          <a:xfrm rot="16200000">
            <a:off x="8433215" y="2965440"/>
            <a:ext cx="222114" cy="2880320"/>
          </a:xfrm>
          <a:prstGeom prst="rightBrace">
            <a:avLst>
              <a:gd name="adj1" fmla="val 38568"/>
              <a:gd name="adj2" fmla="val 50000"/>
            </a:avLst>
          </a:prstGeom>
          <a:noFill/>
          <a:ln w="28575" cap="flat" cmpd="sng" algn="ctr">
            <a:solidFill>
              <a:srgbClr val="FF0000"/>
            </a:solidFill>
            <a:prstDash val="solid"/>
            <a:round/>
            <a:headEnd type="none" w="med" len="med"/>
            <a:tailEnd type="none" w="med" len="med"/>
          </a:ln>
          <a:effectLst/>
        </p:spPr>
        <p:txBody>
          <a:bodyPr rtlCol="0" anchor="ctr"/>
          <a:lstStyle/>
          <a:p>
            <a:pPr algn="ctr"/>
            <a:endParaRPr kumimoji="1" lang="ja-JP" altLang="en-US"/>
          </a:p>
        </p:txBody>
      </p:sp>
      <p:sp>
        <p:nvSpPr>
          <p:cNvPr id="15" name="右中かっこ 14">
            <a:extLst>
              <a:ext uri="{FF2B5EF4-FFF2-40B4-BE49-F238E27FC236}">
                <a16:creationId xmlns:a16="http://schemas.microsoft.com/office/drawing/2014/main" id="{F9B3F143-A730-1C7A-525F-21E13F405589}"/>
              </a:ext>
            </a:extLst>
          </p:cNvPr>
          <p:cNvSpPr/>
          <p:nvPr/>
        </p:nvSpPr>
        <p:spPr bwMode="auto">
          <a:xfrm rot="16200000">
            <a:off x="6216351" y="3733755"/>
            <a:ext cx="222114" cy="1343690"/>
          </a:xfrm>
          <a:prstGeom prst="rightBrace">
            <a:avLst>
              <a:gd name="adj1" fmla="val 38568"/>
              <a:gd name="adj2" fmla="val 50000"/>
            </a:avLst>
          </a:prstGeom>
          <a:noFill/>
          <a:ln w="28575" cap="flat" cmpd="sng" algn="ctr">
            <a:solidFill>
              <a:srgbClr val="FF0000"/>
            </a:solidFill>
            <a:prstDash val="solid"/>
            <a:round/>
            <a:headEnd type="none" w="med" len="med"/>
            <a:tailEnd type="none" w="med" len="med"/>
          </a:ln>
          <a:effectLst/>
        </p:spPr>
        <p:txBody>
          <a:bodyPr rtlCol="0" anchor="ctr"/>
          <a:lstStyle/>
          <a:p>
            <a:pPr algn="ctr"/>
            <a:endParaRPr kumimoji="1" lang="ja-JP" altLang="en-US"/>
          </a:p>
        </p:txBody>
      </p:sp>
      <p:sp>
        <p:nvSpPr>
          <p:cNvPr id="17" name="テキスト ボックス 16">
            <a:extLst>
              <a:ext uri="{FF2B5EF4-FFF2-40B4-BE49-F238E27FC236}">
                <a16:creationId xmlns:a16="http://schemas.microsoft.com/office/drawing/2014/main" id="{818E457D-70DE-6CF6-5A89-219854282263}"/>
              </a:ext>
            </a:extLst>
          </p:cNvPr>
          <p:cNvSpPr txBox="1"/>
          <p:nvPr/>
        </p:nvSpPr>
        <p:spPr bwMode="auto">
          <a:xfrm>
            <a:off x="5458520" y="3930237"/>
            <a:ext cx="2012009" cy="3077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1" rIns="91440" bIns="45721" numCol="1" rtlCol="0" anchor="t" anchorCtr="0" compatLnSpc="1">
            <a:prstTxWarp prst="textNoShape">
              <a:avLst/>
            </a:prstTxWarp>
            <a:spAutoFit/>
          </a:bodyPr>
          <a:lstStyle/>
          <a:p>
            <a:pPr algn="l" eaLnBrk="1"/>
            <a:r>
              <a:rPr kumimoji="1" lang="en-US" altLang="ja-JP" sz="1400" kern="0">
                <a:latin typeface="BIZ UDPゴシック" panose="020B0400000000000000" pitchFamily="50" charset="-128"/>
                <a:ea typeface="BIZ UDPゴシック" panose="020B0400000000000000" pitchFamily="50" charset="-128"/>
              </a:rPr>
              <a:t>CSP</a:t>
            </a:r>
            <a:r>
              <a:rPr kumimoji="1" lang="ja-JP" altLang="en-US" sz="1400" kern="0">
                <a:latin typeface="BIZ UDPゴシック" panose="020B0400000000000000" pitchFamily="50" charset="-128"/>
                <a:ea typeface="BIZ UDPゴシック" panose="020B0400000000000000" pitchFamily="50" charset="-128"/>
              </a:rPr>
              <a:t>削除を指示</a:t>
            </a:r>
          </a:p>
        </p:txBody>
      </p:sp>
      <p:sp>
        <p:nvSpPr>
          <p:cNvPr id="18" name="正方形/長方形 17">
            <a:extLst>
              <a:ext uri="{FF2B5EF4-FFF2-40B4-BE49-F238E27FC236}">
                <a16:creationId xmlns:a16="http://schemas.microsoft.com/office/drawing/2014/main" id="{B47CB9DD-5C50-16D9-B6AF-9CE62F7E5424}"/>
              </a:ext>
            </a:extLst>
          </p:cNvPr>
          <p:cNvSpPr/>
          <p:nvPr/>
        </p:nvSpPr>
        <p:spPr bwMode="auto">
          <a:xfrm>
            <a:off x="767408" y="3917743"/>
            <a:ext cx="10441160" cy="418202"/>
          </a:xfrm>
          <a:prstGeom prst="rect">
            <a:avLst/>
          </a:prstGeom>
          <a:noFill/>
          <a:ln w="12700" cap="flat" cmpd="sng" algn="ctr">
            <a:noFill/>
            <a:prstDash val="solid"/>
            <a:round/>
            <a:headEnd type="none" w="med" len="med"/>
            <a:tailEnd type="none" w="med" len="med"/>
          </a:ln>
          <a:effectLst/>
        </p:spPr>
        <p:txBody>
          <a:bodyPr vert="horz" wrap="square" lIns="90000" tIns="46800" rIns="90000" bIns="46800" numCol="1" rtlCol="0" anchor="t" anchorCtr="0" compatLnSpc="1">
            <a:prstTxWarp prst="textNoShape">
              <a:avLst/>
            </a:prstTxWarp>
          </a:bodyPr>
          <a:lstStyle/>
          <a:p>
            <a:pPr defTabSz="914477" eaLnBrk="1" hangingPunct="1"/>
            <a:r>
              <a:rPr kumimoji="1" lang="ja-JP" altLang="en-US" sz="1800">
                <a:latin typeface="BIZ UDPゴシック" panose="020B0400000000000000" pitchFamily="50" charset="-128"/>
                <a:ea typeface="BIZ UDPゴシック" panose="020B0400000000000000" pitchFamily="50" charset="-128"/>
              </a:rPr>
              <a:t>以下のようにして起動します</a:t>
            </a:r>
          </a:p>
        </p:txBody>
      </p:sp>
      <p:sp>
        <p:nvSpPr>
          <p:cNvPr id="4" name="テキスト ボックス 3">
            <a:extLst>
              <a:ext uri="{FF2B5EF4-FFF2-40B4-BE49-F238E27FC236}">
                <a16:creationId xmlns:a16="http://schemas.microsoft.com/office/drawing/2014/main" id="{0EBA05DE-A081-1F2C-FE7F-B648A3BC288B}"/>
              </a:ext>
            </a:extLst>
          </p:cNvPr>
          <p:cNvSpPr txBox="1"/>
          <p:nvPr/>
        </p:nvSpPr>
        <p:spPr bwMode="auto">
          <a:xfrm>
            <a:off x="7669400" y="3765569"/>
            <a:ext cx="3488552" cy="5232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1" rIns="91440" bIns="45721" numCol="1" rtlCol="0" anchor="t" anchorCtr="0" compatLnSpc="1">
            <a:prstTxWarp prst="textNoShape">
              <a:avLst/>
            </a:prstTxWarp>
            <a:spAutoFit/>
          </a:bodyPr>
          <a:lstStyle/>
          <a:p>
            <a:pPr algn="l" eaLnBrk="1"/>
            <a:r>
              <a:rPr kumimoji="1" lang="ja-JP" altLang="en-US" sz="1400" kern="0">
                <a:latin typeface="BIZ UDPゴシック" panose="020B0400000000000000" pitchFamily="50" charset="-128"/>
                <a:ea typeface="BIZ UDPゴシック" panose="020B0400000000000000" pitchFamily="50" charset="-128"/>
              </a:rPr>
              <a:t>生成後のファイル名に付加する文字列を </a:t>
            </a:r>
            <a:r>
              <a:rPr kumimoji="1" lang="en-US" altLang="ja-JP" sz="1400" kern="0">
                <a:latin typeface="Source Code Pro Semibold" panose="020B0609030403020204" pitchFamily="49" charset="0"/>
                <a:ea typeface="Source Code Pro Semibold" panose="020B0609030403020204" pitchFamily="49" charset="0"/>
              </a:rPr>
              <a:t>_CSP</a:t>
            </a:r>
            <a:r>
              <a:rPr kumimoji="1" lang="en-US" altLang="ja-JP" sz="1400" kern="0">
                <a:latin typeface="BIZ UDPゴシック" panose="020B0400000000000000" pitchFamily="50" charset="-128"/>
                <a:ea typeface="BIZ UDPゴシック" panose="020B0400000000000000" pitchFamily="50" charset="-128"/>
              </a:rPr>
              <a:t> </a:t>
            </a:r>
            <a:r>
              <a:rPr kumimoji="1" lang="ja-JP" altLang="en-US" sz="1400" kern="0">
                <a:latin typeface="BIZ UDPゴシック" panose="020B0400000000000000" pitchFamily="50" charset="-128"/>
                <a:ea typeface="BIZ UDPゴシック" panose="020B0400000000000000" pitchFamily="50" charset="-128"/>
              </a:rPr>
              <a:t>に変更</a:t>
            </a:r>
            <a:r>
              <a:rPr kumimoji="1" lang="en-US" altLang="ja-JP" sz="1400" kern="0">
                <a:latin typeface="BIZ UDPゴシック" panose="020B0400000000000000" pitchFamily="50" charset="-128"/>
                <a:ea typeface="BIZ UDPゴシック" panose="020B0400000000000000" pitchFamily="50" charset="-128"/>
              </a:rPr>
              <a:t>(</a:t>
            </a:r>
            <a:r>
              <a:rPr kumimoji="1" lang="ja-JP" altLang="en-US" sz="1400" kern="0">
                <a:latin typeface="BIZ UDPゴシック" panose="020B0400000000000000" pitchFamily="50" charset="-128"/>
                <a:ea typeface="BIZ UDPゴシック" panose="020B0400000000000000" pitchFamily="50" charset="-128"/>
              </a:rPr>
              <a:t>任意</a:t>
            </a:r>
            <a:r>
              <a:rPr kumimoji="1" lang="en-US" altLang="ja-JP" sz="1400" kern="0">
                <a:latin typeface="BIZ UDPゴシック" panose="020B0400000000000000" pitchFamily="50" charset="-128"/>
                <a:ea typeface="BIZ UDPゴシック" panose="020B0400000000000000" pitchFamily="50" charset="-128"/>
              </a:rPr>
              <a:t>)</a:t>
            </a:r>
            <a:endParaRPr kumimoji="1" lang="ja-JP" altLang="en-US" sz="1400" kern="0">
              <a:latin typeface="BIZ UDPゴシック" panose="020B0400000000000000" pitchFamily="50" charset="-128"/>
              <a:ea typeface="BIZ UDPゴシック" panose="020B0400000000000000" pitchFamily="50" charset="-128"/>
            </a:endParaRPr>
          </a:p>
        </p:txBody>
      </p:sp>
      <p:sp>
        <p:nvSpPr>
          <p:cNvPr id="31" name="テキスト ボックス 30">
            <a:extLst>
              <a:ext uri="{FF2B5EF4-FFF2-40B4-BE49-F238E27FC236}">
                <a16:creationId xmlns:a16="http://schemas.microsoft.com/office/drawing/2014/main" id="{4511CDA5-0062-A8D8-A6E0-FF69D8C11243}"/>
              </a:ext>
            </a:extLst>
          </p:cNvPr>
          <p:cNvSpPr txBox="1"/>
          <p:nvPr/>
        </p:nvSpPr>
        <p:spPr bwMode="auto">
          <a:xfrm>
            <a:off x="9798652" y="6597352"/>
            <a:ext cx="1656184" cy="261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1" rIns="91440" bIns="45721" numCol="1" rtlCol="0" anchor="t" anchorCtr="0" compatLnSpc="1">
            <a:prstTxWarp prst="textNoShape">
              <a:avLst/>
            </a:prstTxWarp>
            <a:spAutoFit/>
          </a:bodyPr>
          <a:lstStyle/>
          <a:p>
            <a:pPr algn="ctr" eaLnBrk="1"/>
            <a:r>
              <a:rPr kumimoji="1" lang="en-US" altLang="ja-JP" sz="1050" kern="0">
                <a:latin typeface="BIZ UDPゴシック" panose="020B0400000000000000" pitchFamily="50" charset="-128"/>
                <a:ea typeface="BIZ UDPゴシック" panose="020B0400000000000000" pitchFamily="50" charset="-128"/>
              </a:rPr>
              <a:t>#CHAPT#</a:t>
            </a:r>
            <a:endParaRPr kumimoji="1" lang="ja-JP" altLang="en-US" sz="1050" kern="0">
              <a:latin typeface="BIZ UDPゴシック" panose="020B0400000000000000" pitchFamily="50" charset="-128"/>
              <a:ea typeface="BIZ UDPゴシック" panose="020B0400000000000000" pitchFamily="50" charset="-128"/>
            </a:endParaRPr>
          </a:p>
        </p:txBody>
      </p:sp>
      <p:sp>
        <p:nvSpPr>
          <p:cNvPr id="5" name="テキスト ボックス 4">
            <a:extLst>
              <a:ext uri="{FF2B5EF4-FFF2-40B4-BE49-F238E27FC236}">
                <a16:creationId xmlns:a16="http://schemas.microsoft.com/office/drawing/2014/main" id="{8192C10D-C973-B3A3-5486-F35C34E81A38}"/>
              </a:ext>
            </a:extLst>
          </p:cNvPr>
          <p:cNvSpPr txBox="1"/>
          <p:nvPr/>
        </p:nvSpPr>
        <p:spPr bwMode="auto">
          <a:xfrm>
            <a:off x="5303912" y="6021288"/>
            <a:ext cx="6187480" cy="5232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1" rIns="91440" bIns="45721" numCol="1" rtlCol="0" anchor="t" anchorCtr="0" compatLnSpc="1">
            <a:prstTxWarp prst="textNoShape">
              <a:avLst/>
            </a:prstTxWarp>
            <a:spAutoFit/>
          </a:bodyPr>
          <a:lstStyle/>
          <a:p>
            <a:pPr algn="l" eaLnBrk="1"/>
            <a:r>
              <a:rPr kumimoji="1" lang="en-US" altLang="ja-JP" sz="1400" kern="0">
                <a:latin typeface="BIZ UDPゴシック" panose="020B0400000000000000" pitchFamily="50" charset="-128"/>
                <a:ea typeface="BIZ UDPゴシック" panose="020B0400000000000000" pitchFamily="50" charset="-128"/>
              </a:rPr>
              <a:t>--target-trailer </a:t>
            </a:r>
            <a:r>
              <a:rPr kumimoji="1" lang="ja-JP" altLang="en-US" sz="1400" kern="0">
                <a:latin typeface="BIZ UDPゴシック" panose="020B0400000000000000" pitchFamily="50" charset="-128"/>
                <a:ea typeface="BIZ UDPゴシック" panose="020B0400000000000000" pitchFamily="50" charset="-128"/>
              </a:rPr>
              <a:t>のオプションは必須ではありません。</a:t>
            </a:r>
            <a:endParaRPr kumimoji="1" lang="en-US" altLang="ja-JP" sz="1400" kern="0">
              <a:latin typeface="BIZ UDPゴシック" panose="020B0400000000000000" pitchFamily="50" charset="-128"/>
              <a:ea typeface="BIZ UDPゴシック" panose="020B0400000000000000" pitchFamily="50" charset="-128"/>
            </a:endParaRPr>
          </a:p>
          <a:p>
            <a:pPr algn="l" eaLnBrk="1"/>
            <a:r>
              <a:rPr kumimoji="1" lang="ja-JP" altLang="en-US" sz="1400" kern="0">
                <a:latin typeface="BIZ UDPゴシック" panose="020B0400000000000000" pitchFamily="50" charset="-128"/>
                <a:ea typeface="BIZ UDPゴシック" panose="020B0400000000000000" pitchFamily="50" charset="-128"/>
              </a:rPr>
              <a:t>当サンプルで生成後のファイル名を区別しやすくするためにつけたものです。</a:t>
            </a:r>
          </a:p>
        </p:txBody>
      </p:sp>
    </p:spTree>
    <p:extLst>
      <p:ext uri="{BB962C8B-B14F-4D97-AF65-F5344CB8AC3E}">
        <p14:creationId xmlns:p14="http://schemas.microsoft.com/office/powerpoint/2010/main" val="10416770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20DD9D-EFE0-E190-DD34-B877233710A2}"/>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6F569455-20E9-1D64-CF9A-83A80CCDABC2}"/>
              </a:ext>
            </a:extLst>
          </p:cNvPr>
          <p:cNvSpPr>
            <a:spLocks noGrp="1"/>
          </p:cNvSpPr>
          <p:nvPr>
            <p:ph type="title"/>
          </p:nvPr>
        </p:nvSpPr>
        <p:spPr/>
        <p:txBody>
          <a:bodyPr/>
          <a:lstStyle/>
          <a:p>
            <a:r>
              <a:rPr lang="ja-JP" altLang="en-US" sz="2800">
                <a:solidFill>
                  <a:schemeClr val="tx1"/>
                </a:solidFill>
              </a:rPr>
              <a:t>確認方法（通常生成版）</a:t>
            </a:r>
            <a:endParaRPr lang="ja-JP" altLang="en-US" sz="2800" dirty="0">
              <a:solidFill>
                <a:schemeClr val="tx1"/>
              </a:solidFill>
            </a:endParaRPr>
          </a:p>
        </p:txBody>
      </p:sp>
      <p:sp>
        <p:nvSpPr>
          <p:cNvPr id="23" name="スライド番号プレースホルダー 22">
            <a:extLst>
              <a:ext uri="{FF2B5EF4-FFF2-40B4-BE49-F238E27FC236}">
                <a16:creationId xmlns:a16="http://schemas.microsoft.com/office/drawing/2014/main" id="{DDE2A957-78FA-8DE7-63AB-5D7939D9C458}"/>
              </a:ext>
            </a:extLst>
          </p:cNvPr>
          <p:cNvSpPr>
            <a:spLocks noGrp="1"/>
          </p:cNvSpPr>
          <p:nvPr>
            <p:ph type="sldNum" sz="quarter" idx="12"/>
          </p:nvPr>
        </p:nvSpPr>
        <p:spPr/>
        <p:txBody>
          <a:bodyPr/>
          <a:lstStyle/>
          <a:p>
            <a:fld id="{D2D8002D-B5B0-4BAC-B1F6-782DDCCE6D9C}" type="slidenum">
              <a:rPr lang="ja-JP" altLang="en-US" smtClean="0"/>
              <a:pPr/>
              <a:t>5</a:t>
            </a:fld>
            <a:endParaRPr lang="ja-JP" altLang="en-US"/>
          </a:p>
        </p:txBody>
      </p:sp>
      <p:sp>
        <p:nvSpPr>
          <p:cNvPr id="24" name="フッター プレースホルダー 23">
            <a:extLst>
              <a:ext uri="{FF2B5EF4-FFF2-40B4-BE49-F238E27FC236}">
                <a16:creationId xmlns:a16="http://schemas.microsoft.com/office/drawing/2014/main" id="{FD1CA68E-232B-C73D-AF10-06E161CDD218}"/>
              </a:ext>
            </a:extLst>
          </p:cNvPr>
          <p:cNvSpPr>
            <a:spLocks noGrp="1"/>
          </p:cNvSpPr>
          <p:nvPr>
            <p:ph type="ftr" sz="quarter" idx="3"/>
          </p:nvPr>
        </p:nvSpPr>
        <p:spPr/>
        <p:txBody>
          <a:bodyPr/>
          <a:lstStyle/>
          <a:p>
            <a:r>
              <a:rPr lang="en-US" altLang="ja-JP"/>
              <a:t>Copyright 2025 </a:t>
            </a:r>
            <a:r>
              <a:rPr lang="ja-JP" altLang="en-US"/>
              <a:t>アイデアクラフト </a:t>
            </a:r>
            <a:r>
              <a:rPr lang="en-US" altLang="ja-JP"/>
              <a:t>Kaimai Mizuhiro</a:t>
            </a:r>
            <a:endParaRPr lang="ja-JP" altLang="en-US"/>
          </a:p>
        </p:txBody>
      </p:sp>
      <p:sp>
        <p:nvSpPr>
          <p:cNvPr id="39" name="正方形/長方形 38">
            <a:extLst>
              <a:ext uri="{FF2B5EF4-FFF2-40B4-BE49-F238E27FC236}">
                <a16:creationId xmlns:a16="http://schemas.microsoft.com/office/drawing/2014/main" id="{C37CEAC6-AC58-76B0-F1B1-B73D6E5825A7}"/>
              </a:ext>
            </a:extLst>
          </p:cNvPr>
          <p:cNvSpPr/>
          <p:nvPr/>
        </p:nvSpPr>
        <p:spPr bwMode="auto">
          <a:xfrm>
            <a:off x="767408" y="1130835"/>
            <a:ext cx="10441160" cy="418202"/>
          </a:xfrm>
          <a:prstGeom prst="rect">
            <a:avLst/>
          </a:prstGeom>
          <a:noFill/>
          <a:ln w="12700" cap="flat" cmpd="sng" algn="ctr">
            <a:noFill/>
            <a:prstDash val="solid"/>
            <a:round/>
            <a:headEnd type="none" w="med" len="med"/>
            <a:tailEnd type="none" w="med" len="med"/>
          </a:ln>
          <a:effectLst/>
        </p:spPr>
        <p:txBody>
          <a:bodyPr vert="horz" wrap="square" lIns="90000" tIns="46800" rIns="90000" bIns="46800" numCol="1" rtlCol="0" anchor="t" anchorCtr="0" compatLnSpc="1">
            <a:prstTxWarp prst="textNoShape">
              <a:avLst/>
            </a:prstTxWarp>
          </a:bodyPr>
          <a:lstStyle/>
          <a:p>
            <a:pPr defTabSz="914477" eaLnBrk="1" hangingPunct="1"/>
            <a:r>
              <a:rPr kumimoji="1" lang="ja-JP" altLang="en-US" sz="1800">
                <a:latin typeface="BIZ UDPゴシック" panose="020B0400000000000000" pitchFamily="50" charset="-128"/>
                <a:ea typeface="BIZ UDPゴシック" panose="020B0400000000000000" pitchFamily="50" charset="-128"/>
              </a:rPr>
              <a:t>以下のようにして起動した通常生成版と比べてください　（オプション指定なし）</a:t>
            </a:r>
          </a:p>
        </p:txBody>
      </p:sp>
      <p:sp>
        <p:nvSpPr>
          <p:cNvPr id="83" name="正方形/長方形 82">
            <a:extLst>
              <a:ext uri="{FF2B5EF4-FFF2-40B4-BE49-F238E27FC236}">
                <a16:creationId xmlns:a16="http://schemas.microsoft.com/office/drawing/2014/main" id="{02730ED5-5710-EDFF-4330-9E3D752AC1FD}"/>
              </a:ext>
            </a:extLst>
          </p:cNvPr>
          <p:cNvSpPr/>
          <p:nvPr/>
        </p:nvSpPr>
        <p:spPr bwMode="auto">
          <a:xfrm>
            <a:off x="1163452" y="1771152"/>
            <a:ext cx="10261140" cy="418202"/>
          </a:xfrm>
          <a:prstGeom prst="rect">
            <a:avLst/>
          </a:prstGeom>
          <a:solidFill>
            <a:schemeClr val="tx1">
              <a:lumMod val="25000"/>
              <a:lumOff val="75000"/>
            </a:schemeClr>
          </a:solidFill>
          <a:ln w="12700" cap="flat" cmpd="sng" algn="ctr">
            <a:noFill/>
            <a:prstDash val="solid"/>
            <a:round/>
            <a:headEnd type="none" w="med" len="med"/>
            <a:tailEnd type="none" w="med" len="med"/>
          </a:ln>
          <a:effectLst/>
        </p:spPr>
        <p:txBody>
          <a:bodyPr vert="horz" wrap="square" lIns="90000" tIns="46800" rIns="90000" bIns="46800" numCol="1" rtlCol="0" anchor="t" anchorCtr="0" compatLnSpc="1">
            <a:prstTxWarp prst="textNoShape">
              <a:avLst/>
            </a:prstTxWarp>
          </a:bodyPr>
          <a:lstStyle/>
          <a:p>
            <a:pPr defTabSz="914477" eaLnBrk="1" hangingPunct="1"/>
            <a:r>
              <a:rPr kumimoji="1" lang="en-US" altLang="ja-JP" sz="1600">
                <a:latin typeface="Source Code Pro Semibold" panose="020B0609030403020204" pitchFamily="49" charset="0"/>
                <a:ea typeface="Source Code Pro Semibold" panose="020B0609030403020204" pitchFamily="49" charset="0"/>
              </a:rPr>
              <a:t>python pptx-indexer.py 03_EISample.pptx</a:t>
            </a:r>
            <a:endParaRPr kumimoji="1" lang="ja-JP" altLang="en-US" sz="1600">
              <a:latin typeface="Source Code Pro Semibold" panose="020B0609030403020204" pitchFamily="49" charset="0"/>
              <a:ea typeface="BIZ UDPゴシック" panose="020B0400000000000000" pitchFamily="50" charset="-128"/>
            </a:endParaRPr>
          </a:p>
        </p:txBody>
      </p:sp>
      <p:sp>
        <p:nvSpPr>
          <p:cNvPr id="84" name="正方形/長方形 83">
            <a:extLst>
              <a:ext uri="{FF2B5EF4-FFF2-40B4-BE49-F238E27FC236}">
                <a16:creationId xmlns:a16="http://schemas.microsoft.com/office/drawing/2014/main" id="{BD180237-316D-55F9-693A-1E629734CE77}"/>
              </a:ext>
            </a:extLst>
          </p:cNvPr>
          <p:cNvSpPr/>
          <p:nvPr/>
        </p:nvSpPr>
        <p:spPr bwMode="auto">
          <a:xfrm>
            <a:off x="767408" y="2366091"/>
            <a:ext cx="7416824" cy="418202"/>
          </a:xfrm>
          <a:prstGeom prst="rect">
            <a:avLst/>
          </a:prstGeom>
          <a:noFill/>
          <a:ln w="12700" cap="flat" cmpd="sng" algn="ctr">
            <a:noFill/>
            <a:prstDash val="solid"/>
            <a:round/>
            <a:headEnd type="none" w="med" len="med"/>
            <a:tailEnd type="none" w="med" len="med"/>
          </a:ln>
          <a:effectLst/>
        </p:spPr>
        <p:txBody>
          <a:bodyPr vert="horz" wrap="square" lIns="90000" tIns="46800" rIns="90000" bIns="46800" numCol="1" rtlCol="0" anchor="t" anchorCtr="0" compatLnSpc="1">
            <a:prstTxWarp prst="textNoShape">
              <a:avLst/>
            </a:prstTxWarp>
          </a:bodyPr>
          <a:lstStyle/>
          <a:p>
            <a:pPr defTabSz="914477" eaLnBrk="1" hangingPunct="1"/>
            <a:r>
              <a:rPr kumimoji="1" lang="ja-JP" altLang="en-US" sz="1800">
                <a:latin typeface="BIZ UDPゴシック" panose="020B0400000000000000" pitchFamily="50" charset="-128"/>
                <a:ea typeface="BIZ UDPゴシック" panose="020B0400000000000000" pitchFamily="50" charset="-128"/>
              </a:rPr>
              <a:t>結果 </a:t>
            </a:r>
            <a:r>
              <a:rPr kumimoji="1" lang="en-US" altLang="ja-JP" sz="1800">
                <a:latin typeface="BIZ UDPゴシック" panose="020B0400000000000000" pitchFamily="50" charset="-128"/>
                <a:ea typeface="BIZ UDPゴシック" panose="020B0400000000000000" pitchFamily="50" charset="-128"/>
              </a:rPr>
              <a:t>(CSP,CSL,MEMO,TEMP </a:t>
            </a:r>
            <a:r>
              <a:rPr kumimoji="1" lang="ja-JP" altLang="en-US" sz="1800">
                <a:latin typeface="BIZ UDPゴシック" panose="020B0400000000000000" pitchFamily="50" charset="-128"/>
                <a:ea typeface="BIZ UDPゴシック" panose="020B0400000000000000" pitchFamily="50" charset="-128"/>
              </a:rPr>
              <a:t>等のタグ部分のみ削除される</a:t>
            </a:r>
            <a:r>
              <a:rPr kumimoji="1" lang="en-US" altLang="ja-JP" sz="1800">
                <a:latin typeface="BIZ UDPゴシック" panose="020B0400000000000000" pitchFamily="50" charset="-128"/>
                <a:ea typeface="BIZ UDPゴシック" panose="020B0400000000000000" pitchFamily="50" charset="-128"/>
              </a:rPr>
              <a:t>)</a:t>
            </a:r>
            <a:endParaRPr kumimoji="1" lang="ja-JP" altLang="en-US" sz="1800">
              <a:latin typeface="BIZ UDPゴシック" panose="020B0400000000000000" pitchFamily="50" charset="-128"/>
              <a:ea typeface="BIZ UDPゴシック" panose="020B0400000000000000" pitchFamily="50" charset="-128"/>
            </a:endParaRPr>
          </a:p>
        </p:txBody>
      </p:sp>
      <p:sp>
        <p:nvSpPr>
          <p:cNvPr id="85" name="正方形/長方形 84">
            <a:extLst>
              <a:ext uri="{FF2B5EF4-FFF2-40B4-BE49-F238E27FC236}">
                <a16:creationId xmlns:a16="http://schemas.microsoft.com/office/drawing/2014/main" id="{1B8D9E42-4737-58C6-0C1E-653C512A4A81}"/>
              </a:ext>
            </a:extLst>
          </p:cNvPr>
          <p:cNvSpPr/>
          <p:nvPr/>
        </p:nvSpPr>
        <p:spPr bwMode="auto">
          <a:xfrm>
            <a:off x="1163452" y="2795796"/>
            <a:ext cx="10261140" cy="418202"/>
          </a:xfrm>
          <a:prstGeom prst="rect">
            <a:avLst/>
          </a:prstGeom>
          <a:solidFill>
            <a:schemeClr val="tx1">
              <a:lumMod val="25000"/>
              <a:lumOff val="75000"/>
            </a:schemeClr>
          </a:solidFill>
          <a:ln w="12700" cap="flat" cmpd="sng" algn="ctr">
            <a:noFill/>
            <a:prstDash val="solid"/>
            <a:round/>
            <a:headEnd type="none" w="med" len="med"/>
            <a:tailEnd type="none" w="med" len="med"/>
          </a:ln>
          <a:effectLst/>
        </p:spPr>
        <p:txBody>
          <a:bodyPr vert="horz" wrap="square" lIns="90000" tIns="46800" rIns="90000" bIns="46800" numCol="1" rtlCol="0" anchor="t" anchorCtr="0" compatLnSpc="1">
            <a:prstTxWarp prst="textNoShape">
              <a:avLst/>
            </a:prstTxWarp>
          </a:bodyPr>
          <a:lstStyle/>
          <a:p>
            <a:pPr defTabSz="914477" eaLnBrk="1" hangingPunct="1"/>
            <a:r>
              <a:rPr kumimoji="1" lang="en-US" altLang="ja-JP" sz="1600">
                <a:latin typeface="Source Code Pro Semibold" panose="020B0609030403020204" pitchFamily="49" charset="0"/>
                <a:ea typeface="Source Code Pro Semibold" panose="020B0609030403020204" pitchFamily="49" charset="0"/>
              </a:rPr>
              <a:t>02_EISample_generated.pptx</a:t>
            </a:r>
            <a:endParaRPr kumimoji="1" lang="ja-JP" altLang="en-US" sz="1600">
              <a:latin typeface="Source Code Pro Semibold" panose="020B0609030403020204" pitchFamily="49" charset="0"/>
              <a:ea typeface="BIZ UDPゴシック" panose="020B0400000000000000" pitchFamily="50" charset="-128"/>
            </a:endParaRPr>
          </a:p>
        </p:txBody>
      </p:sp>
      <p:sp>
        <p:nvSpPr>
          <p:cNvPr id="19" name="テキスト ボックス 18">
            <a:extLst>
              <a:ext uri="{FF2B5EF4-FFF2-40B4-BE49-F238E27FC236}">
                <a16:creationId xmlns:a16="http://schemas.microsoft.com/office/drawing/2014/main" id="{A0B792F7-60E4-B726-3E5C-C4989A91E23B}"/>
              </a:ext>
            </a:extLst>
          </p:cNvPr>
          <p:cNvSpPr txBox="1"/>
          <p:nvPr/>
        </p:nvSpPr>
        <p:spPr bwMode="auto">
          <a:xfrm>
            <a:off x="2639616" y="3390735"/>
            <a:ext cx="8208912" cy="584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1" rIns="91440" bIns="45721" numCol="1" rtlCol="0" anchor="t" anchorCtr="0" compatLnSpc="1">
            <a:prstTxWarp prst="textNoShape">
              <a:avLst/>
            </a:prstTxWarp>
            <a:spAutoFit/>
          </a:bodyPr>
          <a:lstStyle/>
          <a:p>
            <a:pPr algn="l" eaLnBrk="1"/>
            <a:r>
              <a:rPr kumimoji="1" lang="ja-JP" altLang="en-US" sz="1600" kern="0">
                <a:latin typeface="BIZ UDPゴシック" panose="020B0400000000000000" pitchFamily="50" charset="-128"/>
                <a:ea typeface="BIZ UDPゴシック" panose="020B0400000000000000" pitchFamily="50" charset="-128"/>
              </a:rPr>
              <a:t>生成後のファイル名には </a:t>
            </a:r>
            <a:r>
              <a:rPr kumimoji="1" lang="en-US" altLang="ja-JP" sz="1600" kern="0">
                <a:latin typeface="Source Code Pro Semibold" panose="020B0609030403020204" pitchFamily="49" charset="0"/>
                <a:ea typeface="Source Code Pro Semibold" panose="020B0609030403020204" pitchFamily="49" charset="0"/>
              </a:rPr>
              <a:t>_generated</a:t>
            </a:r>
            <a:r>
              <a:rPr kumimoji="1" lang="en-US" altLang="ja-JP" sz="1600" kern="0">
                <a:latin typeface="BIZ UDPゴシック" panose="020B0400000000000000" pitchFamily="50" charset="-128"/>
                <a:ea typeface="BIZ UDPゴシック" panose="020B0400000000000000" pitchFamily="50" charset="-128"/>
              </a:rPr>
              <a:t> </a:t>
            </a:r>
            <a:r>
              <a:rPr kumimoji="1" lang="ja-JP" altLang="en-US" sz="1600" kern="0">
                <a:latin typeface="BIZ UDPゴシック" panose="020B0400000000000000" pitchFamily="50" charset="-128"/>
                <a:ea typeface="BIZ UDPゴシック" panose="020B0400000000000000" pitchFamily="50" charset="-128"/>
              </a:rPr>
              <a:t>がつく</a:t>
            </a:r>
            <a:endParaRPr kumimoji="1" lang="en-US" altLang="ja-JP" sz="1600" kern="0">
              <a:latin typeface="BIZ UDPゴシック" panose="020B0400000000000000" pitchFamily="50" charset="-128"/>
              <a:ea typeface="BIZ UDPゴシック" panose="020B0400000000000000" pitchFamily="50" charset="-128"/>
            </a:endParaRPr>
          </a:p>
          <a:p>
            <a:pPr algn="l" eaLnBrk="1"/>
            <a:r>
              <a:rPr lang="en-US" altLang="ja-JP" sz="1600" kern="0">
                <a:latin typeface="BIZ UDPゴシック" panose="020B0400000000000000" pitchFamily="50" charset="-128"/>
                <a:ea typeface="BIZ UDPゴシック" panose="020B0400000000000000" pitchFamily="50" charset="-128"/>
              </a:rPr>
              <a:t>( --target-trailer </a:t>
            </a:r>
            <a:r>
              <a:rPr lang="ja-JP" altLang="en-US" sz="1600" kern="0">
                <a:latin typeface="BIZ UDPゴシック" panose="020B0400000000000000" pitchFamily="50" charset="-128"/>
                <a:ea typeface="BIZ UDPゴシック" panose="020B0400000000000000" pitchFamily="50" charset="-128"/>
              </a:rPr>
              <a:t>オプションがない場合のデフォルト値が </a:t>
            </a:r>
            <a:r>
              <a:rPr lang="en-US" altLang="ja-JP" sz="1600" kern="0">
                <a:latin typeface="Source Code Pro Semibold" panose="020B0609030403020204" pitchFamily="49" charset="0"/>
                <a:ea typeface="Source Code Pro Semibold" panose="020B0609030403020204" pitchFamily="49" charset="0"/>
              </a:rPr>
              <a:t>_generated )</a:t>
            </a:r>
            <a:endParaRPr kumimoji="1" lang="ja-JP" altLang="en-US" sz="1600" kern="0">
              <a:latin typeface="Source Code Pro Semibold" panose="020B0609030403020204" pitchFamily="49" charset="0"/>
              <a:ea typeface="BIZ UDPゴシック" panose="020B0400000000000000" pitchFamily="50" charset="-128"/>
            </a:endParaRPr>
          </a:p>
        </p:txBody>
      </p:sp>
      <p:cxnSp>
        <p:nvCxnSpPr>
          <p:cNvPr id="20" name="直線矢印コネクタ 19">
            <a:extLst>
              <a:ext uri="{FF2B5EF4-FFF2-40B4-BE49-F238E27FC236}">
                <a16:creationId xmlns:a16="http://schemas.microsoft.com/office/drawing/2014/main" id="{437CCCFA-7FB1-9819-C967-D6BE80A7440E}"/>
              </a:ext>
            </a:extLst>
          </p:cNvPr>
          <p:cNvCxnSpPr>
            <a:cxnSpLocks/>
          </p:cNvCxnSpPr>
          <p:nvPr/>
        </p:nvCxnSpPr>
        <p:spPr bwMode="auto">
          <a:xfrm flipH="1" flipV="1">
            <a:off x="3215680" y="3068960"/>
            <a:ext cx="360040" cy="338556"/>
          </a:xfrm>
          <a:prstGeom prst="straightConnector1">
            <a:avLst/>
          </a:prstGeom>
          <a:solidFill>
            <a:srgbClr val="CCFFFF"/>
          </a:solidFill>
          <a:ln w="28575" cap="flat" cmpd="sng" algn="ctr">
            <a:solidFill>
              <a:srgbClr val="FF0000"/>
            </a:solidFill>
            <a:prstDash val="solid"/>
            <a:round/>
            <a:headEnd type="none" w="med" len="med"/>
            <a:tailEnd type="triangle"/>
          </a:ln>
          <a:effectLst/>
        </p:spPr>
      </p:cxnSp>
      <p:sp>
        <p:nvSpPr>
          <p:cNvPr id="25" name="テキスト ボックス 24">
            <a:extLst>
              <a:ext uri="{FF2B5EF4-FFF2-40B4-BE49-F238E27FC236}">
                <a16:creationId xmlns:a16="http://schemas.microsoft.com/office/drawing/2014/main" id="{F7545B0F-A726-A3C5-EAC7-BE47D4DA728A}"/>
              </a:ext>
            </a:extLst>
          </p:cNvPr>
          <p:cNvSpPr txBox="1"/>
          <p:nvPr/>
        </p:nvSpPr>
        <p:spPr bwMode="auto">
          <a:xfrm>
            <a:off x="9798652" y="6597352"/>
            <a:ext cx="1656184" cy="261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1" rIns="91440" bIns="45721" numCol="1" rtlCol="0" anchor="t" anchorCtr="0" compatLnSpc="1">
            <a:prstTxWarp prst="textNoShape">
              <a:avLst/>
            </a:prstTxWarp>
            <a:spAutoFit/>
          </a:bodyPr>
          <a:lstStyle/>
          <a:p>
            <a:pPr algn="ctr" eaLnBrk="1"/>
            <a:r>
              <a:rPr kumimoji="1" lang="en-US" altLang="ja-JP" sz="1050" kern="0">
                <a:latin typeface="BIZ UDPゴシック" panose="020B0400000000000000" pitchFamily="50" charset="-128"/>
                <a:ea typeface="BIZ UDPゴシック" panose="020B0400000000000000" pitchFamily="50" charset="-128"/>
              </a:rPr>
              <a:t>#CHAPT#</a:t>
            </a:r>
            <a:endParaRPr kumimoji="1" lang="ja-JP" altLang="en-US" sz="1050" kern="0">
              <a:latin typeface="BIZ UDPゴシック" panose="020B0400000000000000" pitchFamily="50" charset="-128"/>
              <a:ea typeface="BIZ UDPゴシック" panose="020B0400000000000000" pitchFamily="50" charset="-128"/>
            </a:endParaRPr>
          </a:p>
        </p:txBody>
      </p:sp>
    </p:spTree>
    <p:extLst>
      <p:ext uri="{BB962C8B-B14F-4D97-AF65-F5344CB8AC3E}">
        <p14:creationId xmlns:p14="http://schemas.microsoft.com/office/powerpoint/2010/main" val="308066650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71826B-D5BF-C382-4E1D-2232B12D2FF4}"/>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1B16C01B-F4E3-0E48-6FF7-581E96CF27F2}"/>
              </a:ext>
            </a:extLst>
          </p:cNvPr>
          <p:cNvSpPr>
            <a:spLocks noGrp="1"/>
          </p:cNvSpPr>
          <p:nvPr>
            <p:ph type="title"/>
          </p:nvPr>
        </p:nvSpPr>
        <p:spPr/>
        <p:txBody>
          <a:bodyPr/>
          <a:lstStyle/>
          <a:p>
            <a:r>
              <a:rPr lang="en-US" altLang="ja-JP" sz="2800">
                <a:solidFill>
                  <a:schemeClr val="tx1"/>
                </a:solidFill>
              </a:rPr>
              <a:t>CSP</a:t>
            </a:r>
            <a:r>
              <a:rPr lang="ja-JP" altLang="en-US" sz="2800">
                <a:solidFill>
                  <a:schemeClr val="tx1"/>
                </a:solidFill>
              </a:rPr>
              <a:t>タグによるシェイプ削除のサンプル</a:t>
            </a:r>
            <a:endParaRPr lang="ja-JP" altLang="en-US" sz="2800" dirty="0">
              <a:solidFill>
                <a:schemeClr val="tx1"/>
              </a:solidFill>
            </a:endParaRPr>
          </a:p>
        </p:txBody>
      </p:sp>
      <p:sp>
        <p:nvSpPr>
          <p:cNvPr id="23" name="スライド番号プレースホルダー 22">
            <a:extLst>
              <a:ext uri="{FF2B5EF4-FFF2-40B4-BE49-F238E27FC236}">
                <a16:creationId xmlns:a16="http://schemas.microsoft.com/office/drawing/2014/main" id="{78A26EF3-93AA-92C4-F485-246FE29DE870}"/>
              </a:ext>
            </a:extLst>
          </p:cNvPr>
          <p:cNvSpPr>
            <a:spLocks noGrp="1"/>
          </p:cNvSpPr>
          <p:nvPr>
            <p:ph type="sldNum" sz="quarter" idx="12"/>
          </p:nvPr>
        </p:nvSpPr>
        <p:spPr/>
        <p:txBody>
          <a:bodyPr/>
          <a:lstStyle/>
          <a:p>
            <a:fld id="{D2D8002D-B5B0-4BAC-B1F6-782DDCCE6D9C}" type="slidenum">
              <a:rPr lang="ja-JP" altLang="en-US" smtClean="0"/>
              <a:pPr/>
              <a:t>6</a:t>
            </a:fld>
            <a:endParaRPr lang="ja-JP" altLang="en-US"/>
          </a:p>
        </p:txBody>
      </p:sp>
      <p:sp>
        <p:nvSpPr>
          <p:cNvPr id="24" name="フッター プレースホルダー 23">
            <a:extLst>
              <a:ext uri="{FF2B5EF4-FFF2-40B4-BE49-F238E27FC236}">
                <a16:creationId xmlns:a16="http://schemas.microsoft.com/office/drawing/2014/main" id="{9EE9D72C-B305-6BF7-0399-B66719D4CBF5}"/>
              </a:ext>
            </a:extLst>
          </p:cNvPr>
          <p:cNvSpPr>
            <a:spLocks noGrp="1"/>
          </p:cNvSpPr>
          <p:nvPr>
            <p:ph type="ftr" sz="quarter" idx="3"/>
          </p:nvPr>
        </p:nvSpPr>
        <p:spPr/>
        <p:txBody>
          <a:bodyPr/>
          <a:lstStyle/>
          <a:p>
            <a:r>
              <a:rPr lang="en-US" altLang="ja-JP"/>
              <a:t>Copyright 2025 </a:t>
            </a:r>
            <a:r>
              <a:rPr lang="ja-JP" altLang="en-US"/>
              <a:t>アイデアクラフト </a:t>
            </a:r>
            <a:r>
              <a:rPr lang="en-US" altLang="ja-JP"/>
              <a:t>Kaimai Mizuhiro</a:t>
            </a:r>
            <a:endParaRPr lang="ja-JP" altLang="en-US"/>
          </a:p>
        </p:txBody>
      </p:sp>
      <p:sp>
        <p:nvSpPr>
          <p:cNvPr id="4" name="四角形: 角を丸くする 3">
            <a:extLst>
              <a:ext uri="{FF2B5EF4-FFF2-40B4-BE49-F238E27FC236}">
                <a16:creationId xmlns:a16="http://schemas.microsoft.com/office/drawing/2014/main" id="{8DB28A57-3283-26AB-2655-FA749F502199}"/>
              </a:ext>
            </a:extLst>
          </p:cNvPr>
          <p:cNvSpPr/>
          <p:nvPr/>
        </p:nvSpPr>
        <p:spPr bwMode="auto">
          <a:xfrm>
            <a:off x="2351584" y="1658157"/>
            <a:ext cx="3384376" cy="1512168"/>
          </a:xfrm>
          <a:prstGeom prst="roundRect">
            <a:avLst/>
          </a:prstGeom>
          <a:solidFill>
            <a:schemeClr val="accent3">
              <a:lumMod val="40000"/>
              <a:lumOff val="60000"/>
            </a:schemeClr>
          </a:solidFill>
          <a:ln w="12700" cap="flat" cmpd="sng" algn="ctr">
            <a:solidFill>
              <a:schemeClr val="tx1">
                <a:lumMod val="75000"/>
                <a:lumOff val="25000"/>
              </a:schemeClr>
            </a:solidFill>
            <a:prstDash val="solid"/>
            <a:round/>
            <a:headEnd type="none" w="med" len="med"/>
            <a:tailEnd type="none" w="med" len="med"/>
          </a:ln>
          <a:effectLst/>
        </p:spPr>
        <p:txBody>
          <a:bodyPr vert="horz" wrap="none" lIns="90000" tIns="46800" rIns="90000" bIns="46800" numCol="1" rtlCol="0" anchor="t" anchorCtr="0" compatLnSpc="1">
            <a:prstTxWarp prst="textNoShape">
              <a:avLst/>
            </a:prstTxWarp>
          </a:bodyPr>
          <a:lstStyle/>
          <a:p>
            <a:pPr algn="ctr" defTabSz="914477" eaLnBrk="1" hangingPunct="1"/>
            <a:endParaRPr kumimoji="1" lang="ja-JP" altLang="en-US">
              <a:latin typeface="BIZ UDPゴシック" panose="020B0400000000000000" pitchFamily="50" charset="-128"/>
              <a:ea typeface="BIZ UDPゴシック" panose="020B0400000000000000" pitchFamily="50" charset="-128"/>
            </a:endParaRPr>
          </a:p>
        </p:txBody>
      </p:sp>
      <p:sp>
        <p:nvSpPr>
          <p:cNvPr id="5" name="テキスト ボックス 4">
            <a:extLst>
              <a:ext uri="{FF2B5EF4-FFF2-40B4-BE49-F238E27FC236}">
                <a16:creationId xmlns:a16="http://schemas.microsoft.com/office/drawing/2014/main" id="{2042D944-603F-4B5C-4927-32AF3CAFC34B}"/>
              </a:ext>
            </a:extLst>
          </p:cNvPr>
          <p:cNvSpPr txBox="1"/>
          <p:nvPr/>
        </p:nvSpPr>
        <p:spPr bwMode="auto">
          <a:xfrm>
            <a:off x="2675618" y="2266157"/>
            <a:ext cx="2700302" cy="400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1" rIns="91440" bIns="45721" numCol="1" rtlCol="0" anchor="t" anchorCtr="0" compatLnSpc="1">
            <a:prstTxWarp prst="textNoShape">
              <a:avLst/>
            </a:prstTxWarp>
            <a:spAutoFit/>
          </a:bodyPr>
          <a:lstStyle/>
          <a:p>
            <a:pPr algn="ctr" eaLnBrk="1"/>
            <a:r>
              <a:rPr kumimoji="1" lang="ja-JP" altLang="en-US" kern="0">
                <a:latin typeface="BIZ UDPゴシック" panose="020B0400000000000000" pitchFamily="50" charset="-128"/>
                <a:ea typeface="BIZ UDPゴシック" panose="020B0400000000000000" pitchFamily="50" charset="-128"/>
              </a:rPr>
              <a:t>そのまま残るテキスト</a:t>
            </a:r>
          </a:p>
        </p:txBody>
      </p:sp>
      <p:sp>
        <p:nvSpPr>
          <p:cNvPr id="7" name="四角形: 角を丸くする 6">
            <a:extLst>
              <a:ext uri="{FF2B5EF4-FFF2-40B4-BE49-F238E27FC236}">
                <a16:creationId xmlns:a16="http://schemas.microsoft.com/office/drawing/2014/main" id="{92DA8000-DC85-DE54-2918-FFD145518D2F}"/>
              </a:ext>
            </a:extLst>
          </p:cNvPr>
          <p:cNvSpPr/>
          <p:nvPr/>
        </p:nvSpPr>
        <p:spPr bwMode="auto">
          <a:xfrm>
            <a:off x="6528048" y="1658157"/>
            <a:ext cx="3384376" cy="1512168"/>
          </a:xfrm>
          <a:prstGeom prst="roundRect">
            <a:avLst/>
          </a:prstGeom>
          <a:solidFill>
            <a:schemeClr val="accent3">
              <a:lumMod val="40000"/>
              <a:lumOff val="60000"/>
            </a:schemeClr>
          </a:solidFill>
          <a:ln w="12700" cap="flat" cmpd="sng" algn="ctr">
            <a:solidFill>
              <a:schemeClr val="tx1">
                <a:lumMod val="75000"/>
                <a:lumOff val="25000"/>
              </a:schemeClr>
            </a:solidFill>
            <a:prstDash val="solid"/>
            <a:round/>
            <a:headEnd type="none" w="med" len="med"/>
            <a:tailEnd type="none" w="med" len="med"/>
          </a:ln>
          <a:effectLst/>
        </p:spPr>
        <p:txBody>
          <a:bodyPr vert="horz" wrap="none" lIns="90000" tIns="46800" rIns="90000" bIns="46800" numCol="1" rtlCol="0" anchor="t" anchorCtr="0" compatLnSpc="1">
            <a:prstTxWarp prst="textNoShape">
              <a:avLst/>
            </a:prstTxWarp>
          </a:bodyPr>
          <a:lstStyle/>
          <a:p>
            <a:pPr algn="ctr" defTabSz="914477" eaLnBrk="1" hangingPunct="1"/>
            <a:endParaRPr kumimoji="1" lang="ja-JP" altLang="en-US">
              <a:latin typeface="BIZ UDPゴシック" panose="020B0400000000000000" pitchFamily="50" charset="-128"/>
              <a:ea typeface="BIZ UDPゴシック" panose="020B0400000000000000" pitchFamily="50" charset="-128"/>
            </a:endParaRPr>
          </a:p>
        </p:txBody>
      </p:sp>
      <p:sp>
        <p:nvSpPr>
          <p:cNvPr id="9" name="テキスト ボックス 8">
            <a:extLst>
              <a:ext uri="{FF2B5EF4-FFF2-40B4-BE49-F238E27FC236}">
                <a16:creationId xmlns:a16="http://schemas.microsoft.com/office/drawing/2014/main" id="{0E453A86-084D-C563-C02E-F4726B031FB6}"/>
              </a:ext>
            </a:extLst>
          </p:cNvPr>
          <p:cNvSpPr txBox="1"/>
          <p:nvPr/>
        </p:nvSpPr>
        <p:spPr bwMode="auto">
          <a:xfrm>
            <a:off x="6960096" y="1874181"/>
            <a:ext cx="2461367" cy="1015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1" rIns="91440" bIns="45721" numCol="1" rtlCol="0" anchor="t" anchorCtr="0" compatLnSpc="1">
            <a:prstTxWarp prst="textNoShape">
              <a:avLst/>
            </a:prstTxWarp>
            <a:spAutoFit/>
          </a:bodyPr>
          <a:lstStyle/>
          <a:p>
            <a:pPr algn="ctr" eaLnBrk="1"/>
            <a:r>
              <a:rPr kumimoji="1" lang="en-US" altLang="ja-JP" kern="0">
                <a:latin typeface="BIZ UDPゴシック" panose="020B0400000000000000" pitchFamily="50" charset="-128"/>
                <a:ea typeface="BIZ UDPゴシック" panose="020B0400000000000000" pitchFamily="50" charset="-128"/>
              </a:rPr>
              <a:t>#CSP#</a:t>
            </a:r>
          </a:p>
          <a:p>
            <a:pPr algn="ctr" eaLnBrk="1"/>
            <a:r>
              <a:rPr kumimoji="1" lang="en-US" altLang="ja-JP" kern="0">
                <a:latin typeface="BIZ UDPゴシック" panose="020B0400000000000000" pitchFamily="50" charset="-128"/>
                <a:ea typeface="BIZ UDPゴシック" panose="020B0400000000000000" pitchFamily="50" charset="-128"/>
              </a:rPr>
              <a:t>--deletecsp </a:t>
            </a:r>
            <a:r>
              <a:rPr kumimoji="1" lang="ja-JP" altLang="en-US" kern="0">
                <a:latin typeface="BIZ UDPゴシック" panose="020B0400000000000000" pitchFamily="50" charset="-128"/>
                <a:ea typeface="BIZ UDPゴシック" panose="020B0400000000000000" pitchFamily="50" charset="-128"/>
              </a:rPr>
              <a:t>で</a:t>
            </a:r>
            <a:endParaRPr kumimoji="1" lang="en-US" altLang="ja-JP" kern="0">
              <a:latin typeface="BIZ UDPゴシック" panose="020B0400000000000000" pitchFamily="50" charset="-128"/>
              <a:ea typeface="BIZ UDPゴシック" panose="020B0400000000000000" pitchFamily="50" charset="-128"/>
            </a:endParaRPr>
          </a:p>
          <a:p>
            <a:pPr algn="ctr" eaLnBrk="1"/>
            <a:r>
              <a:rPr kumimoji="1" lang="ja-JP" altLang="en-US" kern="0">
                <a:latin typeface="BIZ UDPゴシック" panose="020B0400000000000000" pitchFamily="50" charset="-128"/>
                <a:ea typeface="BIZ UDPゴシック" panose="020B0400000000000000" pitchFamily="50" charset="-128"/>
              </a:rPr>
              <a:t>削除されるテキスト</a:t>
            </a:r>
          </a:p>
        </p:txBody>
      </p:sp>
      <p:sp>
        <p:nvSpPr>
          <p:cNvPr id="12" name="テキスト ボックス 11">
            <a:extLst>
              <a:ext uri="{FF2B5EF4-FFF2-40B4-BE49-F238E27FC236}">
                <a16:creationId xmlns:a16="http://schemas.microsoft.com/office/drawing/2014/main" id="{54E65387-2FB8-4053-C3CA-BF95E8F75AEE}"/>
              </a:ext>
            </a:extLst>
          </p:cNvPr>
          <p:cNvSpPr txBox="1"/>
          <p:nvPr/>
        </p:nvSpPr>
        <p:spPr bwMode="auto">
          <a:xfrm>
            <a:off x="9798652" y="6597352"/>
            <a:ext cx="1656184" cy="261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1" rIns="91440" bIns="45721" numCol="1" rtlCol="0" anchor="t" anchorCtr="0" compatLnSpc="1">
            <a:prstTxWarp prst="textNoShape">
              <a:avLst/>
            </a:prstTxWarp>
            <a:spAutoFit/>
          </a:bodyPr>
          <a:lstStyle/>
          <a:p>
            <a:pPr algn="ctr" eaLnBrk="1"/>
            <a:r>
              <a:rPr kumimoji="1" lang="en-US" altLang="ja-JP" sz="1050" kern="0">
                <a:latin typeface="BIZ UDPゴシック" panose="020B0400000000000000" pitchFamily="50" charset="-128"/>
                <a:ea typeface="BIZ UDPゴシック" panose="020B0400000000000000" pitchFamily="50" charset="-128"/>
              </a:rPr>
              <a:t>#CHAPT#</a:t>
            </a:r>
            <a:endParaRPr kumimoji="1" lang="ja-JP" altLang="en-US" sz="1050" kern="0">
              <a:latin typeface="BIZ UDPゴシック" panose="020B0400000000000000" pitchFamily="50" charset="-128"/>
              <a:ea typeface="BIZ UDPゴシック" panose="020B0400000000000000" pitchFamily="50" charset="-128"/>
            </a:endParaRPr>
          </a:p>
        </p:txBody>
      </p:sp>
      <p:sp>
        <p:nvSpPr>
          <p:cNvPr id="3" name="四角形: 角を丸くする 2">
            <a:extLst>
              <a:ext uri="{FF2B5EF4-FFF2-40B4-BE49-F238E27FC236}">
                <a16:creationId xmlns:a16="http://schemas.microsoft.com/office/drawing/2014/main" id="{39C3F38B-3B9D-6477-C093-B7EAB6509351}"/>
              </a:ext>
            </a:extLst>
          </p:cNvPr>
          <p:cNvSpPr/>
          <p:nvPr/>
        </p:nvSpPr>
        <p:spPr bwMode="auto">
          <a:xfrm>
            <a:off x="2351584" y="4118843"/>
            <a:ext cx="3384376" cy="1512168"/>
          </a:xfrm>
          <a:prstGeom prst="roundRect">
            <a:avLst/>
          </a:prstGeom>
          <a:solidFill>
            <a:schemeClr val="accent3">
              <a:lumMod val="40000"/>
              <a:lumOff val="60000"/>
            </a:schemeClr>
          </a:solidFill>
          <a:ln w="12700" cap="flat" cmpd="sng" algn="ctr">
            <a:solidFill>
              <a:schemeClr val="tx1">
                <a:lumMod val="75000"/>
                <a:lumOff val="25000"/>
              </a:schemeClr>
            </a:solidFill>
            <a:prstDash val="solid"/>
            <a:round/>
            <a:headEnd type="none" w="med" len="med"/>
            <a:tailEnd type="none" w="med" len="med"/>
          </a:ln>
          <a:effectLst/>
        </p:spPr>
        <p:txBody>
          <a:bodyPr vert="horz" wrap="none" lIns="90000" tIns="46800" rIns="90000" bIns="46800" numCol="1" rtlCol="0" anchor="t" anchorCtr="0" compatLnSpc="1">
            <a:prstTxWarp prst="textNoShape">
              <a:avLst/>
            </a:prstTxWarp>
          </a:bodyPr>
          <a:lstStyle/>
          <a:p>
            <a:pPr algn="ctr" defTabSz="914477" eaLnBrk="1" hangingPunct="1"/>
            <a:endParaRPr kumimoji="1" lang="ja-JP" altLang="en-US">
              <a:latin typeface="BIZ UDPゴシック" panose="020B0400000000000000" pitchFamily="50" charset="-128"/>
              <a:ea typeface="BIZ UDPゴシック" panose="020B0400000000000000" pitchFamily="50" charset="-128"/>
            </a:endParaRPr>
          </a:p>
        </p:txBody>
      </p:sp>
      <p:sp>
        <p:nvSpPr>
          <p:cNvPr id="6" name="テキスト ボックス 5">
            <a:extLst>
              <a:ext uri="{FF2B5EF4-FFF2-40B4-BE49-F238E27FC236}">
                <a16:creationId xmlns:a16="http://schemas.microsoft.com/office/drawing/2014/main" id="{BF31498E-672F-391C-EF51-30320BCD60AB}"/>
              </a:ext>
            </a:extLst>
          </p:cNvPr>
          <p:cNvSpPr txBox="1"/>
          <p:nvPr/>
        </p:nvSpPr>
        <p:spPr bwMode="auto">
          <a:xfrm>
            <a:off x="2525188" y="4386908"/>
            <a:ext cx="2978254" cy="1015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1" rIns="91440" bIns="45721" numCol="1" rtlCol="0" anchor="t" anchorCtr="0" compatLnSpc="1">
            <a:prstTxWarp prst="textNoShape">
              <a:avLst/>
            </a:prstTxWarp>
            <a:spAutoFit/>
          </a:bodyPr>
          <a:lstStyle/>
          <a:p>
            <a:pPr algn="ctr" eaLnBrk="1"/>
            <a:r>
              <a:rPr kumimoji="1" lang="en-US" altLang="ja-JP" kern="0">
                <a:latin typeface="BIZ UDPゴシック" panose="020B0400000000000000" pitchFamily="50" charset="-128"/>
                <a:ea typeface="BIZ UDPゴシック" panose="020B0400000000000000" pitchFamily="50" charset="-128"/>
              </a:rPr>
              <a:t>#MEMO#</a:t>
            </a:r>
          </a:p>
          <a:p>
            <a:pPr algn="ctr" eaLnBrk="1"/>
            <a:r>
              <a:rPr kumimoji="1" lang="ja-JP" altLang="en-US" kern="0">
                <a:latin typeface="BIZ UDPゴシック" panose="020B0400000000000000" pitchFamily="50" charset="-128"/>
                <a:ea typeface="BIZ UDPゴシック" panose="020B0400000000000000" pitchFamily="50" charset="-128"/>
              </a:rPr>
              <a:t>常に削除されるテキスト</a:t>
            </a:r>
          </a:p>
        </p:txBody>
      </p:sp>
      <p:sp>
        <p:nvSpPr>
          <p:cNvPr id="8" name="四角形: 角を丸くする 7">
            <a:extLst>
              <a:ext uri="{FF2B5EF4-FFF2-40B4-BE49-F238E27FC236}">
                <a16:creationId xmlns:a16="http://schemas.microsoft.com/office/drawing/2014/main" id="{79199145-D18A-51AE-2A39-EEE2BC17223A}"/>
              </a:ext>
            </a:extLst>
          </p:cNvPr>
          <p:cNvSpPr/>
          <p:nvPr/>
        </p:nvSpPr>
        <p:spPr bwMode="auto">
          <a:xfrm>
            <a:off x="6528048" y="4118843"/>
            <a:ext cx="3384376" cy="1512168"/>
          </a:xfrm>
          <a:prstGeom prst="roundRect">
            <a:avLst/>
          </a:prstGeom>
          <a:solidFill>
            <a:schemeClr val="accent3">
              <a:lumMod val="40000"/>
              <a:lumOff val="60000"/>
            </a:schemeClr>
          </a:solidFill>
          <a:ln w="12700" cap="flat" cmpd="sng" algn="ctr">
            <a:solidFill>
              <a:schemeClr val="tx1">
                <a:lumMod val="75000"/>
                <a:lumOff val="25000"/>
              </a:schemeClr>
            </a:solidFill>
            <a:prstDash val="solid"/>
            <a:round/>
            <a:headEnd type="none" w="med" len="med"/>
            <a:tailEnd type="none" w="med" len="med"/>
          </a:ln>
          <a:effectLst/>
        </p:spPr>
        <p:txBody>
          <a:bodyPr vert="horz" wrap="none" lIns="90000" tIns="46800" rIns="90000" bIns="46800" numCol="1" rtlCol="0" anchor="t" anchorCtr="0" compatLnSpc="1">
            <a:prstTxWarp prst="textNoShape">
              <a:avLst/>
            </a:prstTxWarp>
          </a:bodyPr>
          <a:lstStyle/>
          <a:p>
            <a:pPr algn="ctr" defTabSz="914477" eaLnBrk="1" hangingPunct="1"/>
            <a:endParaRPr kumimoji="1" lang="ja-JP" altLang="en-US">
              <a:latin typeface="BIZ UDPゴシック" panose="020B0400000000000000" pitchFamily="50" charset="-128"/>
              <a:ea typeface="BIZ UDPゴシック" panose="020B0400000000000000" pitchFamily="50" charset="-128"/>
            </a:endParaRPr>
          </a:p>
        </p:txBody>
      </p:sp>
      <p:sp>
        <p:nvSpPr>
          <p:cNvPr id="10" name="テキスト ボックス 9">
            <a:extLst>
              <a:ext uri="{FF2B5EF4-FFF2-40B4-BE49-F238E27FC236}">
                <a16:creationId xmlns:a16="http://schemas.microsoft.com/office/drawing/2014/main" id="{EACA87DE-28CF-A4C3-8437-81B596ECDCDD}"/>
              </a:ext>
            </a:extLst>
          </p:cNvPr>
          <p:cNvSpPr txBox="1"/>
          <p:nvPr/>
        </p:nvSpPr>
        <p:spPr bwMode="auto">
          <a:xfrm>
            <a:off x="6701652" y="4386908"/>
            <a:ext cx="2978254" cy="1015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1" rIns="91440" bIns="45721" numCol="1" rtlCol="0" anchor="t" anchorCtr="0" compatLnSpc="1">
            <a:prstTxWarp prst="textNoShape">
              <a:avLst/>
            </a:prstTxWarp>
            <a:spAutoFit/>
          </a:bodyPr>
          <a:lstStyle/>
          <a:p>
            <a:pPr algn="ctr" eaLnBrk="1"/>
            <a:r>
              <a:rPr kumimoji="1" lang="en-US" altLang="ja-JP" kern="0">
                <a:latin typeface="BIZ UDPゴシック" panose="020B0400000000000000" pitchFamily="50" charset="-128"/>
                <a:ea typeface="BIZ UDPゴシック" panose="020B0400000000000000" pitchFamily="50" charset="-128"/>
              </a:rPr>
              <a:t>#TEMP#</a:t>
            </a:r>
          </a:p>
          <a:p>
            <a:pPr algn="ctr" eaLnBrk="1"/>
            <a:r>
              <a:rPr kumimoji="1" lang="ja-JP" altLang="en-US" kern="0">
                <a:latin typeface="BIZ UDPゴシック" panose="020B0400000000000000" pitchFamily="50" charset="-128"/>
                <a:ea typeface="BIZ UDPゴシック" panose="020B0400000000000000" pitchFamily="50" charset="-128"/>
              </a:rPr>
              <a:t>常に削除されるテキスト</a:t>
            </a:r>
          </a:p>
        </p:txBody>
      </p:sp>
    </p:spTree>
    <p:extLst>
      <p:ext uri="{BB962C8B-B14F-4D97-AF65-F5344CB8AC3E}">
        <p14:creationId xmlns:p14="http://schemas.microsoft.com/office/powerpoint/2010/main" val="289201643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F940CF-6D21-EC5F-7D3F-D5ECABF65525}"/>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FC702D84-956B-2EB7-70AB-8D681B353E91}"/>
              </a:ext>
            </a:extLst>
          </p:cNvPr>
          <p:cNvSpPr>
            <a:spLocks noGrp="1"/>
          </p:cNvSpPr>
          <p:nvPr>
            <p:ph type="title"/>
          </p:nvPr>
        </p:nvSpPr>
        <p:spPr/>
        <p:txBody>
          <a:bodyPr/>
          <a:lstStyle/>
          <a:p>
            <a:r>
              <a:rPr lang="en-US" altLang="ja-JP" sz="2800">
                <a:solidFill>
                  <a:schemeClr val="tx1"/>
                </a:solidFill>
              </a:rPr>
              <a:t>CSL</a:t>
            </a:r>
            <a:r>
              <a:rPr lang="ja-JP" altLang="en-US" sz="2800">
                <a:solidFill>
                  <a:schemeClr val="tx1"/>
                </a:solidFill>
              </a:rPr>
              <a:t>タグによるスライド削除のサンプル</a:t>
            </a:r>
            <a:endParaRPr lang="ja-JP" altLang="en-US" sz="2800" dirty="0">
              <a:solidFill>
                <a:schemeClr val="tx1"/>
              </a:solidFill>
            </a:endParaRPr>
          </a:p>
        </p:txBody>
      </p:sp>
      <p:sp>
        <p:nvSpPr>
          <p:cNvPr id="23" name="スライド番号プレースホルダー 22">
            <a:extLst>
              <a:ext uri="{FF2B5EF4-FFF2-40B4-BE49-F238E27FC236}">
                <a16:creationId xmlns:a16="http://schemas.microsoft.com/office/drawing/2014/main" id="{D53087A8-9658-831B-7A33-6BE2114096E3}"/>
              </a:ext>
            </a:extLst>
          </p:cNvPr>
          <p:cNvSpPr>
            <a:spLocks noGrp="1"/>
          </p:cNvSpPr>
          <p:nvPr>
            <p:ph type="sldNum" sz="quarter" idx="12"/>
          </p:nvPr>
        </p:nvSpPr>
        <p:spPr/>
        <p:txBody>
          <a:bodyPr/>
          <a:lstStyle/>
          <a:p>
            <a:fld id="{D2D8002D-B5B0-4BAC-B1F6-782DDCCE6D9C}" type="slidenum">
              <a:rPr lang="ja-JP" altLang="en-US" smtClean="0"/>
              <a:pPr/>
              <a:t>7</a:t>
            </a:fld>
            <a:endParaRPr lang="ja-JP" altLang="en-US"/>
          </a:p>
        </p:txBody>
      </p:sp>
      <p:sp>
        <p:nvSpPr>
          <p:cNvPr id="24" name="フッター プレースホルダー 23">
            <a:extLst>
              <a:ext uri="{FF2B5EF4-FFF2-40B4-BE49-F238E27FC236}">
                <a16:creationId xmlns:a16="http://schemas.microsoft.com/office/drawing/2014/main" id="{16CE9AB6-217A-4686-C116-B9D459387038}"/>
              </a:ext>
            </a:extLst>
          </p:cNvPr>
          <p:cNvSpPr>
            <a:spLocks noGrp="1"/>
          </p:cNvSpPr>
          <p:nvPr>
            <p:ph type="ftr" sz="quarter" idx="3"/>
          </p:nvPr>
        </p:nvSpPr>
        <p:spPr/>
        <p:txBody>
          <a:bodyPr/>
          <a:lstStyle/>
          <a:p>
            <a:r>
              <a:rPr lang="en-US" altLang="ja-JP"/>
              <a:t>Copyright 2025 </a:t>
            </a:r>
            <a:r>
              <a:rPr lang="ja-JP" altLang="en-US"/>
              <a:t>アイデアクラフト </a:t>
            </a:r>
            <a:r>
              <a:rPr lang="en-US" altLang="ja-JP"/>
              <a:t>Kaimai Mizuhiro</a:t>
            </a:r>
            <a:endParaRPr lang="ja-JP" altLang="en-US"/>
          </a:p>
        </p:txBody>
      </p:sp>
      <p:sp>
        <p:nvSpPr>
          <p:cNvPr id="9" name="テキスト ボックス 8">
            <a:extLst>
              <a:ext uri="{FF2B5EF4-FFF2-40B4-BE49-F238E27FC236}">
                <a16:creationId xmlns:a16="http://schemas.microsoft.com/office/drawing/2014/main" id="{2B897589-D69E-9A50-D74C-D84DD6B0D2C8}"/>
              </a:ext>
            </a:extLst>
          </p:cNvPr>
          <p:cNvSpPr txBox="1"/>
          <p:nvPr/>
        </p:nvSpPr>
        <p:spPr bwMode="auto">
          <a:xfrm>
            <a:off x="983433" y="6158467"/>
            <a:ext cx="1656184" cy="400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1" rIns="91440" bIns="45721" numCol="1" rtlCol="0" anchor="t" anchorCtr="0" compatLnSpc="1">
            <a:prstTxWarp prst="textNoShape">
              <a:avLst/>
            </a:prstTxWarp>
            <a:spAutoFit/>
          </a:bodyPr>
          <a:lstStyle/>
          <a:p>
            <a:pPr algn="ctr" eaLnBrk="1"/>
            <a:r>
              <a:rPr kumimoji="1" lang="en-US" altLang="ja-JP" kern="0">
                <a:latin typeface="BIZ UDPゴシック" panose="020B0400000000000000" pitchFamily="50" charset="-128"/>
                <a:ea typeface="BIZ UDPゴシック" panose="020B0400000000000000" pitchFamily="50" charset="-128"/>
              </a:rPr>
              <a:t>#CSL#</a:t>
            </a:r>
            <a:endParaRPr kumimoji="1" lang="ja-JP" altLang="en-US" kern="0">
              <a:latin typeface="BIZ UDPゴシック" panose="020B0400000000000000" pitchFamily="50" charset="-128"/>
              <a:ea typeface="BIZ UDPゴシック" panose="020B0400000000000000" pitchFamily="50" charset="-128"/>
            </a:endParaRPr>
          </a:p>
        </p:txBody>
      </p:sp>
      <p:sp>
        <p:nvSpPr>
          <p:cNvPr id="3" name="テキスト ボックス 2">
            <a:extLst>
              <a:ext uri="{FF2B5EF4-FFF2-40B4-BE49-F238E27FC236}">
                <a16:creationId xmlns:a16="http://schemas.microsoft.com/office/drawing/2014/main" id="{11B3CFC3-CAAA-787F-6C38-EA3648F24DDD}"/>
              </a:ext>
            </a:extLst>
          </p:cNvPr>
          <p:cNvSpPr txBox="1"/>
          <p:nvPr/>
        </p:nvSpPr>
        <p:spPr bwMode="auto">
          <a:xfrm>
            <a:off x="1127448" y="1430644"/>
            <a:ext cx="7488832" cy="3385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1" rIns="91440" bIns="45721" numCol="1" rtlCol="0" anchor="t" anchorCtr="0" compatLnSpc="1">
            <a:prstTxWarp prst="textNoShape">
              <a:avLst/>
            </a:prstTxWarp>
            <a:spAutoFit/>
          </a:bodyPr>
          <a:lstStyle/>
          <a:p>
            <a:pPr algn="l" eaLnBrk="1"/>
            <a:r>
              <a:rPr kumimoji="1" lang="en-US" altLang="ja-JP" sz="1600" kern="0">
                <a:latin typeface="BIZ UDPゴシック" panose="020B0400000000000000" pitchFamily="50" charset="-128"/>
                <a:ea typeface="BIZ UDPゴシック" panose="020B0400000000000000" pitchFamily="50" charset="-128"/>
              </a:rPr>
              <a:t>--deletecsl </a:t>
            </a:r>
            <a:r>
              <a:rPr kumimoji="1" lang="ja-JP" altLang="en-US" sz="1600" kern="0">
                <a:latin typeface="BIZ UDPゴシック" panose="020B0400000000000000" pitchFamily="50" charset="-128"/>
                <a:ea typeface="BIZ UDPゴシック" panose="020B0400000000000000" pitchFamily="50" charset="-128"/>
              </a:rPr>
              <a:t>オプションを指定すると、このスライド全体が削除されます</a:t>
            </a:r>
          </a:p>
        </p:txBody>
      </p:sp>
      <p:cxnSp>
        <p:nvCxnSpPr>
          <p:cNvPr id="6" name="直線矢印コネクタ 5">
            <a:extLst>
              <a:ext uri="{FF2B5EF4-FFF2-40B4-BE49-F238E27FC236}">
                <a16:creationId xmlns:a16="http://schemas.microsoft.com/office/drawing/2014/main" id="{346FFCDC-A8A8-0C04-69A4-B860A6DFEE19}"/>
              </a:ext>
            </a:extLst>
          </p:cNvPr>
          <p:cNvCxnSpPr>
            <a:cxnSpLocks/>
          </p:cNvCxnSpPr>
          <p:nvPr/>
        </p:nvCxnSpPr>
        <p:spPr bwMode="auto">
          <a:xfrm>
            <a:off x="1703512" y="2368718"/>
            <a:ext cx="0" cy="3789749"/>
          </a:xfrm>
          <a:prstGeom prst="straightConnector1">
            <a:avLst/>
          </a:prstGeom>
          <a:solidFill>
            <a:srgbClr val="CCFFFF"/>
          </a:solidFill>
          <a:ln w="28575" cap="flat" cmpd="sng" algn="ctr">
            <a:solidFill>
              <a:srgbClr val="FF0000"/>
            </a:solidFill>
            <a:prstDash val="solid"/>
            <a:round/>
            <a:headEnd type="none" w="med" len="med"/>
            <a:tailEnd type="triangle"/>
          </a:ln>
          <a:effectLst/>
        </p:spPr>
      </p:cxnSp>
      <p:sp>
        <p:nvSpPr>
          <p:cNvPr id="8" name="テキスト ボックス 7">
            <a:extLst>
              <a:ext uri="{FF2B5EF4-FFF2-40B4-BE49-F238E27FC236}">
                <a16:creationId xmlns:a16="http://schemas.microsoft.com/office/drawing/2014/main" id="{80BCFBBD-EEFD-2705-7FE8-AEEEF90A38AB}"/>
              </a:ext>
            </a:extLst>
          </p:cNvPr>
          <p:cNvSpPr txBox="1"/>
          <p:nvPr/>
        </p:nvSpPr>
        <p:spPr bwMode="auto">
          <a:xfrm>
            <a:off x="1127448" y="2030162"/>
            <a:ext cx="7488832" cy="3385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1" rIns="91440" bIns="45721" numCol="1" rtlCol="0" anchor="t" anchorCtr="0" compatLnSpc="1">
            <a:prstTxWarp prst="textNoShape">
              <a:avLst/>
            </a:prstTxWarp>
            <a:spAutoFit/>
          </a:bodyPr>
          <a:lstStyle/>
          <a:p>
            <a:pPr algn="l" eaLnBrk="1"/>
            <a:r>
              <a:rPr kumimoji="1" lang="en-US" altLang="ja-JP" sz="1600" kern="0">
                <a:latin typeface="BIZ UDPゴシック" panose="020B0400000000000000" pitchFamily="50" charset="-128"/>
                <a:ea typeface="BIZ UDPゴシック" panose="020B0400000000000000" pitchFamily="50" charset="-128"/>
              </a:rPr>
              <a:t>--deletecsl </a:t>
            </a:r>
            <a:r>
              <a:rPr kumimoji="1" lang="ja-JP" altLang="en-US" sz="1600" kern="0">
                <a:latin typeface="BIZ UDPゴシック" panose="020B0400000000000000" pitchFamily="50" charset="-128"/>
                <a:ea typeface="BIZ UDPゴシック" panose="020B0400000000000000" pitchFamily="50" charset="-128"/>
              </a:rPr>
              <a:t>オプションを指定しないと、下記タグだけが削除されます</a:t>
            </a:r>
          </a:p>
        </p:txBody>
      </p:sp>
      <p:sp>
        <p:nvSpPr>
          <p:cNvPr id="4" name="テキスト ボックス 3">
            <a:extLst>
              <a:ext uri="{FF2B5EF4-FFF2-40B4-BE49-F238E27FC236}">
                <a16:creationId xmlns:a16="http://schemas.microsoft.com/office/drawing/2014/main" id="{DF1F542D-389F-6DB3-25CD-963A0B1EB839}"/>
              </a:ext>
            </a:extLst>
          </p:cNvPr>
          <p:cNvSpPr txBox="1"/>
          <p:nvPr/>
        </p:nvSpPr>
        <p:spPr bwMode="auto">
          <a:xfrm>
            <a:off x="9798652" y="6597352"/>
            <a:ext cx="1656184" cy="261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1" rIns="91440" bIns="45721" numCol="1" rtlCol="0" anchor="t" anchorCtr="0" compatLnSpc="1">
            <a:prstTxWarp prst="textNoShape">
              <a:avLst/>
            </a:prstTxWarp>
            <a:spAutoFit/>
          </a:bodyPr>
          <a:lstStyle/>
          <a:p>
            <a:pPr algn="ctr" eaLnBrk="1"/>
            <a:r>
              <a:rPr kumimoji="1" lang="en-US" altLang="ja-JP" sz="1050" kern="0">
                <a:latin typeface="BIZ UDPゴシック" panose="020B0400000000000000" pitchFamily="50" charset="-128"/>
                <a:ea typeface="BIZ UDPゴシック" panose="020B0400000000000000" pitchFamily="50" charset="-128"/>
              </a:rPr>
              <a:t>#CHAPT#</a:t>
            </a:r>
            <a:endParaRPr kumimoji="1" lang="ja-JP" altLang="en-US" sz="1050" kern="0">
              <a:latin typeface="BIZ UDPゴシック" panose="020B0400000000000000" pitchFamily="50" charset="-128"/>
              <a:ea typeface="BIZ UDPゴシック" panose="020B0400000000000000" pitchFamily="50" charset="-128"/>
            </a:endParaRPr>
          </a:p>
        </p:txBody>
      </p:sp>
    </p:spTree>
    <p:extLst>
      <p:ext uri="{BB962C8B-B14F-4D97-AF65-F5344CB8AC3E}">
        <p14:creationId xmlns:p14="http://schemas.microsoft.com/office/powerpoint/2010/main" val="129494685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F940CF-6D21-EC5F-7D3F-D5ECABF65525}"/>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FC702D84-956B-2EB7-70AB-8D681B353E91}"/>
              </a:ext>
            </a:extLst>
          </p:cNvPr>
          <p:cNvSpPr>
            <a:spLocks noGrp="1"/>
          </p:cNvSpPr>
          <p:nvPr>
            <p:ph type="title"/>
          </p:nvPr>
        </p:nvSpPr>
        <p:spPr/>
        <p:txBody>
          <a:bodyPr/>
          <a:lstStyle/>
          <a:p>
            <a:r>
              <a:rPr lang="ja-JP" altLang="en-US" sz="2800">
                <a:solidFill>
                  <a:schemeClr val="tx1"/>
                </a:solidFill>
              </a:rPr>
              <a:t>最終スライド</a:t>
            </a:r>
            <a:endParaRPr lang="ja-JP" altLang="en-US" sz="2800" dirty="0">
              <a:solidFill>
                <a:schemeClr val="tx1"/>
              </a:solidFill>
            </a:endParaRPr>
          </a:p>
        </p:txBody>
      </p:sp>
      <p:sp>
        <p:nvSpPr>
          <p:cNvPr id="23" name="スライド番号プレースホルダー 22">
            <a:extLst>
              <a:ext uri="{FF2B5EF4-FFF2-40B4-BE49-F238E27FC236}">
                <a16:creationId xmlns:a16="http://schemas.microsoft.com/office/drawing/2014/main" id="{D53087A8-9658-831B-7A33-6BE2114096E3}"/>
              </a:ext>
            </a:extLst>
          </p:cNvPr>
          <p:cNvSpPr>
            <a:spLocks noGrp="1"/>
          </p:cNvSpPr>
          <p:nvPr>
            <p:ph type="sldNum" sz="quarter" idx="12"/>
          </p:nvPr>
        </p:nvSpPr>
        <p:spPr/>
        <p:txBody>
          <a:bodyPr/>
          <a:lstStyle/>
          <a:p>
            <a:fld id="{D2D8002D-B5B0-4BAC-B1F6-782DDCCE6D9C}" type="slidenum">
              <a:rPr lang="ja-JP" altLang="en-US" smtClean="0"/>
              <a:pPr/>
              <a:t>8</a:t>
            </a:fld>
            <a:endParaRPr lang="ja-JP" altLang="en-US"/>
          </a:p>
        </p:txBody>
      </p:sp>
      <p:sp>
        <p:nvSpPr>
          <p:cNvPr id="24" name="フッター プレースホルダー 23">
            <a:extLst>
              <a:ext uri="{FF2B5EF4-FFF2-40B4-BE49-F238E27FC236}">
                <a16:creationId xmlns:a16="http://schemas.microsoft.com/office/drawing/2014/main" id="{16CE9AB6-217A-4686-C116-B9D459387038}"/>
              </a:ext>
            </a:extLst>
          </p:cNvPr>
          <p:cNvSpPr>
            <a:spLocks noGrp="1"/>
          </p:cNvSpPr>
          <p:nvPr>
            <p:ph type="ftr" sz="quarter" idx="3"/>
          </p:nvPr>
        </p:nvSpPr>
        <p:spPr/>
        <p:txBody>
          <a:bodyPr/>
          <a:lstStyle/>
          <a:p>
            <a:r>
              <a:rPr lang="en-US" altLang="ja-JP"/>
              <a:t>Copyright 2025 </a:t>
            </a:r>
            <a:r>
              <a:rPr lang="ja-JP" altLang="en-US"/>
              <a:t>アイデアクラフト </a:t>
            </a:r>
            <a:r>
              <a:rPr lang="en-US" altLang="ja-JP"/>
              <a:t>Kaimai Mizuhiro</a:t>
            </a:r>
            <a:endParaRPr lang="ja-JP" altLang="en-US"/>
          </a:p>
        </p:txBody>
      </p:sp>
      <p:sp>
        <p:nvSpPr>
          <p:cNvPr id="3" name="テキスト ボックス 2">
            <a:extLst>
              <a:ext uri="{FF2B5EF4-FFF2-40B4-BE49-F238E27FC236}">
                <a16:creationId xmlns:a16="http://schemas.microsoft.com/office/drawing/2014/main" id="{11B3CFC3-CAAA-787F-6C38-EA3648F24DDD}"/>
              </a:ext>
            </a:extLst>
          </p:cNvPr>
          <p:cNvSpPr txBox="1"/>
          <p:nvPr/>
        </p:nvSpPr>
        <p:spPr bwMode="auto">
          <a:xfrm>
            <a:off x="1127448" y="1430644"/>
            <a:ext cx="7488832" cy="3385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1" rIns="91440" bIns="45721" numCol="1" rtlCol="0" anchor="t" anchorCtr="0" compatLnSpc="1">
            <a:prstTxWarp prst="textNoShape">
              <a:avLst/>
            </a:prstTxWarp>
            <a:spAutoFit/>
          </a:bodyPr>
          <a:lstStyle/>
          <a:p>
            <a:pPr algn="l" eaLnBrk="1"/>
            <a:r>
              <a:rPr kumimoji="1" lang="ja-JP" altLang="en-US" sz="1600" kern="0">
                <a:latin typeface="BIZ UDPゴシック" panose="020B0400000000000000" pitchFamily="50" charset="-128"/>
                <a:ea typeface="BIZ UDPゴシック" panose="020B0400000000000000" pitchFamily="50" charset="-128"/>
              </a:rPr>
              <a:t>このページには特に意味はありません</a:t>
            </a:r>
          </a:p>
        </p:txBody>
      </p:sp>
      <p:sp>
        <p:nvSpPr>
          <p:cNvPr id="13" name="テキスト ボックス 12">
            <a:extLst>
              <a:ext uri="{FF2B5EF4-FFF2-40B4-BE49-F238E27FC236}">
                <a16:creationId xmlns:a16="http://schemas.microsoft.com/office/drawing/2014/main" id="{38099824-6864-BF66-A1FE-8D78DE17E9CD}"/>
              </a:ext>
            </a:extLst>
          </p:cNvPr>
          <p:cNvSpPr txBox="1"/>
          <p:nvPr/>
        </p:nvSpPr>
        <p:spPr bwMode="auto">
          <a:xfrm>
            <a:off x="9798652" y="6597352"/>
            <a:ext cx="1656184" cy="261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1" rIns="91440" bIns="45721" numCol="1" rtlCol="0" anchor="t" anchorCtr="0" compatLnSpc="1">
            <a:prstTxWarp prst="textNoShape">
              <a:avLst/>
            </a:prstTxWarp>
            <a:spAutoFit/>
          </a:bodyPr>
          <a:lstStyle/>
          <a:p>
            <a:pPr algn="ctr" eaLnBrk="1"/>
            <a:r>
              <a:rPr kumimoji="1" lang="en-US" altLang="ja-JP" sz="1050" kern="0">
                <a:latin typeface="BIZ UDPゴシック" panose="020B0400000000000000" pitchFamily="50" charset="-128"/>
                <a:ea typeface="BIZ UDPゴシック" panose="020B0400000000000000" pitchFamily="50" charset="-128"/>
              </a:rPr>
              <a:t>#CHAPT#</a:t>
            </a:r>
            <a:endParaRPr kumimoji="1" lang="ja-JP" altLang="en-US" sz="1050" kern="0">
              <a:latin typeface="BIZ UDPゴシック" panose="020B0400000000000000" pitchFamily="50" charset="-128"/>
              <a:ea typeface="BIZ UDPゴシック" panose="020B0400000000000000" pitchFamily="50" charset="-128"/>
            </a:endParaRPr>
          </a:p>
        </p:txBody>
      </p:sp>
    </p:spTree>
    <p:extLst>
      <p:ext uri="{BB962C8B-B14F-4D97-AF65-F5344CB8AC3E}">
        <p14:creationId xmlns:p14="http://schemas.microsoft.com/office/powerpoint/2010/main" val="2553113011"/>
      </p:ext>
    </p:extLst>
  </p:cSld>
  <p:clrMapOvr>
    <a:masterClrMapping/>
  </p:clrMapOvr>
</p:sld>
</file>

<file path=ppt/theme/theme1.xml><?xml version="1.0" encoding="utf-8"?>
<a:theme xmlns:a="http://schemas.openxmlformats.org/drawingml/2006/main" name="Edge">
  <a:themeElements>
    <a:clrScheme name="ユーザー定義 1">
      <a:dk1>
        <a:srgbClr val="292929"/>
      </a:dk1>
      <a:lt1>
        <a:sysClr val="window" lastClr="FFFFFF"/>
      </a:lt1>
      <a:dk2>
        <a:srgbClr val="244242"/>
      </a:dk2>
      <a:lt2>
        <a:srgbClr val="FFFFFF"/>
      </a:lt2>
      <a:accent1>
        <a:srgbClr val="51BD9C"/>
      </a:accent1>
      <a:accent2>
        <a:srgbClr val="FF2121"/>
      </a:accent2>
      <a:accent3>
        <a:srgbClr val="A3E3B1"/>
      </a:accent3>
      <a:accent4>
        <a:srgbClr val="FFE8B3"/>
      </a:accent4>
      <a:accent5>
        <a:srgbClr val="4BACC6"/>
      </a:accent5>
      <a:accent6>
        <a:srgbClr val="F79646"/>
      </a:accent6>
      <a:hlink>
        <a:srgbClr val="0000FF"/>
      </a:hlink>
      <a:folHlink>
        <a:srgbClr val="800080"/>
      </a:folHlink>
    </a:clrScheme>
    <a:fontScheme name="ユーザー定義 1">
      <a:majorFont>
        <a:latin typeface="Calibri"/>
        <a:ea typeface="メイリオ"/>
        <a:cs typeface=""/>
      </a:majorFont>
      <a:minorFont>
        <a:latin typeface="Calibri"/>
        <a:ea typeface="メイリオ"/>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noFill/>
        <a:ln w="12700" cap="flat" cmpd="sng" algn="ctr">
          <a:solidFill>
            <a:schemeClr val="tx1">
              <a:lumMod val="75000"/>
              <a:lumOff val="25000"/>
            </a:schemeClr>
          </a:solidFill>
          <a:prstDash val="solid"/>
          <a:round/>
          <a:headEnd type="none" w="med" len="med"/>
          <a:tailEnd type="none" w="med" len="med"/>
        </a:ln>
        <a:effectLst/>
      </a:spPr>
      <a:bodyPr vert="horz" wrap="none" lIns="90000" tIns="46800" rIns="90000" bIns="46800" numCol="1" rtlCol="0" anchor="t" anchorCtr="0" compatLnSpc="1">
        <a:prstTxWarp prst="textNoShape">
          <a:avLst/>
        </a:prstTxWarp>
      </a:bodyPr>
      <a:lstStyle>
        <a:defPPr algn="ctr" defTabSz="914477" eaLnBrk="1" hangingPunct="1">
          <a:defRPr kumimoji="1">
            <a:latin typeface="BIZ UDPゴシック" panose="020B0400000000000000" pitchFamily="50" charset="-128"/>
            <a:ea typeface="BIZ UDPゴシック" panose="020B0400000000000000" pitchFamily="50" charset="-128"/>
          </a:defRPr>
        </a:defPPr>
      </a:lstStyle>
    </a:spDef>
    <a:lnDef>
      <a:spPr bwMode="auto">
        <a:solidFill>
          <a:srgbClr val="CCFFFF"/>
        </a:solidFill>
        <a:ln w="28575" cap="flat" cmpd="sng" algn="ctr">
          <a:solidFill>
            <a:schemeClr val="tx1">
              <a:lumMod val="75000"/>
              <a:lumOff val="25000"/>
            </a:schemeClr>
          </a:solidFill>
          <a:prstDash val="solid"/>
          <a:round/>
          <a:headEnd type="none" w="med" len="med"/>
          <a:tailEnd type="triangle"/>
        </a:ln>
        <a:effectLst/>
      </a:spPr>
      <a:bodyPr/>
      <a:lstStyle/>
    </a:lnDef>
    <a:txDef>
      <a:spPr bwMode="auto">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a:spPr>
      <a:bodyPr vert="horz" wrap="square" lIns="91440" tIns="45721" rIns="91440" bIns="45721" numCol="1" rtlCol="0" anchor="t" anchorCtr="0" compatLnSpc="1">
        <a:prstTxWarp prst="textNoShape">
          <a:avLst/>
        </a:prstTxWarp>
        <a:spAutoFit/>
      </a:bodyPr>
      <a:lstStyle>
        <a:defPPr algn="l" eaLnBrk="1">
          <a:defRPr kern="0" smtClean="0">
            <a:latin typeface="BIZ UDPゴシック" panose="020B0400000000000000" pitchFamily="50" charset="-128"/>
            <a:ea typeface="BIZ UDPゴシック" panose="020B0400000000000000" pitchFamily="50" charset="-128"/>
          </a:defRPr>
        </a:defPPr>
      </a:lstStyle>
    </a:txDef>
  </a:objectDefaults>
  <a:extraClrSchemeLst>
    <a:extraClrScheme>
      <a:clrScheme name="Edge 1">
        <a:dk1>
          <a:srgbClr val="333333"/>
        </a:dk1>
        <a:lt1>
          <a:srgbClr val="FFFFFF"/>
        </a:lt1>
        <a:dk2>
          <a:srgbClr val="820000"/>
        </a:dk2>
        <a:lt2>
          <a:srgbClr val="FFFFFF"/>
        </a:lt2>
        <a:accent1>
          <a:srgbClr val="FF9900"/>
        </a:accent1>
        <a:accent2>
          <a:srgbClr val="CC3300"/>
        </a:accent2>
        <a:accent3>
          <a:srgbClr val="C1AAAA"/>
        </a:accent3>
        <a:accent4>
          <a:srgbClr val="DADADA"/>
        </a:accent4>
        <a:accent5>
          <a:srgbClr val="FFCAAA"/>
        </a:accent5>
        <a:accent6>
          <a:srgbClr val="B92D00"/>
        </a:accent6>
        <a:hlink>
          <a:srgbClr val="808080"/>
        </a:hlink>
        <a:folHlink>
          <a:srgbClr val="666633"/>
        </a:folHlink>
      </a:clrScheme>
      <a:clrMap bg1="dk2" tx1="lt1" bg2="dk1" tx2="lt2" accent1="accent1" accent2="accent2" accent3="accent3" accent4="accent4" accent5="accent5" accent6="accent6" hlink="hlink" folHlink="folHlink"/>
    </a:extraClrScheme>
    <a:extraClrScheme>
      <a:clrScheme name="Edge 2">
        <a:dk1>
          <a:srgbClr val="333333"/>
        </a:dk1>
        <a:lt1>
          <a:srgbClr val="CCCCFF"/>
        </a:lt1>
        <a:dk2>
          <a:srgbClr val="0B0506"/>
        </a:dk2>
        <a:lt2>
          <a:srgbClr val="FFFFFF"/>
        </a:lt2>
        <a:accent1>
          <a:srgbClr val="3366CC"/>
        </a:accent1>
        <a:accent2>
          <a:srgbClr val="3333CC"/>
        </a:accent2>
        <a:accent3>
          <a:srgbClr val="AAAAAA"/>
        </a:accent3>
        <a:accent4>
          <a:srgbClr val="AEAEDA"/>
        </a:accent4>
        <a:accent5>
          <a:srgbClr val="ADB8E2"/>
        </a:accent5>
        <a:accent6>
          <a:srgbClr val="2D2DB9"/>
        </a:accent6>
        <a:hlink>
          <a:srgbClr val="808080"/>
        </a:hlink>
        <a:folHlink>
          <a:srgbClr val="666633"/>
        </a:folHlink>
      </a:clrScheme>
      <a:clrMap bg1="dk2" tx1="lt1" bg2="dk1" tx2="lt2" accent1="accent1" accent2="accent2" accent3="accent3" accent4="accent4" accent5="accent5" accent6="accent6" hlink="hlink" folHlink="folHlink"/>
    </a:extraClrScheme>
    <a:extraClrScheme>
      <a:clrScheme name="Edge 3">
        <a:dk1>
          <a:srgbClr val="333333"/>
        </a:dk1>
        <a:lt1>
          <a:srgbClr val="FFFFFF"/>
        </a:lt1>
        <a:dk2>
          <a:srgbClr val="221013"/>
        </a:dk2>
        <a:lt2>
          <a:srgbClr val="FFFFFF"/>
        </a:lt2>
        <a:accent1>
          <a:srgbClr val="CC3300"/>
        </a:accent1>
        <a:accent2>
          <a:srgbClr val="CC9900"/>
        </a:accent2>
        <a:accent3>
          <a:srgbClr val="ABAAAA"/>
        </a:accent3>
        <a:accent4>
          <a:srgbClr val="DADADA"/>
        </a:accent4>
        <a:accent5>
          <a:srgbClr val="E2ADAA"/>
        </a:accent5>
        <a:accent6>
          <a:srgbClr val="B98A00"/>
        </a:accent6>
        <a:hlink>
          <a:srgbClr val="808080"/>
        </a:hlink>
        <a:folHlink>
          <a:srgbClr val="666633"/>
        </a:folHlink>
      </a:clrScheme>
      <a:clrMap bg1="dk2" tx1="lt1" bg2="dk1" tx2="lt2" accent1="accent1" accent2="accent2" accent3="accent3" accent4="accent4" accent5="accent5" accent6="accent6" hlink="hlink" folHlink="folHlink"/>
    </a:extraClrScheme>
    <a:extraClrScheme>
      <a:clrScheme name="Edge 4">
        <a:dk1>
          <a:srgbClr val="11054B"/>
        </a:dk1>
        <a:lt1>
          <a:srgbClr val="FFFFFF"/>
        </a:lt1>
        <a:dk2>
          <a:srgbClr val="0000CC"/>
        </a:dk2>
        <a:lt2>
          <a:srgbClr val="FFFFFF"/>
        </a:lt2>
        <a:accent1>
          <a:srgbClr val="FF6600"/>
        </a:accent1>
        <a:accent2>
          <a:srgbClr val="FF3300"/>
        </a:accent2>
        <a:accent3>
          <a:srgbClr val="AAAAE2"/>
        </a:accent3>
        <a:accent4>
          <a:srgbClr val="DADADA"/>
        </a:accent4>
        <a:accent5>
          <a:srgbClr val="FFB8AA"/>
        </a:accent5>
        <a:accent6>
          <a:srgbClr val="E72D00"/>
        </a:accent6>
        <a:hlink>
          <a:srgbClr val="CC9900"/>
        </a:hlink>
        <a:folHlink>
          <a:srgbClr val="B2B2B2"/>
        </a:folHlink>
      </a:clrScheme>
      <a:clrMap bg1="dk2" tx1="lt1" bg2="dk1" tx2="lt2" accent1="accent1" accent2="accent2" accent3="accent3" accent4="accent4" accent5="accent5" accent6="accent6" hlink="hlink" folHlink="folHlink"/>
    </a:extraClrScheme>
    <a:extraClrScheme>
      <a:clrScheme name="Edge 5">
        <a:dk1>
          <a:srgbClr val="9B8D65"/>
        </a:dk1>
        <a:lt1>
          <a:srgbClr val="F8F8F8"/>
        </a:lt1>
        <a:dk2>
          <a:srgbClr val="002600"/>
        </a:dk2>
        <a:lt2>
          <a:srgbClr val="FAFACC"/>
        </a:lt2>
        <a:accent1>
          <a:srgbClr val="CC9933"/>
        </a:accent1>
        <a:accent2>
          <a:srgbClr val="8F9967"/>
        </a:accent2>
        <a:accent3>
          <a:srgbClr val="AAACAA"/>
        </a:accent3>
        <a:accent4>
          <a:srgbClr val="D4D4D4"/>
        </a:accent4>
        <a:accent5>
          <a:srgbClr val="E2CAAD"/>
        </a:accent5>
        <a:accent6>
          <a:srgbClr val="818A5D"/>
        </a:accent6>
        <a:hlink>
          <a:srgbClr val="336600"/>
        </a:hlink>
        <a:folHlink>
          <a:srgbClr val="808000"/>
        </a:folHlink>
      </a:clrScheme>
      <a:clrMap bg1="dk2" tx1="lt1" bg2="dk1" tx2="lt2" accent1="accent1" accent2="accent2" accent3="accent3" accent4="accent4" accent5="accent5" accent6="accent6" hlink="hlink" folHlink="folHlink"/>
    </a:extraClrScheme>
    <a:extraClrScheme>
      <a:clrScheme name="Edge 6">
        <a:dk1>
          <a:srgbClr val="333333"/>
        </a:dk1>
        <a:lt1>
          <a:srgbClr val="FFFFFF"/>
        </a:lt1>
        <a:dk2>
          <a:srgbClr val="006699"/>
        </a:dk2>
        <a:lt2>
          <a:srgbClr val="FFFFFF"/>
        </a:lt2>
        <a:accent1>
          <a:srgbClr val="CC9900"/>
        </a:accent1>
        <a:accent2>
          <a:srgbClr val="FF9900"/>
        </a:accent2>
        <a:accent3>
          <a:srgbClr val="AAB8CA"/>
        </a:accent3>
        <a:accent4>
          <a:srgbClr val="DADADA"/>
        </a:accent4>
        <a:accent5>
          <a:srgbClr val="E2CAAA"/>
        </a:accent5>
        <a:accent6>
          <a:srgbClr val="E78A00"/>
        </a:accent6>
        <a:hlink>
          <a:srgbClr val="FFCC00"/>
        </a:hlink>
        <a:folHlink>
          <a:srgbClr val="706F37"/>
        </a:folHlink>
      </a:clrScheme>
      <a:clrMap bg1="dk2" tx1="lt1" bg2="dk1" tx2="lt2" accent1="accent1" accent2="accent2" accent3="accent3" accent4="accent4" accent5="accent5" accent6="accent6" hlink="hlink" folHlink="folHlink"/>
    </a:extraClrScheme>
    <a:extraClrScheme>
      <a:clrScheme name="Edge 7">
        <a:dk1>
          <a:srgbClr val="000000"/>
        </a:dk1>
        <a:lt1>
          <a:srgbClr val="FFFFFF"/>
        </a:lt1>
        <a:dk2>
          <a:srgbClr val="006633"/>
        </a:dk2>
        <a:lt2>
          <a:srgbClr val="5F5F5F"/>
        </a:lt2>
        <a:accent1>
          <a:srgbClr val="CC9900"/>
        </a:accent1>
        <a:accent2>
          <a:srgbClr val="3B812F"/>
        </a:accent2>
        <a:accent3>
          <a:srgbClr val="FFFFFF"/>
        </a:accent3>
        <a:accent4>
          <a:srgbClr val="000000"/>
        </a:accent4>
        <a:accent5>
          <a:srgbClr val="E2CAAA"/>
        </a:accent5>
        <a:accent6>
          <a:srgbClr val="35742A"/>
        </a:accent6>
        <a:hlink>
          <a:srgbClr val="996600"/>
        </a:hlink>
        <a:folHlink>
          <a:srgbClr val="AFBF39"/>
        </a:folHlink>
      </a:clrScheme>
      <a:clrMap bg1="lt1" tx1="dk1" bg2="lt2" tx2="dk2" accent1="accent1" accent2="accent2" accent3="accent3" accent4="accent4" accent5="accent5" accent6="accent6" hlink="hlink" folHlink="folHlink"/>
    </a:extraClrScheme>
    <a:extraClrScheme>
      <a:clrScheme name="Edge 8">
        <a:dk1>
          <a:srgbClr val="000000"/>
        </a:dk1>
        <a:lt1>
          <a:srgbClr val="FFFFFF"/>
        </a:lt1>
        <a:dk2>
          <a:srgbClr val="CC0000"/>
        </a:dk2>
        <a:lt2>
          <a:srgbClr val="666699"/>
        </a:lt2>
        <a:accent1>
          <a:srgbClr val="808080"/>
        </a:accent1>
        <a:accent2>
          <a:srgbClr val="999933"/>
        </a:accent2>
        <a:accent3>
          <a:srgbClr val="FFFFFF"/>
        </a:accent3>
        <a:accent4>
          <a:srgbClr val="000000"/>
        </a:accent4>
        <a:accent5>
          <a:srgbClr val="C0C0C0"/>
        </a:accent5>
        <a:accent6>
          <a:srgbClr val="8A8A2D"/>
        </a:accent6>
        <a:hlink>
          <a:srgbClr val="4C6D80"/>
        </a:hlink>
        <a:folHlink>
          <a:srgbClr val="B2B2B2"/>
        </a:folHlink>
      </a:clrScheme>
      <a:clrMap bg1="lt1" tx1="dk1" bg2="lt2" tx2="dk2" accent1="accent1" accent2="accent2" accent3="accent3" accent4="accent4" accent5="accent5" accent6="accent6" hlink="hlink" folHlink="folHlink"/>
    </a:extraClrScheme>
    <a:extraClrScheme>
      <a:clrScheme name="Edge 9">
        <a:dk1>
          <a:srgbClr val="000000"/>
        </a:dk1>
        <a:lt1>
          <a:srgbClr val="FFFFFF"/>
        </a:lt1>
        <a:dk2>
          <a:srgbClr val="003399"/>
        </a:dk2>
        <a:lt2>
          <a:srgbClr val="666699"/>
        </a:lt2>
        <a:accent1>
          <a:srgbClr val="009999"/>
        </a:accent1>
        <a:accent2>
          <a:srgbClr val="4C6D4E"/>
        </a:accent2>
        <a:accent3>
          <a:srgbClr val="FFFFFF"/>
        </a:accent3>
        <a:accent4>
          <a:srgbClr val="000000"/>
        </a:accent4>
        <a:accent5>
          <a:srgbClr val="AACACA"/>
        </a:accent5>
        <a:accent6>
          <a:srgbClr val="446246"/>
        </a:accent6>
        <a:hlink>
          <a:srgbClr val="4C6D80"/>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図解技法による分かりやすい資料の作成講座-20181121・講師用</Template>
  <TotalTime>20992</TotalTime>
  <Words>387</Words>
  <Application>Microsoft Office PowerPoint</Application>
  <PresentationFormat>ワイド画面</PresentationFormat>
  <Paragraphs>56</Paragraphs>
  <Slides>9</Slides>
  <Notes>0</Notes>
  <HiddenSlides>0</HiddenSlides>
  <MMClips>0</MMClips>
  <ScaleCrop>false</ScaleCrop>
  <HeadingPairs>
    <vt:vector size="6" baseType="variant">
      <vt:variant>
        <vt:lpstr>使用されているフォント</vt:lpstr>
      </vt:variant>
      <vt:variant>
        <vt:i4>6</vt:i4>
      </vt:variant>
      <vt:variant>
        <vt:lpstr>テーマ</vt:lpstr>
      </vt:variant>
      <vt:variant>
        <vt:i4>1</vt:i4>
      </vt:variant>
      <vt:variant>
        <vt:lpstr>スライド タイトル</vt:lpstr>
      </vt:variant>
      <vt:variant>
        <vt:i4>9</vt:i4>
      </vt:variant>
    </vt:vector>
  </HeadingPairs>
  <TitlesOfParts>
    <vt:vector size="16" baseType="lpstr">
      <vt:lpstr>BIZ UDPゴシック</vt:lpstr>
      <vt:lpstr>FOT-UD丸ゴ_ラージ Pr6 M</vt:lpstr>
      <vt:lpstr>Arial</vt:lpstr>
      <vt:lpstr>Garamond</vt:lpstr>
      <vt:lpstr>Source Code Pro Semibold</vt:lpstr>
      <vt:lpstr>Wingdings</vt:lpstr>
      <vt:lpstr>Edge</vt:lpstr>
      <vt:lpstr>03_EISample</vt:lpstr>
      <vt:lpstr>PowerPoint プレゼンテーション</vt:lpstr>
      <vt:lpstr>PowerPoint プレゼンテーション</vt:lpstr>
      <vt:lpstr>PowerPoint プレゼンテーション</vt:lpstr>
      <vt:lpstr>確認方法</vt:lpstr>
      <vt:lpstr>確認方法（通常生成版）</vt:lpstr>
      <vt:lpstr>CSPタグによるシェイプ削除のサンプル</vt:lpstr>
      <vt:lpstr>CSLタグによるスライド削除のサンプル</vt:lpstr>
      <vt:lpstr>最終スライド</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プレゼンテーション</dc:title>
  <dc:creator>開米瑞浩</dc:creator>
  <cp:lastModifiedBy>瑞浩 開米</cp:lastModifiedBy>
  <cp:revision>1952</cp:revision>
  <cp:lastPrinted>2024-11-10T09:08:11Z</cp:lastPrinted>
  <dcterms:modified xsi:type="dcterms:W3CDTF">2025-03-08T06:02:35Z</dcterms:modified>
</cp:coreProperties>
</file>