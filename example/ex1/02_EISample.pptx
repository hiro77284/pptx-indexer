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3"/>
  </p:notesMasterIdLst>
  <p:sldIdLst>
    <p:sldId id="1682" r:id="rId2"/>
    <p:sldId id="1703" r:id="rId3"/>
    <p:sldId id="1688" r:id="rId4"/>
    <p:sldId id="1702" r:id="rId5"/>
    <p:sldId id="1712" r:id="rId6"/>
    <p:sldId id="1705" r:id="rId7"/>
    <p:sldId id="1706" r:id="rId8"/>
    <p:sldId id="1711" r:id="rId9"/>
    <p:sldId id="1707" r:id="rId10"/>
    <p:sldId id="1709" r:id="rId11"/>
    <p:sldId id="1710" r:id="rId12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6" autoAdjust="0"/>
    <p:restoredTop sz="86408" autoAdjust="0"/>
  </p:normalViewPr>
  <p:slideViewPr>
    <p:cSldViewPr>
      <p:cViewPr varScale="1">
        <p:scale>
          <a:sx n="95" d="100"/>
          <a:sy n="95" d="100"/>
        </p:scale>
        <p:origin x="492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2025/3/7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916832"/>
            <a:ext cx="10164233" cy="961752"/>
          </a:xfrm>
        </p:spPr>
        <p:txBody>
          <a:bodyPr/>
          <a:lstStyle/>
          <a:p>
            <a:r>
              <a:rPr kumimoji="1" lang="en-US" altLang="ja-JP"/>
              <a:t>02_EISample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2025/3/6</a:t>
            </a:r>
            <a:r>
              <a:rPr lang="ja-JP" altLang="en-US" sz="2000"/>
              <a:t> 作成</a:t>
            </a:r>
            <a:endParaRPr lang="en-US" altLang="ja-JP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812864"/>
            <a:ext cx="871296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　　　　　　　　　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タグで節番号のリセットを処理するサンプルです。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3C5EB28F-FE13-3618-8523-84E9A1FCC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3832" y="2812744"/>
            <a:ext cx="167640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BBDEF3B2-605E-3CBC-A5D6-32BD2327D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" y="366712"/>
            <a:ext cx="1108710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22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確認方法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37CEAC6-AC58-76B0-F1B1-B73D6E5825A7}"/>
              </a:ext>
            </a:extLst>
          </p:cNvPr>
          <p:cNvSpPr/>
          <p:nvPr/>
        </p:nvSpPr>
        <p:spPr bwMode="auto">
          <a:xfrm>
            <a:off x="767408" y="1130835"/>
            <a:ext cx="10441160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以下のようにして起動します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2730ED5-5710-EDFF-4330-9E3D752AC1FD}"/>
              </a:ext>
            </a:extLst>
          </p:cNvPr>
          <p:cNvSpPr/>
          <p:nvPr/>
        </p:nvSpPr>
        <p:spPr bwMode="auto">
          <a:xfrm>
            <a:off x="1163452" y="177115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python pptx-indexer.py 02_EISample.pptx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BD180237-316D-55F9-693A-1E629734CE77}"/>
              </a:ext>
            </a:extLst>
          </p:cNvPr>
          <p:cNvSpPr/>
          <p:nvPr/>
        </p:nvSpPr>
        <p:spPr bwMode="auto">
          <a:xfrm>
            <a:off x="767408" y="2432933"/>
            <a:ext cx="1296144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B8D9E42-4737-58C6-0C1E-653C512A4A81}"/>
              </a:ext>
            </a:extLst>
          </p:cNvPr>
          <p:cNvSpPr/>
          <p:nvPr/>
        </p:nvSpPr>
        <p:spPr bwMode="auto">
          <a:xfrm>
            <a:off x="1163452" y="296219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02_EISample_generated.pptx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1826B-D5BF-C382-4E1D-2232B12D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16C01B-F4E3-0E48-6FF7-581E96CF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春の章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8A26EF3-93AA-92C4-F485-246FE29DE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EE9D72C-B305-6BF7-0399-B66719D4C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D1B95D8-9D07-2EB5-AF89-6D44F1B057BF}"/>
              </a:ext>
            </a:extLst>
          </p:cNvPr>
          <p:cNvSpPr txBox="1"/>
          <p:nvPr/>
        </p:nvSpPr>
        <p:spPr bwMode="auto">
          <a:xfrm>
            <a:off x="804532" y="2132856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9F474A6-F92B-804B-D088-1BB8E00D70E8}"/>
              </a:ext>
            </a:extLst>
          </p:cNvPr>
          <p:cNvSpPr/>
          <p:nvPr/>
        </p:nvSpPr>
        <p:spPr bwMode="auto">
          <a:xfrm>
            <a:off x="839416" y="1657566"/>
            <a:ext cx="7128792" cy="47529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章とびらとなり、節番号はつきません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E8B5BBE-B49E-7711-FFBA-FFEF70A924F2}"/>
              </a:ext>
            </a:extLst>
          </p:cNvPr>
          <p:cNvCxnSpPr/>
          <p:nvPr/>
        </p:nvCxnSpPr>
        <p:spPr bwMode="auto">
          <a:xfrm flipV="1">
            <a:off x="1055440" y="1052736"/>
            <a:ext cx="0" cy="50405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9201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D8B2-FBED-F116-1280-B091D688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47A7B-6E41-5CE1-E0E7-11370348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菜の花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808510E7-8980-567C-003C-3EFB3C3C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658D0C42-F250-5532-F6B2-6A81D99B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6439650-780F-107F-C637-D942AB80CEF9}"/>
              </a:ext>
            </a:extLst>
          </p:cNvPr>
          <p:cNvSpPr/>
          <p:nvPr/>
        </p:nvSpPr>
        <p:spPr bwMode="auto">
          <a:xfrm>
            <a:off x="839416" y="1657566"/>
            <a:ext cx="7128792" cy="47529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章・節番号がつきます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223FA059-6E9E-5AF7-7225-DB97F5D65837}"/>
              </a:ext>
            </a:extLst>
          </p:cNvPr>
          <p:cNvCxnSpPr/>
          <p:nvPr/>
        </p:nvCxnSpPr>
        <p:spPr bwMode="auto">
          <a:xfrm flipV="1">
            <a:off x="1055440" y="1052736"/>
            <a:ext cx="0" cy="50405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9376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E8A58-216E-EC0D-74AE-356DC603D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5C4806-AC04-929C-FC1B-E43AB91C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夏の章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1EE69B91-9297-3982-ABFF-50130EEDB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3F3C54A-3925-6DCD-3BD1-C35C8C712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63EAC2-E10D-5869-6744-9DC4494AB0FD}"/>
              </a:ext>
            </a:extLst>
          </p:cNvPr>
          <p:cNvSpPr txBox="1"/>
          <p:nvPr/>
        </p:nvSpPr>
        <p:spPr bwMode="auto">
          <a:xfrm>
            <a:off x="804532" y="2132856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95C9CC5-EF5C-250C-2EBA-B9AC3898636A}"/>
              </a:ext>
            </a:extLst>
          </p:cNvPr>
          <p:cNvSpPr/>
          <p:nvPr/>
        </p:nvSpPr>
        <p:spPr bwMode="auto">
          <a:xfrm>
            <a:off x="839416" y="1657566"/>
            <a:ext cx="7128792" cy="47529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章が変わり、節番号もつきます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74C99B72-DD8B-E099-AFA0-FE1486EA7939}"/>
              </a:ext>
            </a:extLst>
          </p:cNvPr>
          <p:cNvCxnSpPr/>
          <p:nvPr/>
        </p:nvCxnSpPr>
        <p:spPr bwMode="auto">
          <a:xfrm flipV="1">
            <a:off x="1055440" y="1052736"/>
            <a:ext cx="0" cy="50405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1DFA95-2C8C-CEC0-E440-0FC785444B9B}"/>
              </a:ext>
            </a:extLst>
          </p:cNvPr>
          <p:cNvSpPr txBox="1"/>
          <p:nvPr/>
        </p:nvSpPr>
        <p:spPr bwMode="auto">
          <a:xfrm>
            <a:off x="804532" y="2555639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76795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D8B2-FBED-F116-1280-B091D688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47A7B-6E41-5CE1-E0E7-11370348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百合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808510E7-8980-567C-003C-3EFB3C3C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658D0C42-F250-5532-F6B2-6A81D99B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9459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D8B2-FBED-F116-1280-B091D688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47A7B-6E41-5CE1-E0E7-11370348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アジサイ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808510E7-8980-567C-003C-3EFB3C3C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658D0C42-F250-5532-F6B2-6A81D99B7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DB6DA4A-5C1E-B4AD-2C1C-3AC1800DFD23}"/>
              </a:ext>
            </a:extLst>
          </p:cNvPr>
          <p:cNvSpPr/>
          <p:nvPr/>
        </p:nvSpPr>
        <p:spPr bwMode="auto">
          <a:xfrm>
            <a:off x="839416" y="1657566"/>
            <a:ext cx="7128792" cy="47529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節番号が１にリセットされます</a:t>
            </a:r>
            <a:endParaRPr kumimoji="1" lang="en-US" altLang="ja-JP" sz="18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CA4CD4A0-627D-9B2B-7239-C89B39C61944}"/>
              </a:ext>
            </a:extLst>
          </p:cNvPr>
          <p:cNvCxnSpPr/>
          <p:nvPr/>
        </p:nvCxnSpPr>
        <p:spPr bwMode="auto">
          <a:xfrm flipV="1">
            <a:off x="1055440" y="1052736"/>
            <a:ext cx="0" cy="50405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72B185-D14A-4EB2-6896-A598CB0D5B78}"/>
              </a:ext>
            </a:extLst>
          </p:cNvPr>
          <p:cNvSpPr txBox="1"/>
          <p:nvPr/>
        </p:nvSpPr>
        <p:spPr bwMode="auto">
          <a:xfrm>
            <a:off x="804532" y="2105582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#SECTION#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80759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5351D-3219-29F5-B2CE-51AD21523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3A45BF-BC21-2827-46FA-A5602921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ヒマワリ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B6955ED7-8387-26BC-E8FD-9AF90FC9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7FA73FF8-3877-FC21-1682-6B71F8F3D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31631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0F774-8F1B-EE39-402D-4D50827D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F3FE88-798A-2206-7C89-0B9BC2C8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秋の章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1112BC9-B74A-35BA-DDE6-802A56B6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1795D8DD-FC20-D704-31C5-7BAECD1E9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D48772-3B94-349C-850B-16250AA16AE6}"/>
              </a:ext>
            </a:extLst>
          </p:cNvPr>
          <p:cNvSpPr txBox="1"/>
          <p:nvPr/>
        </p:nvSpPr>
        <p:spPr bwMode="auto">
          <a:xfrm>
            <a:off x="804532" y="2132856"/>
            <a:ext cx="2232248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9092BA9-3517-EC1C-04C0-CF7139E419CB}"/>
              </a:ext>
            </a:extLst>
          </p:cNvPr>
          <p:cNvSpPr/>
          <p:nvPr/>
        </p:nvSpPr>
        <p:spPr bwMode="auto">
          <a:xfrm>
            <a:off x="839416" y="1657566"/>
            <a:ext cx="7128792" cy="47529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章とびらとなり、節番号はつきません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89034F17-C706-771D-B7BE-A2A2773826D5}"/>
              </a:ext>
            </a:extLst>
          </p:cNvPr>
          <p:cNvCxnSpPr/>
          <p:nvPr/>
        </p:nvCxnSpPr>
        <p:spPr bwMode="auto">
          <a:xfrm flipV="1">
            <a:off x="1055440" y="1052736"/>
            <a:ext cx="0" cy="504056"/>
          </a:xfrm>
          <a:prstGeom prst="straightConnector1">
            <a:avLst/>
          </a:prstGeom>
          <a:solidFill>
            <a:srgbClr val="CCFFFF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92588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26D43-D40A-4DC9-7585-9EFD15DE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5A2800-ABAB-0F2C-499E-6618B648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リンドウ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72AC4A97-5104-80AF-8033-42C33954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9870DA24-8AB7-E8F0-CC3D-672C82FCA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41445633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20893</TotalTime>
  <Words>183</Words>
  <Application>Microsoft Office PowerPoint</Application>
  <PresentationFormat>ワイド画面</PresentationFormat>
  <Paragraphs>47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BIZ UDPゴシック</vt:lpstr>
      <vt:lpstr>FOT-UD丸ゴ_ラージ Pr6 M</vt:lpstr>
      <vt:lpstr>Arial</vt:lpstr>
      <vt:lpstr>Garamond</vt:lpstr>
      <vt:lpstr>Source Code Pro Semibold</vt:lpstr>
      <vt:lpstr>Wingdings</vt:lpstr>
      <vt:lpstr>Edge</vt:lpstr>
      <vt:lpstr>02_EISample</vt:lpstr>
      <vt:lpstr>PowerPoint プレゼンテーション</vt:lpstr>
      <vt:lpstr>確認方法</vt:lpstr>
      <vt:lpstr>春の章</vt:lpstr>
      <vt:lpstr>菜の花</vt:lpstr>
      <vt:lpstr>夏の章</vt:lpstr>
      <vt:lpstr>百合</vt:lpstr>
      <vt:lpstr>アジサイ</vt:lpstr>
      <vt:lpstr>ヒマワリ</vt:lpstr>
      <vt:lpstr>秋の章</vt:lpstr>
      <vt:lpstr>リンドウ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1908</cp:revision>
  <cp:lastPrinted>2024-11-10T09:08:11Z</cp:lastPrinted>
  <dcterms:modified xsi:type="dcterms:W3CDTF">2025-03-07T04:48:22Z</dcterms:modified>
</cp:coreProperties>
</file>