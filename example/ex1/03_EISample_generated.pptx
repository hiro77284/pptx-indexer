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1"/>
  </p:notesMasterIdLst>
  <p:sldIdLst>
    <p:sldId id="1682" r:id="rId2"/>
    <p:sldId id="1713" r:id="rId3"/>
    <p:sldId id="1717" r:id="rId4"/>
    <p:sldId id="1703" r:id="rId5"/>
    <p:sldId id="1714" r:id="rId6"/>
    <p:sldId id="1688" r:id="rId7"/>
    <p:sldId id="1702" r:id="rId8"/>
    <p:sldId id="1716" r:id="rId9"/>
    <p:sldId id="1715" r:id="rId10"/>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6" autoAdjust="0"/>
    <p:restoredTop sz="86408" autoAdjust="0"/>
  </p:normalViewPr>
  <p:slideViewPr>
    <p:cSldViewPr>
      <p:cViewPr varScale="1">
        <p:scale>
          <a:sx n="95" d="100"/>
          <a:sy n="95" d="100"/>
        </p:scale>
        <p:origin x="492"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2025/3/7</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916832"/>
            <a:ext cx="10164233" cy="961752"/>
          </a:xfrm>
        </p:spPr>
        <p:txBody>
          <a:bodyPr/>
          <a:lstStyle/>
          <a:p>
            <a:r>
              <a:t>03_EISample</a:t>
            </a:r>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2025/3/6</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812864"/>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 </a:t>
            </a:r>
            <a:r>
              <a:rPr kumimoji="1" lang="en-US" altLang="ja-JP" kern="0">
                <a:latin typeface="BIZ UDPゴシック" panose="020B0400000000000000" pitchFamily="50" charset="-128"/>
                <a:ea typeface="BIZ UDPゴシック" panose="020B0400000000000000" pitchFamily="50" charset="-128"/>
              </a:rPr>
              <a:t>CSL,CSP,MEMO,TEMP </a:t>
            </a:r>
            <a:r>
              <a:rPr kumimoji="1" lang="ja-JP" altLang="en-US" kern="0">
                <a:latin typeface="BIZ UDPゴシック" panose="020B0400000000000000" pitchFamily="50" charset="-128"/>
                <a:ea typeface="BIZ UDPゴシック" panose="020B0400000000000000" pitchFamily="50" charset="-128"/>
              </a:rPr>
              <a:t>タグでコンテンツのコントロールを処理するサンプルです。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0B08F1A-9E65-C4C0-F20E-CEF9547FC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100663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8CDA-1787-B2DC-900D-5DB25F8EF1C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7E16A4D-354D-1D10-C09D-68274E6619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346582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4" name="グラフィックス 3">
            <a:extLst>
              <a:ext uri="{FF2B5EF4-FFF2-40B4-BE49-F238E27FC236}">
                <a16:creationId xmlns:a16="http://schemas.microsoft.com/office/drawing/2014/main" id="{E106DDF3-0283-1391-F971-62A509E41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291152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1) 確認方法</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--deletecsl --target-trailer '_CSL'</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225916"/>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(CSL </a:t>
            </a:r>
            <a:r>
              <a:rPr kumimoji="1" lang="ja-JP" altLang="en-US" sz="1800">
                <a:latin typeface="BIZ UDPゴシック" panose="020B0400000000000000" pitchFamily="50" charset="-128"/>
                <a:ea typeface="BIZ UDPゴシック" panose="020B0400000000000000" pitchFamily="50" charset="-128"/>
              </a:rPr>
              <a:t>タグを含むスライドは削除される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655621"/>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02_EISample_CSL.pptx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D84020F-2253-275B-AB72-25810065CE87}"/>
              </a:ext>
            </a:extLst>
          </p:cNvPr>
          <p:cNvSpPr txBox="1"/>
          <p:nvPr/>
        </p:nvSpPr>
        <p:spPr bwMode="auto">
          <a:xfrm>
            <a:off x="7669400" y="1016306"/>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_CSL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7" name="右中かっこ 6">
            <a:extLst>
              <a:ext uri="{FF2B5EF4-FFF2-40B4-BE49-F238E27FC236}">
                <a16:creationId xmlns:a16="http://schemas.microsoft.com/office/drawing/2014/main" id="{9D862F0B-96E5-7A84-4B16-42C86B0FC276}"/>
              </a:ext>
            </a:extLst>
          </p:cNvPr>
          <p:cNvSpPr/>
          <p:nvPr/>
        </p:nvSpPr>
        <p:spPr bwMode="auto">
          <a:xfrm rot="16200000">
            <a:off x="8433215" y="273832"/>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 name="右中かっこ 7">
            <a:extLst>
              <a:ext uri="{FF2B5EF4-FFF2-40B4-BE49-F238E27FC236}">
                <a16:creationId xmlns:a16="http://schemas.microsoft.com/office/drawing/2014/main" id="{6048F2A7-34DC-0534-5E3B-A5FCCF59B2DA}"/>
              </a:ext>
            </a:extLst>
          </p:cNvPr>
          <p:cNvSpPr/>
          <p:nvPr/>
        </p:nvSpPr>
        <p:spPr bwMode="auto">
          <a:xfrm rot="16200000">
            <a:off x="6216351" y="1042147"/>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FBD851F-9B5E-01C9-9A2D-7C342B9E964F}"/>
              </a:ext>
            </a:extLst>
          </p:cNvPr>
          <p:cNvSpPr txBox="1"/>
          <p:nvPr/>
        </p:nvSpPr>
        <p:spPr bwMode="auto">
          <a:xfrm>
            <a:off x="5458520" y="1196752"/>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CSL</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1" name="正方形/長方形 10">
            <a:extLst>
              <a:ext uri="{FF2B5EF4-FFF2-40B4-BE49-F238E27FC236}">
                <a16:creationId xmlns:a16="http://schemas.microsoft.com/office/drawing/2014/main" id="{C4C5CEDE-B822-90A0-95C4-FFDC5D63CD2B}"/>
              </a:ext>
            </a:extLst>
          </p:cNvPr>
          <p:cNvSpPr/>
          <p:nvPr/>
        </p:nvSpPr>
        <p:spPr bwMode="auto">
          <a:xfrm>
            <a:off x="1163452" y="4462760"/>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 --deletecsp --target-trailer '_CSP'</a:t>
            </a:r>
            <a:endParaRPr kumimoji="1" lang="ja-JP" altLang="en-US" sz="1600">
              <a:latin typeface="Source Code Pro Semibold" panose="020B0609030403020204" pitchFamily="49" charset="0"/>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B78C9146-95E7-481D-463C-EE807DBE33D6}"/>
              </a:ext>
            </a:extLst>
          </p:cNvPr>
          <p:cNvSpPr/>
          <p:nvPr/>
        </p:nvSpPr>
        <p:spPr bwMode="auto">
          <a:xfrm>
            <a:off x="767408" y="4908873"/>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 </a:t>
            </a:r>
            <a:r>
              <a:rPr kumimoji="1" lang="ja-JP" altLang="en-US" sz="1800">
                <a:latin typeface="BIZ UDPゴシック" panose="020B0400000000000000" pitchFamily="50" charset="-128"/>
                <a:ea typeface="BIZ UDPゴシック" panose="020B0400000000000000" pitchFamily="50" charset="-128"/>
              </a:rPr>
              <a:t>タグを含むシェイプは削除される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11A2B6C-4ED0-850B-6498-12452B6FD598}"/>
              </a:ext>
            </a:extLst>
          </p:cNvPr>
          <p:cNvSpPr/>
          <p:nvPr/>
        </p:nvSpPr>
        <p:spPr bwMode="auto">
          <a:xfrm>
            <a:off x="1163452" y="5338578"/>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02_EISample_CSP.pptx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4" name="右中かっこ 13">
            <a:extLst>
              <a:ext uri="{FF2B5EF4-FFF2-40B4-BE49-F238E27FC236}">
                <a16:creationId xmlns:a16="http://schemas.microsoft.com/office/drawing/2014/main" id="{E401B582-7DAA-3274-6C2A-CE2E2829CA8C}"/>
              </a:ext>
            </a:extLst>
          </p:cNvPr>
          <p:cNvSpPr/>
          <p:nvPr/>
        </p:nvSpPr>
        <p:spPr bwMode="auto">
          <a:xfrm rot="16200000">
            <a:off x="8433215" y="2965440"/>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5" name="右中かっこ 14">
            <a:extLst>
              <a:ext uri="{FF2B5EF4-FFF2-40B4-BE49-F238E27FC236}">
                <a16:creationId xmlns:a16="http://schemas.microsoft.com/office/drawing/2014/main" id="{F9B3F143-A730-1C7A-525F-21E13F405589}"/>
              </a:ext>
            </a:extLst>
          </p:cNvPr>
          <p:cNvSpPr/>
          <p:nvPr/>
        </p:nvSpPr>
        <p:spPr bwMode="auto">
          <a:xfrm rot="16200000">
            <a:off x="6216351" y="3733755"/>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18E457D-70DE-6CF6-5A89-219854282263}"/>
              </a:ext>
            </a:extLst>
          </p:cNvPr>
          <p:cNvSpPr txBox="1"/>
          <p:nvPr/>
        </p:nvSpPr>
        <p:spPr bwMode="auto">
          <a:xfrm>
            <a:off x="5458520" y="3930237"/>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CSP</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8" name="正方形/長方形 17">
            <a:extLst>
              <a:ext uri="{FF2B5EF4-FFF2-40B4-BE49-F238E27FC236}">
                <a16:creationId xmlns:a16="http://schemas.microsoft.com/office/drawing/2014/main" id="{B47CB9DD-5C50-16D9-B6AF-9CE62F7E5424}"/>
              </a:ext>
            </a:extLst>
          </p:cNvPr>
          <p:cNvSpPr/>
          <p:nvPr/>
        </p:nvSpPr>
        <p:spPr bwMode="auto">
          <a:xfrm>
            <a:off x="767408" y="3917743"/>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4" name="テキスト ボックス 3">
            <a:extLst>
              <a:ext uri="{FF2B5EF4-FFF2-40B4-BE49-F238E27FC236}">
                <a16:creationId xmlns:a16="http://schemas.microsoft.com/office/drawing/2014/main" id="{0EBA05DE-A081-1F2C-FE7F-B648A3BC288B}"/>
              </a:ext>
            </a:extLst>
          </p:cNvPr>
          <p:cNvSpPr txBox="1"/>
          <p:nvPr/>
        </p:nvSpPr>
        <p:spPr bwMode="auto">
          <a:xfrm>
            <a:off x="7669400" y="3765569"/>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_CSP</a:t>
            </a:r>
            <a:r>
              <a:rPr kumimoji="1" lang="en-US" altLang="ja-JP" sz="1400" kern="0">
                <a:latin typeface="BIZ UDPゴシック" panose="020B0400000000000000" pitchFamily="50" charset="-128"/>
                <a:ea typeface="BIZ UDPゴシック" panose="020B0400000000000000" pitchFamily="50" charset="-128"/>
              </a:rPr>
              <a:t>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4511CDA5-0062-A8D8-A6E0-FF69D8C11243}"/>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192C10D-C973-B3A3-5486-F35C34E81A38}"/>
              </a:ext>
            </a:extLst>
          </p:cNvPr>
          <p:cNvSpPr txBox="1"/>
          <p:nvPr/>
        </p:nvSpPr>
        <p:spPr bwMode="auto">
          <a:xfrm>
            <a:off x="5303912" y="6021288"/>
            <a:ext cx="6187480"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--target-trailer </a:t>
            </a:r>
            <a:r>
              <a:rPr kumimoji="1" lang="ja-JP" altLang="en-US" sz="1400" kern="0">
                <a:latin typeface="BIZ UDPゴシック" panose="020B0400000000000000" pitchFamily="50" charset="-128"/>
                <a:ea typeface="BIZ UDPゴシック" panose="020B0400000000000000" pitchFamily="50" charset="-128"/>
              </a:rPr>
              <a:t>のオプションは必須ではありません。</a:t>
            </a:r>
            <a:endParaRPr kumimoji="1" lang="en-US" altLang="ja-JP" sz="1400" kern="0">
              <a:latin typeface="BIZ UDPゴシック" panose="020B0400000000000000" pitchFamily="50" charset="-128"/>
              <a:ea typeface="BIZ UDPゴシック" panose="020B0400000000000000" pitchFamily="50" charset="-128"/>
            </a:endParaRPr>
          </a:p>
          <a:p>
            <a:pPr algn="l" eaLnBrk="1"/>
            <a:r>
              <a:rPr kumimoji="1" lang="ja-JP" altLang="en-US" sz="1400" kern="0">
                <a:latin typeface="BIZ UDPゴシック" panose="020B0400000000000000" pitchFamily="50" charset="-128"/>
                <a:ea typeface="BIZ UDPゴシック" panose="020B0400000000000000" pitchFamily="50" charset="-128"/>
              </a:rPr>
              <a:t>当サンプルで生成後のファイル名を区別しやすくするためにつけたものです。</a:t>
            </a:r>
          </a:p>
        </p:txBody>
      </p:sp>
    </p:spTree>
    <p:extLst>
      <p:ext uri="{BB962C8B-B14F-4D97-AF65-F5344CB8AC3E}">
        <p14:creationId xmlns:p14="http://schemas.microsoft.com/office/powerpoint/2010/main" val="104167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2) 確認方法（通常生成版）</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以下のようにして起動した通常生成版と比べてください　（オプション指定なし）</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03_EISample.pptx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366091"/>
            <a:ext cx="7416824"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(CSP,CSL,MEMO,TEMP </a:t>
            </a:r>
            <a:r>
              <a:rPr kumimoji="1" lang="ja-JP" altLang="en-US" sz="1800">
                <a:latin typeface="BIZ UDPゴシック" panose="020B0400000000000000" pitchFamily="50" charset="-128"/>
                <a:ea typeface="BIZ UDPゴシック" panose="020B0400000000000000" pitchFamily="50" charset="-128"/>
              </a:rPr>
              <a:t>等のタグ部分のみ削除される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795796"/>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02_EISample_generated.pptx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A0B792F7-60E4-B726-3E5C-C4989A91E23B}"/>
              </a:ext>
            </a:extLst>
          </p:cNvPr>
          <p:cNvSpPr txBox="1"/>
          <p:nvPr/>
        </p:nvSpPr>
        <p:spPr bwMode="auto">
          <a:xfrm>
            <a:off x="2639616" y="3390735"/>
            <a:ext cx="820891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生成後のファイル名には </a:t>
            </a:r>
            <a:r>
              <a:rPr kumimoji="1" lang="en-US" altLang="ja-JP" sz="1600" kern="0">
                <a:latin typeface="Source Code Pro Semibold" panose="020B0609030403020204" pitchFamily="49" charset="0"/>
                <a:ea typeface="Source Code Pro Semibold" panose="020B0609030403020204" pitchFamily="49" charset="0"/>
              </a:rPr>
              <a:t>_generated</a:t>
            </a:r>
            <a:r>
              <a:rPr kumimoji="1" lang="en-US" altLang="ja-JP" sz="1600" kern="0">
                <a:latin typeface="BIZ UDPゴシック" panose="020B0400000000000000" pitchFamily="50" charset="-128"/>
                <a:ea typeface="BIZ UDPゴシック" panose="020B0400000000000000" pitchFamily="50" charset="-128"/>
              </a:rPr>
              <a:t> </a:t>
            </a:r>
            <a:r>
              <a:rPr kumimoji="1" lang="ja-JP" altLang="en-US" sz="1600" kern="0">
                <a:latin typeface="BIZ UDPゴシック" panose="020B0400000000000000" pitchFamily="50" charset="-128"/>
                <a:ea typeface="BIZ UDPゴシック" panose="020B0400000000000000" pitchFamily="50" charset="-128"/>
              </a:rPr>
              <a:t>がつく</a:t>
            </a:r>
            <a:endParaRPr kumimoji="1" lang="en-US" altLang="ja-JP" sz="1600" kern="0">
              <a:latin typeface="BIZ UDPゴシック" panose="020B0400000000000000" pitchFamily="50" charset="-128"/>
              <a:ea typeface="BIZ UDPゴシック" panose="020B0400000000000000" pitchFamily="50" charset="-128"/>
            </a:endParaRPr>
          </a:p>
          <a:p>
            <a:pPr algn="l" eaLnBrk="1"/>
            <a:r>
              <a:rPr lang="en-US" altLang="ja-JP" sz="1600" kern="0">
                <a:latin typeface="BIZ UDPゴシック" panose="020B0400000000000000" pitchFamily="50" charset="-128"/>
                <a:ea typeface="BIZ UDPゴシック" panose="020B0400000000000000" pitchFamily="50" charset="-128"/>
              </a:rPr>
              <a:t>( --target-trailer </a:t>
            </a:r>
            <a:r>
              <a:rPr lang="ja-JP" altLang="en-US" sz="1600" kern="0">
                <a:latin typeface="BIZ UDPゴシック" panose="020B0400000000000000" pitchFamily="50" charset="-128"/>
                <a:ea typeface="BIZ UDPゴシック" panose="020B0400000000000000" pitchFamily="50" charset="-128"/>
              </a:rPr>
              <a:t>オプションがない場合のデフォルト値が </a:t>
            </a:r>
            <a:r>
              <a:rPr lang="en-US" altLang="ja-JP" sz="1600" kern="0">
                <a:latin typeface="Source Code Pro Semibold" panose="020B0609030403020204" pitchFamily="49" charset="0"/>
                <a:ea typeface="Source Code Pro Semibold" panose="020B0609030403020204" pitchFamily="49" charset="0"/>
              </a:rPr>
              <a:t>_generated )</a:t>
            </a:r>
            <a:endParaRPr kumimoji="1" lang="ja-JP" altLang="en-US" sz="1600" kern="0">
              <a:latin typeface="Source Code Pro Semibold" panose="020B0609030403020204" pitchFamily="49" charset="0"/>
              <a:ea typeface="BIZ UDPゴシック" panose="020B0400000000000000" pitchFamily="50" charset="-128"/>
            </a:endParaRPr>
          </a:p>
        </p:txBody>
      </p:sp>
      <p:cxnSp>
        <p:nvCxnSpPr>
          <p:cNvPr id="20" name="直線矢印コネクタ 19">
            <a:extLst>
              <a:ext uri="{FF2B5EF4-FFF2-40B4-BE49-F238E27FC236}">
                <a16:creationId xmlns:a16="http://schemas.microsoft.com/office/drawing/2014/main" id="{437CCCFA-7FB1-9819-C967-D6BE80A7440E}"/>
              </a:ext>
            </a:extLst>
          </p:cNvPr>
          <p:cNvCxnSpPr>
            <a:cxnSpLocks/>
          </p:cNvCxnSpPr>
          <p:nvPr/>
        </p:nvCxnSpPr>
        <p:spPr bwMode="auto">
          <a:xfrm flipH="1" flipV="1">
            <a:off x="3215680" y="3068960"/>
            <a:ext cx="360040" cy="33855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F7545B0F-A726-A3C5-EAC7-BE47D4DA728A}"/>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8066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826B-D5BF-C382-4E1D-2232B12D2F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6C01B-F4E3-0E48-6FF7-581E96CF27F2}"/>
              </a:ext>
            </a:extLst>
          </p:cNvPr>
          <p:cNvSpPr>
            <a:spLocks noGrp="1"/>
          </p:cNvSpPr>
          <p:nvPr>
            <p:ph type="title"/>
          </p:nvPr>
        </p:nvSpPr>
        <p:spPr/>
        <p:txBody>
          <a:bodyPr/>
          <a:lstStyle/>
          <a:p>
            <a:r>
              <a:t>3) CSPタグによるシェイプ削除のサンプル</a:t>
            </a:r>
          </a:p>
        </p:txBody>
      </p:sp>
      <p:sp>
        <p:nvSpPr>
          <p:cNvPr id="23" name="スライド番号プレースホルダー 22">
            <a:extLst>
              <a:ext uri="{FF2B5EF4-FFF2-40B4-BE49-F238E27FC236}">
                <a16:creationId xmlns:a16="http://schemas.microsoft.com/office/drawing/2014/main" id="{78A26EF3-93AA-92C4-F485-246FE29DE87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24" name="フッター プレースホルダー 23">
            <a:extLst>
              <a:ext uri="{FF2B5EF4-FFF2-40B4-BE49-F238E27FC236}">
                <a16:creationId xmlns:a16="http://schemas.microsoft.com/office/drawing/2014/main" id="{9EE9D72C-B305-6BF7-0399-B66719D4CBF5}"/>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4" name="四角形: 角を丸くする 3">
            <a:extLst>
              <a:ext uri="{FF2B5EF4-FFF2-40B4-BE49-F238E27FC236}">
                <a16:creationId xmlns:a16="http://schemas.microsoft.com/office/drawing/2014/main" id="{8DB28A57-3283-26AB-2655-FA749F502199}"/>
              </a:ext>
            </a:extLst>
          </p:cNvPr>
          <p:cNvSpPr/>
          <p:nvPr/>
        </p:nvSpPr>
        <p:spPr bwMode="auto">
          <a:xfrm>
            <a:off x="2351584"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042D944-603F-4B5C-4927-32AF3CAFC34B}"/>
              </a:ext>
            </a:extLst>
          </p:cNvPr>
          <p:cNvSpPr txBox="1"/>
          <p:nvPr/>
        </p:nvSpPr>
        <p:spPr bwMode="auto">
          <a:xfrm>
            <a:off x="2675618" y="2266157"/>
            <a:ext cx="2700302"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そのまま残るテキスト</a:t>
            </a:r>
          </a:p>
        </p:txBody>
      </p:sp>
      <p:sp>
        <p:nvSpPr>
          <p:cNvPr id="7" name="四角形: 角を丸くする 6">
            <a:extLst>
              <a:ext uri="{FF2B5EF4-FFF2-40B4-BE49-F238E27FC236}">
                <a16:creationId xmlns:a16="http://schemas.microsoft.com/office/drawing/2014/main" id="{92DA8000-DC85-DE54-2918-FFD145518D2F}"/>
              </a:ext>
            </a:extLst>
          </p:cNvPr>
          <p:cNvSpPr/>
          <p:nvPr/>
        </p:nvSpPr>
        <p:spPr bwMode="auto">
          <a:xfrm>
            <a:off x="6528048"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E453A86-084D-C563-C02E-F4726B031FB6}"/>
              </a:ext>
            </a:extLst>
          </p:cNvPr>
          <p:cNvSpPr txBox="1"/>
          <p:nvPr/>
        </p:nvSpPr>
        <p:spPr bwMode="auto">
          <a:xfrm>
            <a:off x="6960096" y="1874181"/>
            <a:ext cx="2461367"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a:p>
          <a:p>
            <a:pPr algn="ctr" eaLnBrk="1"/>
            <a:r>
              <a:rPr kumimoji="1" lang="en-US" altLang="ja-JP" kern="0">
                <a:latin typeface="BIZ UDPゴシック" panose="020B0400000000000000" pitchFamily="50" charset="-128"/>
                <a:ea typeface="BIZ UDPゴシック" panose="020B0400000000000000" pitchFamily="50" charset="-128"/>
              </a:rPr>
              <a:t>--deletecsp </a:t>
            </a:r>
            <a:r>
              <a:rPr kumimoji="1" lang="ja-JP" altLang="en-US" kern="0">
                <a:latin typeface="BIZ UDPゴシック" panose="020B0400000000000000" pitchFamily="50" charset="-128"/>
                <a:ea typeface="BIZ UDPゴシック" panose="020B0400000000000000" pitchFamily="50" charset="-128"/>
              </a:rPr>
              <a:t>で</a:t>
            </a:r>
            <a:endParaRPr kumimoji="1" lang="en-US" altLang="ja-JP" kern="0">
              <a:latin typeface="BIZ UDPゴシック" panose="020B0400000000000000" pitchFamily="50" charset="-128"/>
              <a:ea typeface="BIZ UDPゴシック" panose="020B0400000000000000" pitchFamily="50" charset="-128"/>
            </a:endParaRPr>
          </a:p>
          <a:p>
            <a:pPr algn="ctr" eaLnBrk="1"/>
            <a:r>
              <a:rPr kumimoji="1" lang="ja-JP" altLang="en-US" kern="0">
                <a:latin typeface="BIZ UDPゴシック" panose="020B0400000000000000" pitchFamily="50" charset="-128"/>
                <a:ea typeface="BIZ UDPゴシック" panose="020B0400000000000000" pitchFamily="50" charset="-128"/>
              </a:rPr>
              <a:t>削除されるテキスト</a:t>
            </a:r>
          </a:p>
        </p:txBody>
      </p:sp>
      <p:sp>
        <p:nvSpPr>
          <p:cNvPr id="12" name="テキスト ボックス 11">
            <a:extLst>
              <a:ext uri="{FF2B5EF4-FFF2-40B4-BE49-F238E27FC236}">
                <a16:creationId xmlns:a16="http://schemas.microsoft.com/office/drawing/2014/main" id="{54E65387-2FB8-4053-C3CA-BF95E8F75AEE}"/>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3" name="四角形: 角を丸くする 2">
            <a:extLst>
              <a:ext uri="{FF2B5EF4-FFF2-40B4-BE49-F238E27FC236}">
                <a16:creationId xmlns:a16="http://schemas.microsoft.com/office/drawing/2014/main" id="{39C3F38B-3B9D-6477-C093-B7EAB6509351}"/>
              </a:ext>
            </a:extLst>
          </p:cNvPr>
          <p:cNvSpPr/>
          <p:nvPr/>
        </p:nvSpPr>
        <p:spPr bwMode="auto">
          <a:xfrm>
            <a:off x="2351584"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79199145-D18A-51AE-2A39-EEE2BC17223A}"/>
              </a:ext>
            </a:extLst>
          </p:cNvPr>
          <p:cNvSpPr/>
          <p:nvPr/>
        </p:nvSpPr>
        <p:spPr bwMode="auto">
          <a:xfrm>
            <a:off x="6528048"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9201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t>4) CSLタグによるスライド削除のサンプル</a:t>
            </a: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9" name="テキスト ボックス 8">
            <a:extLst>
              <a:ext uri="{FF2B5EF4-FFF2-40B4-BE49-F238E27FC236}">
                <a16:creationId xmlns:a16="http://schemas.microsoft.com/office/drawing/2014/main" id="{2B897589-D69E-9A50-D74C-D84DD6B0D2C8}"/>
              </a:ext>
            </a:extLst>
          </p:cNvPr>
          <p:cNvSpPr txBox="1"/>
          <p:nvPr/>
        </p:nvSpPr>
        <p:spPr bwMode="auto">
          <a:xfrm>
            <a:off x="983433" y="6158467"/>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オプションを指定すると、このスライド全体が削除されます</a:t>
            </a:r>
          </a:p>
        </p:txBody>
      </p:sp>
      <p:cxnSp>
        <p:nvCxnSpPr>
          <p:cNvPr id="6" name="直線矢印コネクタ 5">
            <a:extLst>
              <a:ext uri="{FF2B5EF4-FFF2-40B4-BE49-F238E27FC236}">
                <a16:creationId xmlns:a16="http://schemas.microsoft.com/office/drawing/2014/main" id="{346FFCDC-A8A8-0C04-69A4-B860A6DFEE19}"/>
              </a:ext>
            </a:extLst>
          </p:cNvPr>
          <p:cNvCxnSpPr>
            <a:cxnSpLocks/>
          </p:cNvCxnSpPr>
          <p:nvPr/>
        </p:nvCxnSpPr>
        <p:spPr bwMode="auto">
          <a:xfrm>
            <a:off x="1703512" y="2368718"/>
            <a:ext cx="0" cy="378974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8" name="テキスト ボックス 7">
            <a:extLst>
              <a:ext uri="{FF2B5EF4-FFF2-40B4-BE49-F238E27FC236}">
                <a16:creationId xmlns:a16="http://schemas.microsoft.com/office/drawing/2014/main" id="{80BCFBBD-EEFD-2705-7FE8-AEEEF90A38AB}"/>
              </a:ext>
            </a:extLst>
          </p:cNvPr>
          <p:cNvSpPr txBox="1"/>
          <p:nvPr/>
        </p:nvSpPr>
        <p:spPr bwMode="auto">
          <a:xfrm>
            <a:off x="1127448" y="2030162"/>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--deletecsl </a:t>
            </a:r>
            <a:r>
              <a:rPr kumimoji="1" lang="ja-JP" altLang="en-US" sz="1600" kern="0">
                <a:latin typeface="BIZ UDPゴシック" panose="020B0400000000000000" pitchFamily="50" charset="-128"/>
                <a:ea typeface="BIZ UDPゴシック" panose="020B0400000000000000" pitchFamily="50" charset="-128"/>
              </a:rPr>
              <a:t>オプションを指定しないと、下記タグだけが削除されます</a:t>
            </a:r>
          </a:p>
        </p:txBody>
      </p:sp>
      <p:sp>
        <p:nvSpPr>
          <p:cNvPr id="4" name="テキスト ボックス 3">
            <a:extLst>
              <a:ext uri="{FF2B5EF4-FFF2-40B4-BE49-F238E27FC236}">
                <a16:creationId xmlns:a16="http://schemas.microsoft.com/office/drawing/2014/main" id="{DF1F542D-389F-6DB3-25CD-963A0B1EB839}"/>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94946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t>5) 最終スライド</a:t>
            </a: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このページには特に意味はありません</a:t>
            </a:r>
          </a:p>
        </p:txBody>
      </p:sp>
      <p:sp>
        <p:nvSpPr>
          <p:cNvPr id="13" name="テキスト ボックス 12">
            <a:extLst>
              <a:ext uri="{FF2B5EF4-FFF2-40B4-BE49-F238E27FC236}">
                <a16:creationId xmlns:a16="http://schemas.microsoft.com/office/drawing/2014/main" id="{38099824-6864-BF66-A1FE-8D78DE17E9CD}"/>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53113011"/>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20991</TotalTime>
  <Words>346</Words>
  <Application>Microsoft Office PowerPoint</Application>
  <PresentationFormat>ワイド画面</PresentationFormat>
  <Paragraphs>46</Paragraphs>
  <Slides>9</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BIZ UDPゴシック</vt:lpstr>
      <vt:lpstr>FOT-UD丸ゴ_ラージ Pr6 M</vt:lpstr>
      <vt:lpstr>Arial</vt:lpstr>
      <vt:lpstr>Garamond</vt:lpstr>
      <vt:lpstr>Source Code Pro Semibold</vt:lpstr>
      <vt:lpstr>Wingdings</vt:lpstr>
      <vt:lpstr>Edge</vt:lpstr>
      <vt:lpstr>03_EISample</vt:lpstr>
      <vt:lpstr>PowerPoint プレゼンテーション</vt:lpstr>
      <vt:lpstr>PowerPoint プレゼンテーション</vt:lpstr>
      <vt:lpstr>PowerPoint プレゼンテーション</vt:lpstr>
      <vt:lpstr>1) 確認方法</vt:lpstr>
      <vt:lpstr>2) 確認方法（通常生成版）</vt:lpstr>
      <vt:lpstr>3) CSPタグによるシェイプ削除のサンプル</vt:lpstr>
      <vt:lpstr>4) CSLタグによるスライド削除のサンプル</vt:lpstr>
      <vt:lpstr>5) 最終スライド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1952</cp:revision>
  <cp:lastPrinted>2024-11-10T09:08:11Z</cp:lastPrinted>
  <dcterms:modified xsi:type="dcterms:W3CDTF">2025-03-07T04:55:53Z</dcterms:modified>
</cp:coreProperties>
</file>