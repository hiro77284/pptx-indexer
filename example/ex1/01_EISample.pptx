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sldIdLst>
    <p:sldId id="1682" r:id="rId2"/>
    <p:sldId id="1703" r:id="rId3"/>
    <p:sldId id="1688" r:id="rId4"/>
    <p:sldId id="1702" r:id="rId5"/>
    <p:sldId id="1704" r:id="rId6"/>
    <p:sldId id="1705" r:id="rId7"/>
    <p:sldId id="1706" r:id="rId8"/>
    <p:sldId id="1707" r:id="rId9"/>
    <p:sldId id="1708" r:id="rId10"/>
    <p:sldId id="1709" r:id="rId11"/>
    <p:sldId id="1710" r:id="rId12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95" d="100"/>
          <a:sy n="95" d="100"/>
        </p:scale>
        <p:origin x="49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rPr kumimoji="1" lang="en-US" altLang="ja-JP"/>
              <a:t>01_EISample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　　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タグだけを使って単純な章・節番号のナンバリングだけを処理するサンプル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0284B8-9F61-B075-2389-637A4690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39" y="2827829"/>
            <a:ext cx="1346868" cy="2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A49ADF9A-8438-B4BA-68B4-5BE46C740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260648"/>
            <a:ext cx="11087100" cy="6124575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1197E00B-2586-6B2A-13C5-D331B8E69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6120" y="980728"/>
            <a:ext cx="4668209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01_EISample.pptx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01_EISample_generated.pptx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春の章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1B95D8-9D07-2EB5-AF89-6D44F1B057BF}"/>
              </a:ext>
            </a:extLst>
          </p:cNvPr>
          <p:cNvSpPr txBox="1"/>
          <p:nvPr/>
        </p:nvSpPr>
        <p:spPr bwMode="auto">
          <a:xfrm>
            <a:off x="898656" y="5877272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ECB034-FA72-2672-D22D-65631F26E75E}"/>
              </a:ext>
            </a:extLst>
          </p:cNvPr>
          <p:cNvSpPr/>
          <p:nvPr/>
        </p:nvSpPr>
        <p:spPr bwMode="auto">
          <a:xfrm>
            <a:off x="2014927" y="3969177"/>
            <a:ext cx="436925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タグはスライドのどこかにあればよく、変換後は削除されます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7A1E291-D975-951F-30F7-466F7FB1E676}"/>
              </a:ext>
            </a:extLst>
          </p:cNvPr>
          <p:cNvCxnSpPr>
            <a:cxnSpLocks/>
          </p:cNvCxnSpPr>
          <p:nvPr/>
        </p:nvCxnSpPr>
        <p:spPr bwMode="auto">
          <a:xfrm flipH="1">
            <a:off x="2207568" y="4726986"/>
            <a:ext cx="756084" cy="100627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184A-AA14-B56A-EE19-03869B7B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80794-0A06-5A4E-998F-40CCA4FE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菜の花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20978A0B-2C36-8D9E-E6ED-2EA1757E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CEE26B07-C823-FD73-F5BB-E18494D5C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001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夏の章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B3853-7945-C476-937F-66852FD4C919}"/>
              </a:ext>
            </a:extLst>
          </p:cNvPr>
          <p:cNvSpPr txBox="1"/>
          <p:nvPr/>
        </p:nvSpPr>
        <p:spPr bwMode="auto">
          <a:xfrm>
            <a:off x="9588387" y="6522226"/>
            <a:ext cx="2232248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BAE0B2-D01D-354E-6B50-381CB1AD052C}"/>
              </a:ext>
            </a:extLst>
          </p:cNvPr>
          <p:cNvSpPr/>
          <p:nvPr/>
        </p:nvSpPr>
        <p:spPr bwMode="auto">
          <a:xfrm>
            <a:off x="6744072" y="4077072"/>
            <a:ext cx="2736304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タグの色や位置、フォントは無関係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9D05A8D-F8B3-4392-D808-4DC5E4011C6F}"/>
              </a:ext>
            </a:extLst>
          </p:cNvPr>
          <p:cNvCxnSpPr>
            <a:cxnSpLocks/>
          </p:cNvCxnSpPr>
          <p:nvPr/>
        </p:nvCxnSpPr>
        <p:spPr bwMode="auto">
          <a:xfrm>
            <a:off x="8472264" y="4747179"/>
            <a:ext cx="1296144" cy="163414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アジサイ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ヒマワリ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60D6-5384-141F-E1D4-FA6DC51D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42232-ECF7-0B11-3C72-FECBA7CE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アサガオ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1657828-3DF1-F0DA-01E3-8D816953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FB39716-B6E6-F6D2-3754-A879E57FD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8293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秋の章　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88F82D-B2A5-9453-83BF-5AF69D4D727C}"/>
              </a:ext>
            </a:extLst>
          </p:cNvPr>
          <p:cNvSpPr/>
          <p:nvPr/>
        </p:nvSpPr>
        <p:spPr bwMode="auto">
          <a:xfrm>
            <a:off x="2969813" y="1988840"/>
            <a:ext cx="2736304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タイトルの一部に含めてもかまいません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E349D6A-53AC-CEBC-E34B-C08781FB636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071664" y="836712"/>
            <a:ext cx="576064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リンドウ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20819</TotalTime>
  <Words>189</Words>
  <Application>Microsoft Office PowerPoint</Application>
  <PresentationFormat>ワイド画面</PresentationFormat>
  <Paragraphs>43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01_EISample</vt:lpstr>
      <vt:lpstr>PowerPoint プレゼンテーション</vt:lpstr>
      <vt:lpstr>確認方法</vt:lpstr>
      <vt:lpstr>春の章</vt:lpstr>
      <vt:lpstr>菜の花</vt:lpstr>
      <vt:lpstr>夏の章</vt:lpstr>
      <vt:lpstr>アジサイ</vt:lpstr>
      <vt:lpstr>ヒマワリ</vt:lpstr>
      <vt:lpstr>アサガオ</vt:lpstr>
      <vt:lpstr>秋の章　#CHAPT#</vt:lpstr>
      <vt:lpstr>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1898</cp:revision>
  <cp:lastPrinted>2024-11-10T09:08:11Z</cp:lastPrinted>
  <dcterms:modified xsi:type="dcterms:W3CDTF">2025-03-07T04:48:36Z</dcterms:modified>
</cp:coreProperties>
</file>