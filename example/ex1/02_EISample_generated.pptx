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3"/>
  </p:notesMasterIdLst>
  <p:sldIdLst>
    <p:sldId id="1682" r:id="rId2"/>
    <p:sldId id="1703" r:id="rId3"/>
    <p:sldId id="1688" r:id="rId4"/>
    <p:sldId id="1702" r:id="rId5"/>
    <p:sldId id="1712" r:id="rId6"/>
    <p:sldId id="1705" r:id="rId7"/>
    <p:sldId id="1706" r:id="rId8"/>
    <p:sldId id="1711" r:id="rId9"/>
    <p:sldId id="1707" r:id="rId10"/>
    <p:sldId id="1709" r:id="rId11"/>
    <p:sldId id="1710" r:id="rId12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95" d="100"/>
          <a:sy n="95" d="100"/>
        </p:scale>
        <p:origin x="49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t>02_EISample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2025/3/6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　　　　　　　　　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タグで節番号のリセットを処理するサンプルです。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3C5EB28F-FE13-3618-8523-84E9A1FCC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3832" y="2812744"/>
            <a:ext cx="16764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BBDEF3B2-605E-3CBC-A5D6-32BD2327D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" y="366712"/>
            <a:ext cx="110871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2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確認方法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以下のようにして起動します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02_EISample.pptx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02_EISample_generated.pptx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826B-D5BF-C382-4E1D-2232B12D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6C01B-F4E3-0E48-6FF7-581E96CF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春の章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8A26EF3-93AA-92C4-F485-246FE29D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EE9D72C-B305-6BF7-0399-B66719D4C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1B95D8-9D07-2EB5-AF89-6D44F1B057BF}"/>
              </a:ext>
            </a:extLst>
          </p:cNvPr>
          <p:cNvSpPr txBox="1"/>
          <p:nvPr/>
        </p:nvSpPr>
        <p:spPr bwMode="auto">
          <a:xfrm>
            <a:off x="804532" y="2132856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F474A6-F92B-804B-D088-1BB8E00D70E8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章とびらとなり、節番号はつきません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E8B5BBE-B49E-7711-FFBA-FFEF70A924F2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9201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1.1) 菜の花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6439650-780F-107F-C637-D942AB80CEF9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章・節番号がつきます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23FA059-6E9E-5AF7-7225-DB97F5D65837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9376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8A58-216E-EC0D-74AE-356DC603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C4806-AC04-929C-FC1B-E43AB91C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2.1) 夏の章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1EE69B91-9297-3982-ABFF-50130EED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3F3C54A-3925-6DCD-3BD1-C35C8C71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63EAC2-E10D-5869-6744-9DC4494AB0FD}"/>
              </a:ext>
            </a:extLst>
          </p:cNvPr>
          <p:cNvSpPr txBox="1"/>
          <p:nvPr/>
        </p:nvSpPr>
        <p:spPr bwMode="auto">
          <a:xfrm>
            <a:off x="804532" y="2132856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95C9CC5-EF5C-250C-2EBA-B9AC3898636A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章が変わり、節番号もつきます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4C99B72-DD8B-E099-AFA0-FE1486EA7939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1DFA95-2C8C-CEC0-E440-0FC785444B9B}"/>
              </a:ext>
            </a:extLst>
          </p:cNvPr>
          <p:cNvSpPr txBox="1"/>
          <p:nvPr/>
        </p:nvSpPr>
        <p:spPr bwMode="auto">
          <a:xfrm>
            <a:off x="804532" y="2555639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679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2.2) 百合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459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2.1) アジサイ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B6DA4A-5C1E-B4AD-2C1C-3AC1800DFD23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節番号が１にリセットされます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CA4CD4A0-627D-9B2B-7239-C89B39C61944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72B185-D14A-4EB2-6896-A598CB0D5B78}"/>
              </a:ext>
            </a:extLst>
          </p:cNvPr>
          <p:cNvSpPr txBox="1"/>
          <p:nvPr/>
        </p:nvSpPr>
        <p:spPr bwMode="auto">
          <a:xfrm>
            <a:off x="804532" y="2105582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075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51D-3219-29F5-B2CE-51AD2152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A45BF-BC21-2827-46FA-A5602921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2.2) ヒマワリ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6955ED7-8387-26BC-E8FD-9AF90FC9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FA73FF8-3877-FC21-1682-6B71F8F3D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3163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F774-8F1B-EE39-402D-4D50827D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3FE88-798A-2206-7C89-0B9BC2C8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秋の章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1112BC9-B74A-35BA-DDE6-802A56B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795D8DD-FC20-D704-31C5-7BAECD1E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D48772-3B94-349C-850B-16250AA16AE6}"/>
              </a:ext>
            </a:extLst>
          </p:cNvPr>
          <p:cNvSpPr txBox="1"/>
          <p:nvPr/>
        </p:nvSpPr>
        <p:spPr bwMode="auto">
          <a:xfrm>
            <a:off x="804532" y="2132856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092BA9-3517-EC1C-04C0-CF7139E419CB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章とびらとなり、節番号はつきません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9034F17-C706-771D-B7BE-A2A2773826D5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2588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6D43-D40A-4DC9-7585-9EFD15DE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A2800-ABAB-0F2C-499E-6618B64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3.1) リンドウ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2AC4A97-5104-80AF-8033-42C33954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870DA24-8AB7-E8F0-CC3D-672C82FC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44563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20893</TotalTime>
  <Words>183</Words>
  <Application>Microsoft Office PowerPoint</Application>
  <PresentationFormat>ワイド画面</PresentationFormat>
  <Paragraphs>47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BIZ UDPゴシック</vt:lpstr>
      <vt:lpstr>FOT-UD丸ゴ_ラージ Pr6 M</vt:lpstr>
      <vt:lpstr>Arial</vt:lpstr>
      <vt:lpstr>Garamond</vt:lpstr>
      <vt:lpstr>Source Code Pro Semibold</vt:lpstr>
      <vt:lpstr>Wingdings</vt:lpstr>
      <vt:lpstr>Edge</vt:lpstr>
      <vt:lpstr>02_EISample</vt:lpstr>
      <vt:lpstr>PowerPoint プレゼンテーション</vt:lpstr>
      <vt:lpstr>確認方法</vt:lpstr>
      <vt:lpstr>春の章</vt:lpstr>
      <vt:lpstr>菜の花</vt:lpstr>
      <vt:lpstr>夏の章</vt:lpstr>
      <vt:lpstr>百合</vt:lpstr>
      <vt:lpstr>アジサイ</vt:lpstr>
      <vt:lpstr>ヒマワリ</vt:lpstr>
      <vt:lpstr>秋の章</vt:lpstr>
      <vt:lpstr>リンドウ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1908</cp:revision>
  <cp:lastPrinted>2024-11-10T09:08:11Z</cp:lastPrinted>
  <dcterms:modified xsi:type="dcterms:W3CDTF">2025-03-07T04:48:22Z</dcterms:modified>
</cp:coreProperties>
</file>