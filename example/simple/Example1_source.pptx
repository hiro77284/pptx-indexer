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60" r:id="rId1"/>
  </p:sldMasterIdLst>
  <p:notesMasterIdLst>
    <p:notesMasterId r:id="rId13"/>
  </p:notesMasterIdLst>
  <p:sldIdLst>
    <p:sldId id="1682" r:id="rId2"/>
    <p:sldId id="1688" r:id="rId3"/>
    <p:sldId id="1689" r:id="rId4"/>
    <p:sldId id="1690" r:id="rId5"/>
    <p:sldId id="1691" r:id="rId6"/>
    <p:sldId id="1692" r:id="rId7"/>
    <p:sldId id="1693" r:id="rId8"/>
    <p:sldId id="1695" r:id="rId9"/>
    <p:sldId id="1694" r:id="rId10"/>
    <p:sldId id="1686" r:id="rId11"/>
    <p:sldId id="1696" r:id="rId12"/>
  </p:sldIdLst>
  <p:sldSz cx="12192000" cy="6858000"/>
  <p:notesSz cx="6797675" cy="9926638"/>
  <p:defaultTextStyle>
    <a:defPPr>
      <a:defRPr lang="en-US"/>
    </a:defPPr>
    <a:lvl1pPr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7A7A"/>
    <a:srgbClr val="545858"/>
    <a:srgbClr val="00B0F0"/>
    <a:srgbClr val="81D994"/>
    <a:srgbClr val="58CC72"/>
    <a:srgbClr val="00FFFF"/>
    <a:srgbClr val="FF00FF"/>
    <a:srgbClr val="F7F619"/>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67" autoAdjust="0"/>
    <p:restoredTop sz="86408" autoAdjust="0"/>
  </p:normalViewPr>
  <p:slideViewPr>
    <p:cSldViewPr>
      <p:cViewPr varScale="1">
        <p:scale>
          <a:sx n="96" d="100"/>
          <a:sy n="96" d="100"/>
        </p:scale>
        <p:origin x="72" y="480"/>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141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atin typeface="BIZ UDPゴシック" panose="020B0400000000000000" pitchFamily="50" charset="-128"/>
              </a:defRPr>
            </a:lvl1pPr>
          </a:lstStyle>
          <a:p>
            <a:endParaRPr lang="ja-JP" altLang="en-US"/>
          </a:p>
        </p:txBody>
      </p:sp>
      <p:sp>
        <p:nvSpPr>
          <p:cNvPr id="3" name="日付プレースホルダー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atin typeface="BIZ UDPゴシック" panose="020B0400000000000000" pitchFamily="50" charset="-128"/>
              </a:defRPr>
            </a:lvl1pPr>
          </a:lstStyle>
          <a:p>
            <a:fld id="{294670BC-B8C6-44A7-84E1-23632D8FD86F}" type="datetimeFigureOut">
              <a:rPr lang="ja-JP" altLang="en-US" smtClean="0"/>
              <a:pPr/>
              <a:t>2024/12/9</a:t>
            </a:fld>
            <a:endParaRPr lang="ja-JP" altLang="en-US"/>
          </a:p>
        </p:txBody>
      </p:sp>
      <p:sp>
        <p:nvSpPr>
          <p:cNvPr id="4" name="スライド イメージ プレースホルダー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atin typeface="BIZ UDPゴシック" panose="020B0400000000000000" pitchFamily="50" charset="-128"/>
              </a:defRPr>
            </a:lvl1pPr>
          </a:lstStyle>
          <a:p>
            <a:endParaRPr lang="ja-JP" altLang="en-US"/>
          </a:p>
        </p:txBody>
      </p:sp>
      <p:sp>
        <p:nvSpPr>
          <p:cNvPr id="7" name="スライド番号プレースホルダー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atin typeface="BIZ UDPゴシック" panose="020B0400000000000000" pitchFamily="50" charset="-128"/>
              </a:defRPr>
            </a:lvl1pPr>
          </a:lstStyle>
          <a:p>
            <a:fld id="{BA10FDB7-3E02-4363-90B3-590B3C26A88D}" type="slidenum">
              <a:rPr lang="ja-JP" altLang="en-US" smtClean="0"/>
              <a:pPr/>
              <a:t>‹#›</a:t>
            </a:fld>
            <a:endParaRPr lang="ja-JP" altLang="en-US"/>
          </a:p>
        </p:txBody>
      </p:sp>
    </p:spTree>
    <p:extLst>
      <p:ext uri="{BB962C8B-B14F-4D97-AF65-F5344CB8AC3E}">
        <p14:creationId xmlns:p14="http://schemas.microsoft.com/office/powerpoint/2010/main" val="30673539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1pPr>
    <a:lvl2pPr marL="4572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2pPr>
    <a:lvl3pPr marL="9144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3pPr>
    <a:lvl4pPr marL="13716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4pPr>
    <a:lvl5pPr marL="18288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1007436" y="1524000"/>
            <a:ext cx="10164233" cy="1752600"/>
          </a:xfrm>
        </p:spPr>
        <p:txBody>
          <a:bodyPr/>
          <a:lstStyle>
            <a:lvl1pPr>
              <a:defRPr sz="4200">
                <a:solidFill>
                  <a:schemeClr val="tx2"/>
                </a:solidFill>
              </a:defRPr>
            </a:lvl1pPr>
          </a:lstStyle>
          <a:p>
            <a:r>
              <a:rPr lang="ja-JP" altLang="en-US" dirty="0"/>
              <a:t>マスター タイトルの書式設定</a:t>
            </a:r>
            <a:endParaRPr lang="en-US" altLang="ja-JP" dirty="0"/>
          </a:p>
        </p:txBody>
      </p:sp>
      <p:sp>
        <p:nvSpPr>
          <p:cNvPr id="10243" name="Rectangle 3"/>
          <p:cNvSpPr>
            <a:spLocks noGrp="1" noChangeArrowheads="1"/>
          </p:cNvSpPr>
          <p:nvPr>
            <p:ph type="subTitle" idx="1"/>
          </p:nvPr>
        </p:nvSpPr>
        <p:spPr>
          <a:xfrm>
            <a:off x="3407834" y="3962400"/>
            <a:ext cx="7971367" cy="1752600"/>
          </a:xfrm>
          <a:prstGeom prst="rect">
            <a:avLst/>
          </a:prstGeom>
        </p:spPr>
        <p:txBody>
          <a:bodyPr/>
          <a:lstStyle>
            <a:lvl1pPr marL="0" indent="0">
              <a:buFont typeface="Wingdings" pitchFamily="2" charset="2"/>
              <a:buNone/>
              <a:defRPr sz="2800">
                <a:latin typeface="BIZ UDPゴシック" panose="020B0400000000000000" pitchFamily="50" charset="-128"/>
                <a:ea typeface="BIZ UDPゴシック" panose="020B0400000000000000" pitchFamily="50" charset="-128"/>
              </a:defRPr>
            </a:lvl1pPr>
          </a:lstStyle>
          <a:p>
            <a:r>
              <a:rPr lang="ja-JP" altLang="en-US" dirty="0"/>
              <a:t>マスター サブタイトルの書式設定</a:t>
            </a:r>
            <a:endParaRPr lang="en-US" altLang="ja-JP" dirty="0"/>
          </a:p>
        </p:txBody>
      </p:sp>
      <p:sp>
        <p:nvSpPr>
          <p:cNvPr id="4" name="四角形: 角を丸くする 3">
            <a:extLst>
              <a:ext uri="{FF2B5EF4-FFF2-40B4-BE49-F238E27FC236}">
                <a16:creationId xmlns:a16="http://schemas.microsoft.com/office/drawing/2014/main" id="{8254D289-857E-022B-E722-6C7257F338BE}"/>
              </a:ext>
            </a:extLst>
          </p:cNvPr>
          <p:cNvSpPr/>
          <p:nvPr userDrawn="1"/>
        </p:nvSpPr>
        <p:spPr bwMode="auto">
          <a:xfrm>
            <a:off x="3312000" y="3666171"/>
            <a:ext cx="8328616" cy="91135"/>
          </a:xfrm>
          <a:prstGeom prst="roundRect">
            <a:avLst>
              <a:gd name="adj" fmla="val 49227"/>
            </a:avLst>
          </a:prstGeom>
          <a:solidFill>
            <a:srgbClr val="339966"/>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a:ln>
                <a:noFill/>
              </a:ln>
              <a:solidFill>
                <a:schemeClr val="tx1"/>
              </a:solidFill>
              <a:effectLst/>
              <a:latin typeface="BIZ UDPゴシック" panose="020B0400000000000000" pitchFamily="50" charset="-128"/>
              <a:ea typeface="ＭＳ Ｐゴシック" pitchFamily="50" charset="-128"/>
            </a:endParaRPr>
          </a:p>
        </p:txBody>
      </p:sp>
      <p:sp>
        <p:nvSpPr>
          <p:cNvPr id="5" name="スライド番号プレースホルダー 4">
            <a:extLst>
              <a:ext uri="{FF2B5EF4-FFF2-40B4-BE49-F238E27FC236}">
                <a16:creationId xmlns:a16="http://schemas.microsoft.com/office/drawing/2014/main" id="{F00C62EA-46CE-6E45-F9C1-8E001A79E1DB}"/>
              </a:ext>
            </a:extLst>
          </p:cNvPr>
          <p:cNvSpPr>
            <a:spLocks noGrp="1"/>
          </p:cNvSpPr>
          <p:nvPr>
            <p:ph type="sldNum" sz="quarter" idx="10"/>
          </p:nvPr>
        </p:nvSpPr>
        <p:spPr/>
        <p:txBody>
          <a:body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1203523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98656" y="260648"/>
            <a:ext cx="10957984" cy="648072"/>
          </a:xfrm>
        </p:spPr>
        <p:txBody>
          <a:bodyPr/>
          <a:lstStyle>
            <a:lvl1pPr>
              <a:defRPr sz="3200" b="1">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sp>
        <p:nvSpPr>
          <p:cNvPr id="3" name="コンテンツ プレースホルダ 2"/>
          <p:cNvSpPr>
            <a:spLocks noGrp="1"/>
          </p:cNvSpPr>
          <p:nvPr>
            <p:ph idx="1"/>
          </p:nvPr>
        </p:nvSpPr>
        <p:spPr>
          <a:xfrm>
            <a:off x="609600" y="980728"/>
            <a:ext cx="10972800" cy="5256584"/>
          </a:xfrm>
          <a:prstGeom prst="rect">
            <a:avLst/>
          </a:prstGeom>
        </p:spPr>
        <p:txBody>
          <a:bodyPr/>
          <a:lstStyle>
            <a:lvl1pPr marL="342900" indent="-342900">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1pPr>
            <a:lvl2pPr marL="669925" indent="-3254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2pPr>
            <a:lvl3pPr marL="1022350" indent="-3508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3pPr>
            <a:lvl4pPr marL="1339850" indent="-315913">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4pPr>
            <a:lvl5pPr marL="1681163" indent="-339725">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cxnSp>
        <p:nvCxnSpPr>
          <p:cNvPr id="7" name="直線コネクタ 6">
            <a:extLst>
              <a:ext uri="{FF2B5EF4-FFF2-40B4-BE49-F238E27FC236}">
                <a16:creationId xmlns:a16="http://schemas.microsoft.com/office/drawing/2014/main" id="{F7DC264F-9A8B-8BC9-4FFA-4238A27ED534}"/>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6BB55BAD-460C-3254-9DE7-B95DC62378A8}"/>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6" name="フッター プレースホルダー 2">
            <a:extLst>
              <a:ext uri="{FF2B5EF4-FFF2-40B4-BE49-F238E27FC236}">
                <a16:creationId xmlns:a16="http://schemas.microsoft.com/office/drawing/2014/main" id="{14102FAC-1D8D-98FF-0E86-05B23E382AF4}"/>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3357564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cxnSp>
        <p:nvCxnSpPr>
          <p:cNvPr id="5" name="直線コネクタ 4">
            <a:extLst>
              <a:ext uri="{FF2B5EF4-FFF2-40B4-BE49-F238E27FC236}">
                <a16:creationId xmlns:a16="http://schemas.microsoft.com/office/drawing/2014/main" id="{0DDA252F-B76B-2A98-8A15-68FEF4A206CF}"/>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27F33519-DE7B-1578-63B1-C7F9384DEEE9}"/>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6" name="フッター プレースホルダー 2">
            <a:extLst>
              <a:ext uri="{FF2B5EF4-FFF2-40B4-BE49-F238E27FC236}">
                <a16:creationId xmlns:a16="http://schemas.microsoft.com/office/drawing/2014/main" id="{368A006B-8EC8-B39A-B6FA-0EE75EB75FA5}"/>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250980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79E8B39C-04D2-1AF7-9927-F5F6D4CA6FEA}"/>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3" name="フッター プレースホルダー 2">
            <a:extLst>
              <a:ext uri="{FF2B5EF4-FFF2-40B4-BE49-F238E27FC236}">
                <a16:creationId xmlns:a16="http://schemas.microsoft.com/office/drawing/2014/main" id="{0E031350-F277-E392-9EEE-34255C7F5C09}"/>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3908343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2" name="コンテンツ プレースホルダ 1"/>
          <p:cNvSpPr>
            <a:spLocks noGrp="1"/>
          </p:cNvSpPr>
          <p:nvPr>
            <p:ph/>
          </p:nvPr>
        </p:nvSpPr>
        <p:spPr>
          <a:xfrm>
            <a:off x="609600" y="277813"/>
            <a:ext cx="10972800" cy="5853112"/>
          </a:xfrm>
          <a:prstGeom prst="rect">
            <a:avLst/>
          </a:prstGeom>
        </p:spPr>
        <p:txBody>
          <a:bodyPr/>
          <a:lstStyle>
            <a:lvl1pPr>
              <a:defRPr>
                <a:latin typeface="BIZ UDPゴシック" panose="020B0400000000000000" pitchFamily="50" charset="-128"/>
                <a:ea typeface="BIZ UDPゴシック" panose="020B0400000000000000" pitchFamily="50" charset="-128"/>
              </a:defRPr>
            </a:lvl1pPr>
            <a:lvl2pPr>
              <a:defRPr>
                <a:latin typeface="BIZ UDPゴシック" panose="020B0400000000000000" pitchFamily="50" charset="-128"/>
                <a:ea typeface="BIZ UDPゴシック" panose="020B0400000000000000" pitchFamily="50" charset="-128"/>
              </a:defRPr>
            </a:lvl2pPr>
            <a:lvl3pPr>
              <a:defRPr>
                <a:latin typeface="BIZ UDPゴシック" panose="020B0400000000000000" pitchFamily="50" charset="-128"/>
                <a:ea typeface="BIZ UDPゴシック" panose="020B0400000000000000" pitchFamily="50" charset="-128"/>
              </a:defRPr>
            </a:lvl3pPr>
            <a:lvl4pPr>
              <a:defRPr>
                <a:latin typeface="BIZ UDPゴシック" panose="020B0400000000000000" pitchFamily="50" charset="-128"/>
                <a:ea typeface="BIZ UDPゴシック" panose="020B0400000000000000" pitchFamily="50" charset="-128"/>
              </a:defRPr>
            </a:lvl4pPr>
            <a:lvl5pPr>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6" name="Rectangle 6">
            <a:extLst>
              <a:ext uri="{FF2B5EF4-FFF2-40B4-BE49-F238E27FC236}">
                <a16:creationId xmlns:a16="http://schemas.microsoft.com/office/drawing/2014/main" id="{101701D8-2655-4364-A1CC-F63E88A9B833}"/>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4" name="フッター プレースホルダー 2">
            <a:extLst>
              <a:ext uri="{FF2B5EF4-FFF2-40B4-BE49-F238E27FC236}">
                <a16:creationId xmlns:a16="http://schemas.microsoft.com/office/drawing/2014/main" id="{00549907-4137-254B-ABA0-204DDF792283}"/>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179546919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98656" y="260648"/>
            <a:ext cx="10957984" cy="501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ja-JP" dirty="0" err="1"/>
              <a:t>マスタ</a:t>
            </a:r>
            <a:r>
              <a:rPr lang="en-US" altLang="ja-JP" dirty="0"/>
              <a:t> </a:t>
            </a:r>
            <a:r>
              <a:rPr lang="en-US" altLang="ja-JP" dirty="0" err="1"/>
              <a:t>タイトルの書式設定</a:t>
            </a:r>
            <a:endParaRPr lang="en-US" altLang="ja-JP" dirty="0"/>
          </a:p>
        </p:txBody>
      </p:sp>
      <p:sp>
        <p:nvSpPr>
          <p:cNvPr id="2" name="Rectangle 6">
            <a:extLst>
              <a:ext uri="{FF2B5EF4-FFF2-40B4-BE49-F238E27FC236}">
                <a16:creationId xmlns:a16="http://schemas.microsoft.com/office/drawing/2014/main" id="{91A1ECCD-F85D-D247-549B-2E41B84C18AE}"/>
              </a:ext>
            </a:extLst>
          </p:cNvPr>
          <p:cNvSpPr>
            <a:spLocks noGrp="1" noChangeArrowheads="1"/>
          </p:cNvSpPr>
          <p:nvPr>
            <p:ph type="sldNum" sz="quarter" idx="4"/>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3" name="フッター プレースホルダー 2">
            <a:extLst>
              <a:ext uri="{FF2B5EF4-FFF2-40B4-BE49-F238E27FC236}">
                <a16:creationId xmlns:a16="http://schemas.microsoft.com/office/drawing/2014/main" id="{326FBE41-6A51-4D78-3BE1-6E095FFE1BDE}"/>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11553269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6" r:id="rId4"/>
    <p:sldLayoutId id="2147483667" r:id="rId5"/>
  </p:sldLayoutIdLst>
  <p:hf hdr="0" dt="0"/>
  <p:txStyles>
    <p:titleStyle>
      <a:lvl1pPr algn="l" rtl="0" eaLnBrk="1" fontAlgn="base" hangingPunct="1">
        <a:spcBef>
          <a:spcPct val="0"/>
        </a:spcBef>
        <a:spcAft>
          <a:spcPct val="0"/>
        </a:spcAft>
        <a:defRPr kumimoji="1" sz="2800" b="1">
          <a:solidFill>
            <a:schemeClr val="tx2"/>
          </a:solidFill>
          <a:latin typeface="BIZ UDPゴシック" panose="020B0400000000000000" pitchFamily="50" charset="-128"/>
          <a:ea typeface="BIZ UDPゴシック" panose="020B0400000000000000" pitchFamily="50" charset="-128"/>
          <a:cs typeface="+mj-cs"/>
        </a:defRPr>
      </a:lvl1pPr>
      <a:lvl2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2pPr>
      <a:lvl3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3pPr>
      <a:lvl4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4pPr>
      <a:lvl5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5pPr>
      <a:lvl6pPr marL="4572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6pPr>
      <a:lvl7pPr marL="9144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7pPr>
      <a:lvl8pPr marL="13716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8pPr>
      <a:lvl9pPr marL="18288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9pPr>
    </p:titleStyle>
    <p:bodyStyle>
      <a:lvl1pPr marL="342900" indent="-342900"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2000" b="1">
          <a:solidFill>
            <a:schemeClr val="tx1"/>
          </a:solidFill>
          <a:latin typeface="FOT-UD丸ゴ_ラージ Pr6 M" panose="02020400000000000000" pitchFamily="18" charset="-128"/>
          <a:ea typeface="FOT-UD丸ゴ_ラージ Pr6 M" panose="02020400000000000000" pitchFamily="18" charset="-128"/>
          <a:cs typeface="+mn-cs"/>
        </a:defRPr>
      </a:lvl1pPr>
      <a:lvl2pPr marL="669925" indent="-325438" algn="l" rtl="0" eaLnBrk="1" fontAlgn="base" hangingPunct="1">
        <a:lnSpc>
          <a:spcPct val="150000"/>
        </a:lnSpc>
        <a:spcBef>
          <a:spcPct val="20000"/>
        </a:spcBef>
        <a:spcAft>
          <a:spcPct val="0"/>
        </a:spcAft>
        <a:buClr>
          <a:schemeClr val="tx1">
            <a:lumMod val="75000"/>
            <a:lumOff val="25000"/>
          </a:schemeClr>
        </a:buClr>
        <a:buSzPct val="60000"/>
        <a:buFont typeface="Wingdings" panose="05000000000000000000" pitchFamily="2" charset="2"/>
        <a:buChar char="n"/>
        <a:defRPr kumimoji="1" sz="1800" b="1">
          <a:solidFill>
            <a:schemeClr val="tx1"/>
          </a:solidFill>
          <a:latin typeface="FOT-UD丸ゴ_ラージ Pr6 M" panose="02020400000000000000" pitchFamily="18" charset="-128"/>
          <a:ea typeface="FOT-UD丸ゴ_ラージ Pr6 M" panose="02020400000000000000" pitchFamily="18" charset="-128"/>
        </a:defRPr>
      </a:lvl2pPr>
      <a:lvl3pPr marL="1022350" indent="-350838"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1600" b="1">
          <a:solidFill>
            <a:schemeClr val="tx1"/>
          </a:solidFill>
          <a:latin typeface="FOT-UD丸ゴ_ラージ Pr6 M" panose="02020400000000000000" pitchFamily="18" charset="-128"/>
          <a:ea typeface="FOT-UD丸ゴ_ラージ Pr6 M" panose="02020400000000000000" pitchFamily="18" charset="-128"/>
        </a:defRPr>
      </a:lvl3pPr>
      <a:lvl4pPr marL="1339850" indent="-315913" algn="l" rtl="0" eaLnBrk="1" fontAlgn="base" hangingPunct="1">
        <a:lnSpc>
          <a:spcPct val="150000"/>
        </a:lnSpc>
        <a:spcBef>
          <a:spcPct val="20000"/>
        </a:spcBef>
        <a:spcAft>
          <a:spcPct val="0"/>
        </a:spcAft>
        <a:buClr>
          <a:schemeClr val="tx1">
            <a:lumMod val="75000"/>
            <a:lumOff val="25000"/>
          </a:schemeClr>
        </a:buClr>
        <a:buSzPct val="70000"/>
        <a:buFont typeface="Wingdings" panose="05000000000000000000" pitchFamily="2" charset="2"/>
        <a:buChar char="n"/>
        <a:defRPr kumimoji="1" sz="1400" b="1">
          <a:solidFill>
            <a:schemeClr val="tx1"/>
          </a:solidFill>
          <a:latin typeface="FOT-UD丸ゴ_ラージ Pr6 M" panose="02020400000000000000" pitchFamily="18" charset="-128"/>
          <a:ea typeface="FOT-UD丸ゴ_ラージ Pr6 M" panose="02020400000000000000" pitchFamily="18" charset="-128"/>
        </a:defRPr>
      </a:lvl4pPr>
      <a:lvl5pPr marL="1681163" indent="-339725" algn="l" rtl="0" eaLnBrk="1" fontAlgn="base" hangingPunct="1">
        <a:lnSpc>
          <a:spcPct val="150000"/>
        </a:lnSpc>
        <a:spcBef>
          <a:spcPct val="20000"/>
        </a:spcBef>
        <a:spcAft>
          <a:spcPct val="0"/>
        </a:spcAft>
        <a:buClr>
          <a:schemeClr val="tx1">
            <a:lumMod val="75000"/>
            <a:lumOff val="25000"/>
          </a:schemeClr>
        </a:buClr>
        <a:buSzPct val="75000"/>
        <a:buFont typeface="Wingdings" panose="05000000000000000000" pitchFamily="2" charset="2"/>
        <a:buChar char="n"/>
        <a:defRPr kumimoji="1" sz="1200" b="1">
          <a:solidFill>
            <a:schemeClr val="tx1"/>
          </a:solidFill>
          <a:latin typeface="FOT-UD丸ゴ_ラージ Pr6 M" panose="02020400000000000000" pitchFamily="18" charset="-128"/>
          <a:ea typeface="FOT-UD丸ゴ_ラージ Pr6 M" panose="02020400000000000000" pitchFamily="18" charset="-128"/>
        </a:defRPr>
      </a:lvl5pPr>
      <a:lvl6pPr marL="21383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6pPr>
      <a:lvl7pPr marL="25955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7pPr>
      <a:lvl8pPr marL="30527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8pPr>
      <a:lvl9pPr marL="35099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2CF806-E48A-4798-56B5-568A0B4BD0B6}"/>
              </a:ext>
            </a:extLst>
          </p:cNvPr>
          <p:cNvSpPr>
            <a:spLocks noGrp="1"/>
          </p:cNvSpPr>
          <p:nvPr>
            <p:ph type="ctrTitle"/>
          </p:nvPr>
        </p:nvSpPr>
        <p:spPr>
          <a:xfrm>
            <a:off x="1007436" y="1125984"/>
            <a:ext cx="10164233" cy="1752600"/>
          </a:xfrm>
        </p:spPr>
        <p:txBody>
          <a:bodyPr/>
          <a:lstStyle/>
          <a:p>
            <a:r>
              <a:rPr kumimoji="1" lang="en-US" altLang="ja-JP"/>
              <a:t>PowerPoint Indexing Labeler </a:t>
            </a:r>
            <a:br>
              <a:rPr kumimoji="1" lang="en-US" altLang="ja-JP"/>
            </a:br>
            <a:r>
              <a:rPr kumimoji="1" lang="en-US" altLang="ja-JP"/>
              <a:t>Simple Example - 1</a:t>
            </a:r>
            <a:endParaRPr kumimoji="1" lang="ja-JP" altLang="en-US"/>
          </a:p>
        </p:txBody>
      </p:sp>
      <p:sp>
        <p:nvSpPr>
          <p:cNvPr id="3" name="字幕 2">
            <a:extLst>
              <a:ext uri="{FF2B5EF4-FFF2-40B4-BE49-F238E27FC236}">
                <a16:creationId xmlns:a16="http://schemas.microsoft.com/office/drawing/2014/main" id="{FFFF3C5E-3719-BB59-BBA5-EA1E27B09C4D}"/>
              </a:ext>
            </a:extLst>
          </p:cNvPr>
          <p:cNvSpPr>
            <a:spLocks noGrp="1"/>
          </p:cNvSpPr>
          <p:nvPr>
            <p:ph type="subTitle" idx="1"/>
          </p:nvPr>
        </p:nvSpPr>
        <p:spPr>
          <a:xfrm>
            <a:off x="3407834" y="3962400"/>
            <a:ext cx="7971367" cy="1194792"/>
          </a:xfrm>
        </p:spPr>
        <p:txBody>
          <a:bodyPr/>
          <a:lstStyle/>
          <a:p>
            <a:pPr algn="r"/>
            <a:r>
              <a:rPr kumimoji="1" lang="ja-JP" altLang="en-US"/>
              <a:t>アイデアクラフト　代表　開米瑞浩</a:t>
            </a:r>
          </a:p>
          <a:p>
            <a:pPr algn="r"/>
            <a:r>
              <a:rPr lang="ja-JP" altLang="en-US" sz="2000"/>
              <a:t>　　</a:t>
            </a:r>
            <a:r>
              <a:rPr lang="en-US" altLang="ja-JP" sz="2000"/>
              <a:t> 2024/12/09</a:t>
            </a:r>
            <a:r>
              <a:rPr lang="ja-JP" altLang="en-US" sz="2000"/>
              <a:t> 作成　</a:t>
            </a:r>
            <a:r>
              <a:rPr lang="en-US" altLang="ja-JP" sz="2000"/>
              <a:t>Version 1.0</a:t>
            </a:r>
          </a:p>
        </p:txBody>
      </p:sp>
      <p:sp>
        <p:nvSpPr>
          <p:cNvPr id="6" name="テキスト ボックス 5">
            <a:extLst>
              <a:ext uri="{FF2B5EF4-FFF2-40B4-BE49-F238E27FC236}">
                <a16:creationId xmlns:a16="http://schemas.microsoft.com/office/drawing/2014/main" id="{D6F904B1-5760-3889-DA9A-8E1020BC15D9}"/>
              </a:ext>
            </a:extLst>
          </p:cNvPr>
          <p:cNvSpPr txBox="1"/>
          <p:nvPr/>
        </p:nvSpPr>
        <p:spPr bwMode="auto">
          <a:xfrm>
            <a:off x="1559496" y="2708920"/>
            <a:ext cx="8712968"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本書は、</a:t>
            </a:r>
            <a:r>
              <a:rPr kumimoji="1" lang="en-US" altLang="ja-JP" kern="0">
                <a:latin typeface="BIZ UDPゴシック" panose="020B0400000000000000" pitchFamily="50" charset="-128"/>
                <a:ea typeface="BIZ UDPゴシック" panose="020B0400000000000000" pitchFamily="50" charset="-128"/>
              </a:rPr>
              <a:t>PowerPoint </a:t>
            </a:r>
            <a:r>
              <a:rPr kumimoji="1" lang="ja-JP" altLang="en-US" kern="0">
                <a:latin typeface="BIZ UDPゴシック" panose="020B0400000000000000" pitchFamily="50" charset="-128"/>
                <a:ea typeface="BIZ UDPゴシック" panose="020B0400000000000000" pitchFamily="50" charset="-128"/>
              </a:rPr>
              <a:t>ファイルへの章節ナンバリングツールのシンプルな</a:t>
            </a:r>
            <a:endParaRPr kumimoji="1" lang="en-US" altLang="ja-JP" kern="0">
              <a:latin typeface="BIZ UDPゴシック" panose="020B0400000000000000" pitchFamily="50" charset="-128"/>
              <a:ea typeface="BIZ UDPゴシック" panose="020B0400000000000000" pitchFamily="50" charset="-128"/>
            </a:endParaRPr>
          </a:p>
          <a:p>
            <a:pPr algn="l" eaLnBrk="1"/>
            <a:r>
              <a:rPr kumimoji="1" lang="ja-JP" altLang="en-US" kern="0">
                <a:latin typeface="BIZ UDPゴシック" panose="020B0400000000000000" pitchFamily="50" charset="-128"/>
                <a:ea typeface="BIZ UDPゴシック" panose="020B0400000000000000" pitchFamily="50" charset="-128"/>
              </a:rPr>
              <a:t>使用例の説明書です</a:t>
            </a:r>
          </a:p>
        </p:txBody>
      </p:sp>
    </p:spTree>
    <p:extLst>
      <p:ext uri="{BB962C8B-B14F-4D97-AF65-F5344CB8AC3E}">
        <p14:creationId xmlns:p14="http://schemas.microsoft.com/office/powerpoint/2010/main" val="37776772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DD9D-EFE0-E190-DD34-B877233710A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F569455-20E9-1D64-CF9A-83A80CCDABC2}"/>
              </a:ext>
            </a:extLst>
          </p:cNvPr>
          <p:cNvSpPr>
            <a:spLocks noGrp="1"/>
          </p:cNvSpPr>
          <p:nvPr>
            <p:ph type="title"/>
          </p:nvPr>
        </p:nvSpPr>
        <p:spPr/>
        <p:txBody>
          <a:bodyPr/>
          <a:lstStyle/>
          <a:p>
            <a:r>
              <a:rPr lang="en-US" altLang="ja-JP" sz="2800">
                <a:solidFill>
                  <a:schemeClr val="tx1"/>
                </a:solidFill>
              </a:rPr>
              <a:t>#DT#CP1.SL1) 1</a:t>
            </a:r>
            <a:r>
              <a:rPr lang="ja-JP" altLang="en-US" sz="2800">
                <a:solidFill>
                  <a:schemeClr val="tx1"/>
                </a:solidFill>
              </a:rPr>
              <a:t>章</a:t>
            </a:r>
            <a:r>
              <a:rPr lang="en-US" altLang="ja-JP" sz="2800">
                <a:solidFill>
                  <a:schemeClr val="tx1"/>
                </a:solidFill>
              </a:rPr>
              <a:t>1</a:t>
            </a:r>
            <a:r>
              <a:rPr lang="ja-JP" altLang="en-US" sz="2800">
                <a:solidFill>
                  <a:schemeClr val="tx1"/>
                </a:solidFill>
              </a:rPr>
              <a:t>節　章・節コードを章・節番号として変換する</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0BB8CE6E-C042-B8A2-D3B9-E5CCB9A91FCC}"/>
              </a:ext>
            </a:extLst>
          </p:cNvPr>
          <p:cNvCxnSpPr>
            <a:cxnSpLocks/>
          </p:cNvCxnSpPr>
          <p:nvPr/>
        </p:nvCxnSpPr>
        <p:spPr bwMode="auto">
          <a:xfrm flipH="1" flipV="1">
            <a:off x="2351584" y="836712"/>
            <a:ext cx="360040" cy="576064"/>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E97FF768-D7B0-F2D7-C938-975D829B1717}"/>
              </a:ext>
            </a:extLst>
          </p:cNvPr>
          <p:cNvCxnSpPr>
            <a:cxnSpLocks/>
          </p:cNvCxnSpPr>
          <p:nvPr/>
        </p:nvCxnSpPr>
        <p:spPr bwMode="auto">
          <a:xfrm>
            <a:off x="983432" y="836712"/>
            <a:ext cx="3024336"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3" name="テキスト ボックス 2">
            <a:extLst>
              <a:ext uri="{FF2B5EF4-FFF2-40B4-BE49-F238E27FC236}">
                <a16:creationId xmlns:a16="http://schemas.microsoft.com/office/drawing/2014/main" id="{5F306415-57E9-2311-CF44-DD1FF256194C}"/>
              </a:ext>
            </a:extLst>
          </p:cNvPr>
          <p:cNvSpPr txBox="1"/>
          <p:nvPr/>
        </p:nvSpPr>
        <p:spPr bwMode="auto">
          <a:xfrm>
            <a:off x="2141326" y="2801533"/>
            <a:ext cx="7693322" cy="22536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none" lIns="91440" tIns="45721" rIns="91440" bIns="45721" numCol="1" rtlCol="0" anchor="ctr" anchorCtr="0" compatLnSpc="1">
            <a:prstTxWarp prst="textNoShape">
              <a:avLst/>
            </a:prstTxWarp>
            <a:noAutofit/>
          </a:bodyPr>
          <a:lstStyle/>
          <a:p>
            <a:pPr algn="ctr" eaLnBrk="1"/>
            <a:r>
              <a:rPr kumimoji="1" lang="ja-JP" altLang="en-US" sz="1800" kern="0">
                <a:latin typeface="BIZ UDPゴシック" panose="020B0400000000000000" pitchFamily="50" charset="-128"/>
                <a:ea typeface="BIZ UDPゴシック" panose="020B0400000000000000" pitchFamily="50" charset="-128"/>
              </a:rPr>
              <a:t>コンテンツ部分は自由に書いてください</a:t>
            </a:r>
          </a:p>
        </p:txBody>
      </p:sp>
      <p:sp>
        <p:nvSpPr>
          <p:cNvPr id="18" name="テキスト ボックス 17">
            <a:extLst>
              <a:ext uri="{FF2B5EF4-FFF2-40B4-BE49-F238E27FC236}">
                <a16:creationId xmlns:a16="http://schemas.microsoft.com/office/drawing/2014/main" id="{46AC1A58-2721-1446-A26C-C06388242243}"/>
              </a:ext>
            </a:extLst>
          </p:cNvPr>
          <p:cNvSpPr txBox="1"/>
          <p:nvPr/>
        </p:nvSpPr>
        <p:spPr bwMode="auto">
          <a:xfrm>
            <a:off x="2927648" y="1412777"/>
            <a:ext cx="6624736"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#DT# </a:t>
            </a:r>
            <a:r>
              <a:rPr kumimoji="1" lang="ja-JP" altLang="en-US" kern="0">
                <a:latin typeface="BIZ UDPゴシック" panose="020B0400000000000000" pitchFamily="50" charset="-128"/>
                <a:ea typeface="BIZ UDPゴシック" panose="020B0400000000000000" pitchFamily="50" charset="-128"/>
              </a:rPr>
              <a:t>ディレクティブ の後に章・節コードを記載しておくと、章・節番号として変換されます</a:t>
            </a:r>
            <a:endParaRPr kumimoji="1" lang="en-US" altLang="ja-JP" kern="0">
              <a:latin typeface="BIZ UDPゴシック" panose="020B0400000000000000" pitchFamily="50" charset="-128"/>
              <a:ea typeface="BIZ UDPゴシック" panose="020B0400000000000000" pitchFamily="50" charset="-128"/>
            </a:endParaRPr>
          </a:p>
        </p:txBody>
      </p:sp>
      <p:sp>
        <p:nvSpPr>
          <p:cNvPr id="23" name="スライド番号プレースホルダー 22">
            <a:extLst>
              <a:ext uri="{FF2B5EF4-FFF2-40B4-BE49-F238E27FC236}">
                <a16:creationId xmlns:a16="http://schemas.microsoft.com/office/drawing/2014/main" id="{DDE2A957-78FA-8DE7-63AB-5D7939D9C458}"/>
              </a:ext>
            </a:extLst>
          </p:cNvPr>
          <p:cNvSpPr>
            <a:spLocks noGrp="1"/>
          </p:cNvSpPr>
          <p:nvPr>
            <p:ph type="sldNum" sz="quarter" idx="12"/>
          </p:nvPr>
        </p:nvSpPr>
        <p:spPr/>
        <p:txBody>
          <a:bodyPr/>
          <a:lstStyle/>
          <a:p>
            <a:fld id="{D2D8002D-B5B0-4BAC-B1F6-782DDCCE6D9C}" type="slidenum">
              <a:rPr lang="ja-JP" altLang="en-US" smtClean="0"/>
              <a:pPr/>
              <a:t>1</a:t>
            </a:fld>
            <a:endParaRPr lang="ja-JP" altLang="en-US"/>
          </a:p>
        </p:txBody>
      </p:sp>
      <p:sp>
        <p:nvSpPr>
          <p:cNvPr id="24" name="フッター プレースホルダー 23">
            <a:extLst>
              <a:ext uri="{FF2B5EF4-FFF2-40B4-BE49-F238E27FC236}">
                <a16:creationId xmlns:a16="http://schemas.microsoft.com/office/drawing/2014/main" id="{FD1CA68E-232B-C73D-AF10-06E161CDD218}"/>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30806665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61F8E-50A8-4F8A-E781-85287381480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DDF96E7-88C2-D902-9C2E-9600FF704557}"/>
              </a:ext>
            </a:extLst>
          </p:cNvPr>
          <p:cNvSpPr>
            <a:spLocks noGrp="1"/>
          </p:cNvSpPr>
          <p:nvPr>
            <p:ph type="title"/>
          </p:nvPr>
        </p:nvSpPr>
        <p:spPr/>
        <p:txBody>
          <a:bodyPr/>
          <a:lstStyle/>
          <a:p>
            <a:r>
              <a:rPr lang="en-US" altLang="ja-JP" sz="2800">
                <a:solidFill>
                  <a:schemeClr val="tx1"/>
                </a:solidFill>
              </a:rPr>
              <a:t>#DT#CP1.SL2) 1</a:t>
            </a:r>
            <a:r>
              <a:rPr lang="ja-JP" altLang="en-US" sz="2800">
                <a:solidFill>
                  <a:schemeClr val="tx1"/>
                </a:solidFill>
              </a:rPr>
              <a:t>章</a:t>
            </a:r>
            <a:r>
              <a:rPr lang="en-US" altLang="ja-JP" sz="2800">
                <a:solidFill>
                  <a:schemeClr val="tx1"/>
                </a:solidFill>
              </a:rPr>
              <a:t>2</a:t>
            </a:r>
            <a:r>
              <a:rPr lang="ja-JP" altLang="en-US" sz="2800">
                <a:solidFill>
                  <a:schemeClr val="tx1"/>
                </a:solidFill>
              </a:rPr>
              <a:t>節　コード中の数字とナンバリングは無関係</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DA5E865D-78BB-FB71-5D75-163A85B73F81}"/>
              </a:ext>
            </a:extLst>
          </p:cNvPr>
          <p:cNvCxnSpPr>
            <a:cxnSpLocks/>
          </p:cNvCxnSpPr>
          <p:nvPr/>
        </p:nvCxnSpPr>
        <p:spPr bwMode="auto">
          <a:xfrm flipH="1" flipV="1">
            <a:off x="3732504" y="836712"/>
            <a:ext cx="360040" cy="576064"/>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6F1B0840-591F-D8CB-8C66-2C975F80E53C}"/>
              </a:ext>
            </a:extLst>
          </p:cNvPr>
          <p:cNvCxnSpPr>
            <a:cxnSpLocks/>
          </p:cNvCxnSpPr>
          <p:nvPr/>
        </p:nvCxnSpPr>
        <p:spPr bwMode="auto">
          <a:xfrm>
            <a:off x="3575720" y="836712"/>
            <a:ext cx="432048"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18" name="テキスト ボックス 17">
            <a:extLst>
              <a:ext uri="{FF2B5EF4-FFF2-40B4-BE49-F238E27FC236}">
                <a16:creationId xmlns:a16="http://schemas.microsoft.com/office/drawing/2014/main" id="{836757A3-EEF4-36E2-F942-542E9758DFCF}"/>
              </a:ext>
            </a:extLst>
          </p:cNvPr>
          <p:cNvSpPr txBox="1"/>
          <p:nvPr/>
        </p:nvSpPr>
        <p:spPr bwMode="auto">
          <a:xfrm>
            <a:off x="3719736" y="1412777"/>
            <a:ext cx="6408712" cy="1323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章・節コードの一部に数字を含めても、変換後の章／節番号とは無関係です。</a:t>
            </a:r>
            <a:endParaRPr kumimoji="1" lang="en-US" altLang="ja-JP" kern="0">
              <a:latin typeface="BIZ UDPゴシック" panose="020B0400000000000000" pitchFamily="50" charset="-128"/>
              <a:ea typeface="BIZ UDPゴシック" panose="020B0400000000000000" pitchFamily="50" charset="-128"/>
            </a:endParaRPr>
          </a:p>
          <a:p>
            <a:pPr algn="l" eaLnBrk="1"/>
            <a:r>
              <a:rPr kumimoji="1" lang="ja-JP" altLang="en-US" kern="0">
                <a:latin typeface="BIZ UDPゴシック" panose="020B0400000000000000" pitchFamily="50" charset="-128"/>
                <a:ea typeface="BIZ UDPゴシック" panose="020B0400000000000000" pitchFamily="50" charset="-128"/>
              </a:rPr>
              <a:t>しかし、実用的にはコンテンツ編集中は続き番号をつけておくほうが扱いやすいですね。</a:t>
            </a:r>
            <a:endParaRPr kumimoji="1" lang="en-US" altLang="ja-JP" kern="0">
              <a:latin typeface="BIZ UDPゴシック" panose="020B0400000000000000" pitchFamily="50" charset="-128"/>
              <a:ea typeface="BIZ UDPゴシック" panose="020B0400000000000000" pitchFamily="50" charset="-128"/>
            </a:endParaRPr>
          </a:p>
        </p:txBody>
      </p:sp>
      <p:sp>
        <p:nvSpPr>
          <p:cNvPr id="8" name="スライド番号プレースホルダー 7">
            <a:extLst>
              <a:ext uri="{FF2B5EF4-FFF2-40B4-BE49-F238E27FC236}">
                <a16:creationId xmlns:a16="http://schemas.microsoft.com/office/drawing/2014/main" id="{84E5272D-30FA-EEC3-39F4-D682F9C15C73}"/>
              </a:ext>
            </a:extLst>
          </p:cNvPr>
          <p:cNvSpPr>
            <a:spLocks noGrp="1"/>
          </p:cNvSpPr>
          <p:nvPr>
            <p:ph type="sldNum" sz="quarter" idx="12"/>
          </p:nvPr>
        </p:nvSpPr>
        <p:spPr/>
        <p:txBody>
          <a:bodyPr/>
          <a:lstStyle/>
          <a:p>
            <a:fld id="{D2D8002D-B5B0-4BAC-B1F6-782DDCCE6D9C}" type="slidenum">
              <a:rPr lang="ja-JP" altLang="en-US" smtClean="0"/>
              <a:pPr/>
              <a:t>2</a:t>
            </a:fld>
            <a:endParaRPr lang="ja-JP" altLang="en-US"/>
          </a:p>
        </p:txBody>
      </p:sp>
      <p:sp>
        <p:nvSpPr>
          <p:cNvPr id="10" name="フッター プレースホルダー 9">
            <a:extLst>
              <a:ext uri="{FF2B5EF4-FFF2-40B4-BE49-F238E27FC236}">
                <a16:creationId xmlns:a16="http://schemas.microsoft.com/office/drawing/2014/main" id="{941FC6D1-127E-3945-F139-AB289FAC1442}"/>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1130397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C8C97-9B58-F82F-C216-FCD9B0F88A8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0F8F7ED-22E7-FFA7-F955-4F5086E3BC2B}"/>
              </a:ext>
            </a:extLst>
          </p:cNvPr>
          <p:cNvSpPr>
            <a:spLocks noGrp="1"/>
          </p:cNvSpPr>
          <p:nvPr>
            <p:ph type="title"/>
          </p:nvPr>
        </p:nvSpPr>
        <p:spPr/>
        <p:txBody>
          <a:bodyPr/>
          <a:lstStyle/>
          <a:p>
            <a:r>
              <a:rPr lang="en-US" altLang="ja-JP" sz="2800">
                <a:solidFill>
                  <a:schemeClr val="tx1"/>
                </a:solidFill>
              </a:rPr>
              <a:t>#DT#CP1.SLX) 1</a:t>
            </a:r>
            <a:r>
              <a:rPr lang="ja-JP" altLang="en-US" sz="2800">
                <a:solidFill>
                  <a:schemeClr val="tx1"/>
                </a:solidFill>
              </a:rPr>
              <a:t>章</a:t>
            </a:r>
            <a:r>
              <a:rPr lang="en-US" altLang="ja-JP" sz="2800">
                <a:solidFill>
                  <a:schemeClr val="tx1"/>
                </a:solidFill>
              </a:rPr>
              <a:t>3</a:t>
            </a:r>
            <a:r>
              <a:rPr lang="ja-JP" altLang="en-US" sz="2800">
                <a:solidFill>
                  <a:schemeClr val="tx1"/>
                </a:solidFill>
              </a:rPr>
              <a:t>節　コードには数字を含む必要なし</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E9B7B053-4F7E-19EC-7419-87EFCE4269C3}"/>
              </a:ext>
            </a:extLst>
          </p:cNvPr>
          <p:cNvCxnSpPr>
            <a:cxnSpLocks/>
          </p:cNvCxnSpPr>
          <p:nvPr/>
        </p:nvCxnSpPr>
        <p:spPr bwMode="auto">
          <a:xfrm flipH="1" flipV="1">
            <a:off x="3760112" y="836712"/>
            <a:ext cx="360040" cy="576064"/>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A4EA1055-719A-9D77-1300-FCF7FB19B31E}"/>
              </a:ext>
            </a:extLst>
          </p:cNvPr>
          <p:cNvCxnSpPr>
            <a:cxnSpLocks/>
          </p:cNvCxnSpPr>
          <p:nvPr/>
        </p:nvCxnSpPr>
        <p:spPr bwMode="auto">
          <a:xfrm>
            <a:off x="3143672" y="836712"/>
            <a:ext cx="792088"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18" name="テキスト ボックス 17">
            <a:extLst>
              <a:ext uri="{FF2B5EF4-FFF2-40B4-BE49-F238E27FC236}">
                <a16:creationId xmlns:a16="http://schemas.microsoft.com/office/drawing/2014/main" id="{D342D1EB-189D-97A6-B4F5-9E926CDCAB50}"/>
              </a:ext>
            </a:extLst>
          </p:cNvPr>
          <p:cNvSpPr txBox="1"/>
          <p:nvPr/>
        </p:nvSpPr>
        <p:spPr bwMode="auto">
          <a:xfrm>
            <a:off x="2927648" y="1412777"/>
            <a:ext cx="6624736"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章・節コードには数字を含む必要はありません。</a:t>
            </a:r>
            <a:endParaRPr kumimoji="1" lang="en-US" altLang="ja-JP" kern="0">
              <a:latin typeface="BIZ UDPゴシック" panose="020B0400000000000000" pitchFamily="50" charset="-128"/>
              <a:ea typeface="BIZ UDPゴシック" panose="020B0400000000000000" pitchFamily="50" charset="-128"/>
            </a:endParaRPr>
          </a:p>
          <a:p>
            <a:pPr algn="l" eaLnBrk="1"/>
            <a:r>
              <a:rPr kumimoji="1" lang="ja-JP" altLang="en-US" kern="0">
                <a:latin typeface="BIZ UDPゴシック" panose="020B0400000000000000" pitchFamily="50" charset="-128"/>
                <a:ea typeface="BIZ UDPゴシック" panose="020B0400000000000000" pitchFamily="50" charset="-128"/>
              </a:rPr>
              <a:t>数字とは無関係に、出現順にナンバリングされます。</a:t>
            </a:r>
            <a:endParaRPr kumimoji="1" lang="en-US" altLang="ja-JP" kern="0">
              <a:latin typeface="BIZ UDPゴシック" panose="020B0400000000000000" pitchFamily="50" charset="-128"/>
              <a:ea typeface="BIZ UDPゴシック" panose="020B0400000000000000" pitchFamily="50" charset="-128"/>
            </a:endParaRPr>
          </a:p>
        </p:txBody>
      </p:sp>
      <p:sp>
        <p:nvSpPr>
          <p:cNvPr id="8" name="スライド番号プレースホルダー 7">
            <a:extLst>
              <a:ext uri="{FF2B5EF4-FFF2-40B4-BE49-F238E27FC236}">
                <a16:creationId xmlns:a16="http://schemas.microsoft.com/office/drawing/2014/main" id="{8B5828B4-CB61-72FB-5B3E-83C4DCCD07B7}"/>
              </a:ext>
            </a:extLst>
          </p:cNvPr>
          <p:cNvSpPr>
            <a:spLocks noGrp="1"/>
          </p:cNvSpPr>
          <p:nvPr>
            <p:ph type="sldNum" sz="quarter" idx="12"/>
          </p:nvPr>
        </p:nvSpPr>
        <p:spPr/>
        <p:txBody>
          <a:bodyPr/>
          <a:lstStyle/>
          <a:p>
            <a:fld id="{D2D8002D-B5B0-4BAC-B1F6-782DDCCE6D9C}" type="slidenum">
              <a:rPr lang="ja-JP" altLang="en-US" smtClean="0"/>
              <a:pPr/>
              <a:t>3</a:t>
            </a:fld>
            <a:endParaRPr lang="ja-JP" altLang="en-US"/>
          </a:p>
        </p:txBody>
      </p:sp>
      <p:sp>
        <p:nvSpPr>
          <p:cNvPr id="10" name="フッター プレースホルダー 9">
            <a:extLst>
              <a:ext uri="{FF2B5EF4-FFF2-40B4-BE49-F238E27FC236}">
                <a16:creationId xmlns:a16="http://schemas.microsoft.com/office/drawing/2014/main" id="{8C2F3352-4D5A-AE57-CBC3-CFDE62F4D9D5}"/>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26081199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90F7D-9F47-F7EE-E06E-0C49FA88250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C8D59A9-AC51-10FB-8073-8D85B3254F81}"/>
              </a:ext>
            </a:extLst>
          </p:cNvPr>
          <p:cNvSpPr>
            <a:spLocks noGrp="1"/>
          </p:cNvSpPr>
          <p:nvPr>
            <p:ph type="title"/>
          </p:nvPr>
        </p:nvSpPr>
        <p:spPr/>
        <p:txBody>
          <a:bodyPr/>
          <a:lstStyle/>
          <a:p>
            <a:r>
              <a:rPr lang="en-US" altLang="ja-JP" sz="2800">
                <a:solidFill>
                  <a:schemeClr val="tx1"/>
                </a:solidFill>
              </a:rPr>
              <a:t>#DT#CP2.SLX) 2</a:t>
            </a:r>
            <a:r>
              <a:rPr lang="ja-JP" altLang="en-US" sz="2800">
                <a:solidFill>
                  <a:schemeClr val="tx1"/>
                </a:solidFill>
              </a:rPr>
              <a:t>章</a:t>
            </a:r>
            <a:r>
              <a:rPr lang="en-US" altLang="ja-JP" sz="2800">
                <a:solidFill>
                  <a:schemeClr val="tx1"/>
                </a:solidFill>
              </a:rPr>
              <a:t>1</a:t>
            </a:r>
            <a:r>
              <a:rPr lang="ja-JP" altLang="en-US" sz="2800">
                <a:solidFill>
                  <a:schemeClr val="tx1"/>
                </a:solidFill>
              </a:rPr>
              <a:t>節　節コードは章コード内でナンバリング</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C397AC3C-2964-C399-CA3B-6C5A1F1EA773}"/>
              </a:ext>
            </a:extLst>
          </p:cNvPr>
          <p:cNvCxnSpPr>
            <a:cxnSpLocks/>
          </p:cNvCxnSpPr>
          <p:nvPr/>
        </p:nvCxnSpPr>
        <p:spPr bwMode="auto">
          <a:xfrm flipV="1">
            <a:off x="2419220" y="836712"/>
            <a:ext cx="0" cy="3282132"/>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B2DF095F-2553-8754-905E-FEAFCFA71AFB}"/>
              </a:ext>
            </a:extLst>
          </p:cNvPr>
          <p:cNvCxnSpPr>
            <a:cxnSpLocks/>
          </p:cNvCxnSpPr>
          <p:nvPr/>
        </p:nvCxnSpPr>
        <p:spPr bwMode="auto">
          <a:xfrm>
            <a:off x="2203196" y="836712"/>
            <a:ext cx="792088"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18" name="テキスト ボックス 17">
            <a:extLst>
              <a:ext uri="{FF2B5EF4-FFF2-40B4-BE49-F238E27FC236}">
                <a16:creationId xmlns:a16="http://schemas.microsoft.com/office/drawing/2014/main" id="{22EDFB39-A6B9-9DC1-0DC7-67C14FFFC5F2}"/>
              </a:ext>
            </a:extLst>
          </p:cNvPr>
          <p:cNvSpPr txBox="1"/>
          <p:nvPr/>
        </p:nvSpPr>
        <p:spPr bwMode="auto">
          <a:xfrm>
            <a:off x="1991544" y="4118844"/>
            <a:ext cx="6624736"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章コード </a:t>
            </a:r>
            <a:r>
              <a:rPr kumimoji="1" lang="en-US" altLang="ja-JP" kern="0">
                <a:latin typeface="BIZ UDPゴシック" panose="020B0400000000000000" pitchFamily="50" charset="-128"/>
                <a:ea typeface="BIZ UDPゴシック" panose="020B0400000000000000" pitchFamily="50" charset="-128"/>
              </a:rPr>
              <a:t>CP2 </a:t>
            </a:r>
            <a:r>
              <a:rPr kumimoji="1" lang="ja-JP" altLang="en-US" kern="0">
                <a:latin typeface="BIZ UDPゴシック" panose="020B0400000000000000" pitchFamily="50" charset="-128"/>
                <a:ea typeface="BIZ UDPゴシック" panose="020B0400000000000000" pitchFamily="50" charset="-128"/>
              </a:rPr>
              <a:t>はここで初登場、</a:t>
            </a:r>
            <a:r>
              <a:rPr kumimoji="1" lang="en-US" altLang="ja-JP" kern="0">
                <a:latin typeface="BIZ UDPゴシック" panose="020B0400000000000000" pitchFamily="50" charset="-128"/>
                <a:ea typeface="BIZ UDPゴシック" panose="020B0400000000000000" pitchFamily="50" charset="-128"/>
              </a:rPr>
              <a:t>CP1 </a:t>
            </a:r>
            <a:r>
              <a:rPr kumimoji="1" lang="ja-JP" altLang="en-US" kern="0">
                <a:latin typeface="BIZ UDPゴシック" panose="020B0400000000000000" pitchFamily="50" charset="-128"/>
                <a:ea typeface="BIZ UDPゴシック" panose="020B0400000000000000" pitchFamily="50" charset="-128"/>
              </a:rPr>
              <a:t>の次なので「</a:t>
            </a:r>
            <a:r>
              <a:rPr kumimoji="1" lang="en-US" altLang="ja-JP" kern="0">
                <a:latin typeface="BIZ UDPゴシック" panose="020B0400000000000000" pitchFamily="50" charset="-128"/>
                <a:ea typeface="BIZ UDPゴシック" panose="020B0400000000000000" pitchFamily="50" charset="-128"/>
              </a:rPr>
              <a:t>2</a:t>
            </a:r>
            <a:r>
              <a:rPr kumimoji="1" lang="ja-JP" altLang="en-US" kern="0">
                <a:latin typeface="BIZ UDPゴシック" panose="020B0400000000000000" pitchFamily="50" charset="-128"/>
                <a:ea typeface="BIZ UDPゴシック" panose="020B0400000000000000" pitchFamily="50" charset="-128"/>
              </a:rPr>
              <a:t>」と変換されます。</a:t>
            </a:r>
            <a:endParaRPr kumimoji="1" lang="en-US" altLang="ja-JP" kern="0">
              <a:latin typeface="BIZ UDPゴシック" panose="020B0400000000000000" pitchFamily="50" charset="-128"/>
              <a:ea typeface="BIZ UDPゴシック" panose="020B0400000000000000" pitchFamily="50" charset="-128"/>
            </a:endParaRPr>
          </a:p>
        </p:txBody>
      </p:sp>
      <p:cxnSp>
        <p:nvCxnSpPr>
          <p:cNvPr id="5" name="直線コネクタ 4">
            <a:extLst>
              <a:ext uri="{FF2B5EF4-FFF2-40B4-BE49-F238E27FC236}">
                <a16:creationId xmlns:a16="http://schemas.microsoft.com/office/drawing/2014/main" id="{16B61DE4-C785-C297-B3C1-F8260C19C2BB}"/>
              </a:ext>
            </a:extLst>
          </p:cNvPr>
          <p:cNvCxnSpPr>
            <a:cxnSpLocks/>
          </p:cNvCxnSpPr>
          <p:nvPr/>
        </p:nvCxnSpPr>
        <p:spPr bwMode="auto">
          <a:xfrm>
            <a:off x="3190280" y="836712"/>
            <a:ext cx="792088"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8" name="テキスト ボックス 7">
            <a:extLst>
              <a:ext uri="{FF2B5EF4-FFF2-40B4-BE49-F238E27FC236}">
                <a16:creationId xmlns:a16="http://schemas.microsoft.com/office/drawing/2014/main" id="{4662000E-0AB9-04EF-9AC8-F33EE5B52C8D}"/>
              </a:ext>
            </a:extLst>
          </p:cNvPr>
          <p:cNvSpPr txBox="1"/>
          <p:nvPr/>
        </p:nvSpPr>
        <p:spPr bwMode="auto">
          <a:xfrm>
            <a:off x="3138296" y="1369548"/>
            <a:ext cx="6624736" cy="2246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SLX</a:t>
            </a:r>
            <a:r>
              <a:rPr kumimoji="1" lang="ja-JP" altLang="en-US" kern="0">
                <a:latin typeface="BIZ UDPゴシック" panose="020B0400000000000000" pitchFamily="50" charset="-128"/>
                <a:ea typeface="BIZ UDPゴシック" panose="020B0400000000000000" pitchFamily="50" charset="-128"/>
              </a:rPr>
              <a:t>は</a:t>
            </a:r>
            <a:r>
              <a:rPr kumimoji="1" lang="en-US" altLang="ja-JP" kern="0">
                <a:latin typeface="BIZ UDPゴシック" panose="020B0400000000000000" pitchFamily="50" charset="-128"/>
                <a:ea typeface="BIZ UDPゴシック" panose="020B0400000000000000" pitchFamily="50" charset="-128"/>
              </a:rPr>
              <a:t>2</a:t>
            </a:r>
            <a:r>
              <a:rPr kumimoji="1" lang="ja-JP" altLang="en-US" kern="0">
                <a:latin typeface="BIZ UDPゴシック" panose="020B0400000000000000" pitchFamily="50" charset="-128"/>
                <a:ea typeface="BIZ UDPゴシック" panose="020B0400000000000000" pitchFamily="50" charset="-128"/>
              </a:rPr>
              <a:t>回目ですが、</a:t>
            </a:r>
            <a:r>
              <a:rPr kumimoji="1" lang="en-US" altLang="ja-JP" kern="0">
                <a:latin typeface="BIZ UDPゴシック" panose="020B0400000000000000" pitchFamily="50" charset="-128"/>
                <a:ea typeface="BIZ UDPゴシック" panose="020B0400000000000000" pitchFamily="50" charset="-128"/>
              </a:rPr>
              <a:t>CP2</a:t>
            </a:r>
            <a:r>
              <a:rPr kumimoji="1" lang="ja-JP" altLang="en-US" kern="0">
                <a:latin typeface="BIZ UDPゴシック" panose="020B0400000000000000" pitchFamily="50" charset="-128"/>
                <a:ea typeface="BIZ UDPゴシック" panose="020B0400000000000000" pitchFamily="50" charset="-128"/>
              </a:rPr>
              <a:t>の下の</a:t>
            </a:r>
            <a:r>
              <a:rPr kumimoji="1" lang="en-US" altLang="ja-JP" kern="0">
                <a:latin typeface="BIZ UDPゴシック" panose="020B0400000000000000" pitchFamily="50" charset="-128"/>
                <a:ea typeface="BIZ UDPゴシック" panose="020B0400000000000000" pitchFamily="50" charset="-128"/>
              </a:rPr>
              <a:t>SLX</a:t>
            </a:r>
            <a:r>
              <a:rPr kumimoji="1" lang="ja-JP" altLang="en-US" kern="0">
                <a:latin typeface="BIZ UDPゴシック" panose="020B0400000000000000" pitchFamily="50" charset="-128"/>
                <a:ea typeface="BIZ UDPゴシック" panose="020B0400000000000000" pitchFamily="50" charset="-128"/>
              </a:rPr>
              <a:t>は初登場なので「</a:t>
            </a:r>
            <a:r>
              <a:rPr kumimoji="1" lang="en-US" altLang="ja-JP" kern="0">
                <a:latin typeface="BIZ UDPゴシック" panose="020B0400000000000000" pitchFamily="50" charset="-128"/>
                <a:ea typeface="BIZ UDPゴシック" panose="020B0400000000000000" pitchFamily="50" charset="-128"/>
              </a:rPr>
              <a:t>1</a:t>
            </a:r>
            <a:r>
              <a:rPr kumimoji="1" lang="ja-JP" altLang="en-US" kern="0">
                <a:latin typeface="BIZ UDPゴシック" panose="020B0400000000000000" pitchFamily="50" charset="-128"/>
                <a:ea typeface="BIZ UDPゴシック" panose="020B0400000000000000" pitchFamily="50" charset="-128"/>
              </a:rPr>
              <a:t>」と変換されます。</a:t>
            </a:r>
            <a:endParaRPr kumimoji="1" lang="en-US" altLang="ja-JP" kern="0">
              <a:latin typeface="BIZ UDPゴシック" panose="020B0400000000000000" pitchFamily="50" charset="-128"/>
              <a:ea typeface="BIZ UDPゴシック" panose="020B0400000000000000" pitchFamily="50" charset="-128"/>
            </a:endParaRPr>
          </a:p>
          <a:p>
            <a:pPr algn="l" eaLnBrk="1"/>
            <a:r>
              <a:rPr kumimoji="1" lang="ja-JP" altLang="en-US" kern="0">
                <a:latin typeface="BIZ UDPゴシック" panose="020B0400000000000000" pitchFamily="50" charset="-128"/>
                <a:ea typeface="BIZ UDPゴシック" panose="020B0400000000000000" pitchFamily="50" charset="-128"/>
              </a:rPr>
              <a:t>節コードは同一の章コード内でナンバリングされるので、たとえば下記２つのコードの </a:t>
            </a:r>
            <a:r>
              <a:rPr kumimoji="1" lang="en-US" altLang="ja-JP" kern="0">
                <a:latin typeface="BIZ UDPゴシック" panose="020B0400000000000000" pitchFamily="50" charset="-128"/>
                <a:ea typeface="BIZ UDPゴシック" panose="020B0400000000000000" pitchFamily="50" charset="-128"/>
              </a:rPr>
              <a:t>'SLX' </a:t>
            </a:r>
            <a:r>
              <a:rPr kumimoji="1" lang="ja-JP" altLang="en-US" kern="0">
                <a:latin typeface="BIZ UDPゴシック" panose="020B0400000000000000" pitchFamily="50" charset="-128"/>
                <a:ea typeface="BIZ UDPゴシック" panose="020B0400000000000000" pitchFamily="50" charset="-128"/>
              </a:rPr>
              <a:t>は別番号になります。</a:t>
            </a:r>
            <a:endParaRPr kumimoji="1" lang="en-US" altLang="ja-JP" kern="0">
              <a:latin typeface="BIZ UDPゴシック" panose="020B0400000000000000" pitchFamily="50" charset="-128"/>
              <a:ea typeface="BIZ UDPゴシック" panose="020B0400000000000000" pitchFamily="50" charset="-128"/>
            </a:endParaRPr>
          </a:p>
          <a:p>
            <a:pPr algn="l" eaLnBrk="1"/>
            <a:endParaRPr kumimoji="1" lang="en-US" altLang="ja-JP" kern="0">
              <a:latin typeface="BIZ UDPゴシック" panose="020B0400000000000000" pitchFamily="50" charset="-128"/>
              <a:ea typeface="BIZ UDPゴシック" panose="020B0400000000000000" pitchFamily="50" charset="-128"/>
            </a:endParaRPr>
          </a:p>
          <a:p>
            <a:pPr algn="l" eaLnBrk="1"/>
            <a:r>
              <a:rPr kumimoji="1" lang="ja-JP" altLang="en-US" kern="0">
                <a:latin typeface="BIZ UDPゴシック" panose="020B0400000000000000" pitchFamily="50" charset="-128"/>
                <a:ea typeface="BIZ UDPゴシック" panose="020B0400000000000000" pitchFamily="50" charset="-128"/>
              </a:rPr>
              <a:t>　　　　</a:t>
            </a:r>
            <a:r>
              <a:rPr kumimoji="1" lang="en-US" altLang="ja-JP" kern="0">
                <a:latin typeface="BIZ UDPゴシック" panose="020B0400000000000000" pitchFamily="50" charset="-128"/>
                <a:ea typeface="BIZ UDPゴシック" panose="020B0400000000000000" pitchFamily="50" charset="-128"/>
              </a:rPr>
              <a:t>CP1.SLX</a:t>
            </a:r>
          </a:p>
          <a:p>
            <a:pPr algn="l" eaLnBrk="1"/>
            <a:r>
              <a:rPr lang="ja-JP" altLang="en-US" sz="2000">
                <a:solidFill>
                  <a:schemeClr val="tx1"/>
                </a:solidFill>
                <a:latin typeface="BIZ UDPゴシック" panose="020B0400000000000000" pitchFamily="50" charset="-128"/>
                <a:ea typeface="BIZ UDPゴシック" panose="020B0400000000000000" pitchFamily="50" charset="-128"/>
              </a:rPr>
              <a:t>　　　　</a:t>
            </a:r>
            <a:r>
              <a:rPr lang="en-US" altLang="ja-JP" sz="2000">
                <a:solidFill>
                  <a:schemeClr val="tx1"/>
                </a:solidFill>
                <a:latin typeface="BIZ UDPゴシック" panose="020B0400000000000000" pitchFamily="50" charset="-128"/>
                <a:ea typeface="BIZ UDPゴシック" panose="020B0400000000000000" pitchFamily="50" charset="-128"/>
              </a:rPr>
              <a:t>CP2.SLX</a:t>
            </a:r>
            <a:endParaRPr kumimoji="1" lang="en-US" altLang="ja-JP" kern="0">
              <a:latin typeface="BIZ UDPゴシック" panose="020B0400000000000000" pitchFamily="50" charset="-128"/>
              <a:ea typeface="BIZ UDPゴシック" panose="020B0400000000000000" pitchFamily="50" charset="-128"/>
            </a:endParaRPr>
          </a:p>
        </p:txBody>
      </p:sp>
      <p:cxnSp>
        <p:nvCxnSpPr>
          <p:cNvPr id="12" name="直線矢印コネクタ 11">
            <a:extLst>
              <a:ext uri="{FF2B5EF4-FFF2-40B4-BE49-F238E27FC236}">
                <a16:creationId xmlns:a16="http://schemas.microsoft.com/office/drawing/2014/main" id="{A0A66CDB-85B3-64C2-36D7-ED074C84AEC7}"/>
              </a:ext>
            </a:extLst>
          </p:cNvPr>
          <p:cNvCxnSpPr>
            <a:cxnSpLocks/>
          </p:cNvCxnSpPr>
          <p:nvPr/>
        </p:nvCxnSpPr>
        <p:spPr bwMode="auto">
          <a:xfrm flipH="1" flipV="1">
            <a:off x="3647728" y="836712"/>
            <a:ext cx="334640" cy="532836"/>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sp>
        <p:nvSpPr>
          <p:cNvPr id="17" name="スライド番号プレースホルダー 16">
            <a:extLst>
              <a:ext uri="{FF2B5EF4-FFF2-40B4-BE49-F238E27FC236}">
                <a16:creationId xmlns:a16="http://schemas.microsoft.com/office/drawing/2014/main" id="{74AE8951-DA7C-15A5-1122-2AB61EED3748}"/>
              </a:ext>
            </a:extLst>
          </p:cNvPr>
          <p:cNvSpPr>
            <a:spLocks noGrp="1"/>
          </p:cNvSpPr>
          <p:nvPr>
            <p:ph type="sldNum" sz="quarter" idx="12"/>
          </p:nvPr>
        </p:nvSpPr>
        <p:spPr/>
        <p:txBody>
          <a:bodyPr/>
          <a:lstStyle/>
          <a:p>
            <a:fld id="{D2D8002D-B5B0-4BAC-B1F6-782DDCCE6D9C}" type="slidenum">
              <a:rPr lang="ja-JP" altLang="en-US" smtClean="0"/>
              <a:pPr/>
              <a:t>4</a:t>
            </a:fld>
            <a:endParaRPr lang="ja-JP" altLang="en-US"/>
          </a:p>
        </p:txBody>
      </p:sp>
      <p:sp>
        <p:nvSpPr>
          <p:cNvPr id="19" name="フッター プレースホルダー 18">
            <a:extLst>
              <a:ext uri="{FF2B5EF4-FFF2-40B4-BE49-F238E27FC236}">
                <a16:creationId xmlns:a16="http://schemas.microsoft.com/office/drawing/2014/main" id="{3360EAEB-7F94-3B6A-6D26-F35F15E04F36}"/>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2641385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1406F-6704-04D0-0324-0368FEE4443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CBAC124-B186-FBEA-1729-FDA67C5213A5}"/>
              </a:ext>
            </a:extLst>
          </p:cNvPr>
          <p:cNvSpPr>
            <a:spLocks noGrp="1"/>
          </p:cNvSpPr>
          <p:nvPr>
            <p:ph type="title"/>
          </p:nvPr>
        </p:nvSpPr>
        <p:spPr/>
        <p:txBody>
          <a:bodyPr/>
          <a:lstStyle/>
          <a:p>
            <a:r>
              <a:rPr lang="en-US" altLang="ja-JP" sz="2800">
                <a:solidFill>
                  <a:schemeClr val="tx1"/>
                </a:solidFill>
              </a:rPr>
              <a:t>#DT#CP3) 3</a:t>
            </a:r>
            <a:r>
              <a:rPr lang="ja-JP" altLang="en-US" sz="2800">
                <a:solidFill>
                  <a:schemeClr val="tx1"/>
                </a:solidFill>
              </a:rPr>
              <a:t>章　章コードのみの使用</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E6280132-E5ED-F3C3-3419-A8AF341FFE16}"/>
              </a:ext>
            </a:extLst>
          </p:cNvPr>
          <p:cNvCxnSpPr>
            <a:cxnSpLocks/>
          </p:cNvCxnSpPr>
          <p:nvPr/>
        </p:nvCxnSpPr>
        <p:spPr bwMode="auto">
          <a:xfrm flipH="1" flipV="1">
            <a:off x="2567608" y="836712"/>
            <a:ext cx="427676" cy="108012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B5427525-5723-1BD4-F1E0-157044581126}"/>
              </a:ext>
            </a:extLst>
          </p:cNvPr>
          <p:cNvCxnSpPr>
            <a:cxnSpLocks/>
          </p:cNvCxnSpPr>
          <p:nvPr/>
        </p:nvCxnSpPr>
        <p:spPr bwMode="auto">
          <a:xfrm>
            <a:off x="2203196" y="836712"/>
            <a:ext cx="792088"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18" name="テキスト ボックス 17">
            <a:extLst>
              <a:ext uri="{FF2B5EF4-FFF2-40B4-BE49-F238E27FC236}">
                <a16:creationId xmlns:a16="http://schemas.microsoft.com/office/drawing/2014/main" id="{585A48D6-CDD1-17A7-3BA3-50CC81A1CC8E}"/>
              </a:ext>
            </a:extLst>
          </p:cNvPr>
          <p:cNvSpPr txBox="1"/>
          <p:nvPr/>
        </p:nvSpPr>
        <p:spPr bwMode="auto">
          <a:xfrm>
            <a:off x="2423592" y="2032980"/>
            <a:ext cx="6624736"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章コードのみを使用することもできます</a:t>
            </a:r>
            <a:endParaRPr kumimoji="1" lang="en-US" altLang="ja-JP" kern="0">
              <a:latin typeface="BIZ UDPゴシック" panose="020B0400000000000000" pitchFamily="50" charset="-128"/>
              <a:ea typeface="BIZ UDPゴシック" panose="020B0400000000000000" pitchFamily="50" charset="-128"/>
            </a:endParaRPr>
          </a:p>
        </p:txBody>
      </p:sp>
      <p:sp>
        <p:nvSpPr>
          <p:cNvPr id="10" name="スライド番号プレースホルダー 9">
            <a:extLst>
              <a:ext uri="{FF2B5EF4-FFF2-40B4-BE49-F238E27FC236}">
                <a16:creationId xmlns:a16="http://schemas.microsoft.com/office/drawing/2014/main" id="{8D2CDC05-E234-823A-DF2F-57557497B027}"/>
              </a:ext>
            </a:extLst>
          </p:cNvPr>
          <p:cNvSpPr>
            <a:spLocks noGrp="1"/>
          </p:cNvSpPr>
          <p:nvPr>
            <p:ph type="sldNum" sz="quarter" idx="12"/>
          </p:nvPr>
        </p:nvSpPr>
        <p:spPr/>
        <p:txBody>
          <a:bodyPr/>
          <a:lstStyle/>
          <a:p>
            <a:fld id="{D2D8002D-B5B0-4BAC-B1F6-782DDCCE6D9C}" type="slidenum">
              <a:rPr lang="ja-JP" altLang="en-US" smtClean="0"/>
              <a:pPr/>
              <a:t>5</a:t>
            </a:fld>
            <a:endParaRPr lang="ja-JP" altLang="en-US"/>
          </a:p>
        </p:txBody>
      </p:sp>
      <p:sp>
        <p:nvSpPr>
          <p:cNvPr id="11" name="フッター プレースホルダー 10">
            <a:extLst>
              <a:ext uri="{FF2B5EF4-FFF2-40B4-BE49-F238E27FC236}">
                <a16:creationId xmlns:a16="http://schemas.microsoft.com/office/drawing/2014/main" id="{9898A7AF-3EC1-5AA5-F314-8B7089964260}"/>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463242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595FD-65BC-02B0-FC32-C6283FA1A38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CE99E3D-F46B-0B5A-050C-3D6649649A03}"/>
              </a:ext>
            </a:extLst>
          </p:cNvPr>
          <p:cNvSpPr>
            <a:spLocks noGrp="1"/>
          </p:cNvSpPr>
          <p:nvPr>
            <p:ph type="title"/>
          </p:nvPr>
        </p:nvSpPr>
        <p:spPr/>
        <p:txBody>
          <a:bodyPr/>
          <a:lstStyle/>
          <a:p>
            <a:r>
              <a:rPr lang="en-US" altLang="ja-JP" sz="2800">
                <a:solidFill>
                  <a:schemeClr val="tx1"/>
                </a:solidFill>
              </a:rPr>
              <a:t>#DT#CP3.SL1&gt; 3</a:t>
            </a:r>
            <a:r>
              <a:rPr lang="ja-JP" altLang="en-US" sz="2800">
                <a:solidFill>
                  <a:schemeClr val="tx1"/>
                </a:solidFill>
              </a:rPr>
              <a:t>章</a:t>
            </a:r>
            <a:r>
              <a:rPr lang="en-US" altLang="ja-JP" sz="2800">
                <a:solidFill>
                  <a:schemeClr val="tx1"/>
                </a:solidFill>
              </a:rPr>
              <a:t>1</a:t>
            </a:r>
            <a:r>
              <a:rPr lang="ja-JP" altLang="en-US" sz="2800">
                <a:solidFill>
                  <a:schemeClr val="tx1"/>
                </a:solidFill>
              </a:rPr>
              <a:t>節　コードの終端記号</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4A1F9026-9A73-B093-879F-6CB9F05B6A81}"/>
              </a:ext>
            </a:extLst>
          </p:cNvPr>
          <p:cNvCxnSpPr>
            <a:cxnSpLocks/>
          </p:cNvCxnSpPr>
          <p:nvPr/>
        </p:nvCxnSpPr>
        <p:spPr bwMode="auto">
          <a:xfrm flipH="1" flipV="1">
            <a:off x="4007768" y="836712"/>
            <a:ext cx="360040" cy="72008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5B6AF1EE-7B47-0116-6FF3-993BB7D6076D}"/>
              </a:ext>
            </a:extLst>
          </p:cNvPr>
          <p:cNvCxnSpPr>
            <a:cxnSpLocks/>
          </p:cNvCxnSpPr>
          <p:nvPr/>
        </p:nvCxnSpPr>
        <p:spPr bwMode="auto">
          <a:xfrm>
            <a:off x="3810220" y="836712"/>
            <a:ext cx="369515"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18" name="テキスト ボックス 17">
            <a:extLst>
              <a:ext uri="{FF2B5EF4-FFF2-40B4-BE49-F238E27FC236}">
                <a16:creationId xmlns:a16="http://schemas.microsoft.com/office/drawing/2014/main" id="{231FB689-1B21-F8F4-350B-13181151816D}"/>
              </a:ext>
            </a:extLst>
          </p:cNvPr>
          <p:cNvSpPr txBox="1"/>
          <p:nvPr/>
        </p:nvSpPr>
        <p:spPr bwMode="auto">
          <a:xfrm>
            <a:off x="3863752" y="1556792"/>
            <a:ext cx="6624736" cy="1015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コードの終端は</a:t>
            </a:r>
            <a:endParaRPr kumimoji="1" lang="en-US" altLang="ja-JP" kern="0">
              <a:latin typeface="BIZ UDPゴシック" panose="020B0400000000000000" pitchFamily="50" charset="-128"/>
              <a:ea typeface="BIZ UDPゴシック" panose="020B0400000000000000" pitchFamily="50" charset="-128"/>
            </a:endParaRPr>
          </a:p>
          <a:p>
            <a:pPr algn="l" eaLnBrk="1"/>
            <a:r>
              <a:rPr kumimoji="1" lang="en-US" altLang="ja-JP" kern="0">
                <a:latin typeface="BIZ UDPゴシック" panose="020B0400000000000000" pitchFamily="50" charset="-128"/>
                <a:ea typeface="BIZ UDPゴシック" panose="020B0400000000000000" pitchFamily="50" charset="-128"/>
              </a:rPr>
              <a:t>[</a:t>
            </a:r>
            <a:r>
              <a:rPr kumimoji="1" lang="ja-JP" altLang="en-US" kern="0">
                <a:latin typeface="BIZ UDPゴシック" panose="020B0400000000000000" pitchFamily="50" charset="-128"/>
                <a:ea typeface="BIZ UDPゴシック" panose="020B0400000000000000" pitchFamily="50" charset="-128"/>
              </a:rPr>
              <a:t>英数字</a:t>
            </a:r>
            <a:r>
              <a:rPr kumimoji="1" lang="en-US" altLang="ja-JP" kern="0">
                <a:latin typeface="BIZ UDPゴシック" panose="020B0400000000000000" pitchFamily="50" charset="-128"/>
                <a:ea typeface="BIZ UDPゴシック" panose="020B0400000000000000" pitchFamily="50" charset="-128"/>
              </a:rPr>
              <a:t>|</a:t>
            </a:r>
            <a:r>
              <a:rPr kumimoji="1" lang="ja-JP" altLang="en-US" kern="0">
                <a:latin typeface="BIZ UDPゴシック" panose="020B0400000000000000" pitchFamily="50" charset="-128"/>
                <a:ea typeface="BIZ UDPゴシック" panose="020B0400000000000000" pitchFamily="50" charset="-128"/>
              </a:rPr>
              <a:t>アンダースコア</a:t>
            </a:r>
            <a:r>
              <a:rPr kumimoji="1" lang="en-US" altLang="ja-JP" kern="0">
                <a:latin typeface="BIZ UDPゴシック" panose="020B0400000000000000" pitchFamily="50" charset="-128"/>
                <a:ea typeface="BIZ UDPゴシック" panose="020B0400000000000000" pitchFamily="50" charset="-128"/>
              </a:rPr>
              <a:t>|</a:t>
            </a:r>
            <a:r>
              <a:rPr kumimoji="1" lang="ja-JP" altLang="en-US" kern="0">
                <a:latin typeface="BIZ UDPゴシック" panose="020B0400000000000000" pitchFamily="50" charset="-128"/>
                <a:ea typeface="BIZ UDPゴシック" panose="020B0400000000000000" pitchFamily="50" charset="-128"/>
              </a:rPr>
              <a:t>ピリオド</a:t>
            </a:r>
            <a:r>
              <a:rPr kumimoji="1" lang="en-US" altLang="ja-JP" kern="0">
                <a:latin typeface="BIZ UDPゴシック" panose="020B0400000000000000" pitchFamily="50" charset="-128"/>
                <a:ea typeface="BIZ UDPゴシック" panose="020B0400000000000000" pitchFamily="50" charset="-128"/>
              </a:rPr>
              <a:t>] </a:t>
            </a:r>
            <a:r>
              <a:rPr kumimoji="1" lang="ja-JP" altLang="en-US" kern="0">
                <a:latin typeface="BIZ UDPゴシック" panose="020B0400000000000000" pitchFamily="50" charset="-128"/>
                <a:ea typeface="BIZ UDPゴシック" panose="020B0400000000000000" pitchFamily="50" charset="-128"/>
              </a:rPr>
              <a:t>以外の文字です。</a:t>
            </a:r>
            <a:endParaRPr kumimoji="1" lang="en-US" altLang="ja-JP" kern="0">
              <a:latin typeface="BIZ UDPゴシック" panose="020B0400000000000000" pitchFamily="50" charset="-128"/>
              <a:ea typeface="BIZ UDPゴシック" panose="020B0400000000000000" pitchFamily="50" charset="-128"/>
            </a:endParaRPr>
          </a:p>
          <a:p>
            <a:pPr algn="l" eaLnBrk="1"/>
            <a:r>
              <a:rPr lang="en-US" altLang="ja-JP" kern="0">
                <a:latin typeface="BIZ UDPゴシック" panose="020B0400000000000000" pitchFamily="50" charset="-128"/>
                <a:ea typeface="BIZ UDPゴシック" panose="020B0400000000000000" pitchFamily="50" charset="-128"/>
              </a:rPr>
              <a:t>&gt;, &lt;, ),(,|,!,# </a:t>
            </a:r>
            <a:r>
              <a:rPr lang="ja-JP" altLang="en-US" kern="0">
                <a:latin typeface="BIZ UDPゴシック" panose="020B0400000000000000" pitchFamily="50" charset="-128"/>
                <a:ea typeface="BIZ UDPゴシック" panose="020B0400000000000000" pitchFamily="50" charset="-128"/>
              </a:rPr>
              <a:t>など使用できます。空白も可です。</a:t>
            </a:r>
            <a:endParaRPr lang="en-US" altLang="ja-JP" kern="0">
              <a:latin typeface="BIZ UDPゴシック" panose="020B0400000000000000" pitchFamily="50" charset="-128"/>
              <a:ea typeface="BIZ UDPゴシック" panose="020B0400000000000000" pitchFamily="50" charset="-128"/>
            </a:endParaRPr>
          </a:p>
        </p:txBody>
      </p:sp>
      <p:sp>
        <p:nvSpPr>
          <p:cNvPr id="6" name="スライド番号プレースホルダー 5">
            <a:extLst>
              <a:ext uri="{FF2B5EF4-FFF2-40B4-BE49-F238E27FC236}">
                <a16:creationId xmlns:a16="http://schemas.microsoft.com/office/drawing/2014/main" id="{79A5A38B-6704-0A23-100E-3FD2FED37BF0}"/>
              </a:ext>
            </a:extLst>
          </p:cNvPr>
          <p:cNvSpPr>
            <a:spLocks noGrp="1"/>
          </p:cNvSpPr>
          <p:nvPr>
            <p:ph type="sldNum" sz="quarter" idx="12"/>
          </p:nvPr>
        </p:nvSpPr>
        <p:spPr/>
        <p:txBody>
          <a:bodyPr/>
          <a:lstStyle/>
          <a:p>
            <a:fld id="{D2D8002D-B5B0-4BAC-B1F6-782DDCCE6D9C}" type="slidenum">
              <a:rPr lang="ja-JP" altLang="en-US" smtClean="0"/>
              <a:pPr/>
              <a:t>6</a:t>
            </a:fld>
            <a:endParaRPr lang="ja-JP" altLang="en-US"/>
          </a:p>
        </p:txBody>
      </p:sp>
      <p:sp>
        <p:nvSpPr>
          <p:cNvPr id="8" name="フッター プレースホルダー 7">
            <a:extLst>
              <a:ext uri="{FF2B5EF4-FFF2-40B4-BE49-F238E27FC236}">
                <a16:creationId xmlns:a16="http://schemas.microsoft.com/office/drawing/2014/main" id="{57D0A1F5-60EF-A4E7-609F-A3EC9D49C5BF}"/>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576246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129C5-11A4-670E-9237-8C96A09CEDF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4C98636-0DA3-9817-031D-46F7B25827FF}"/>
              </a:ext>
            </a:extLst>
          </p:cNvPr>
          <p:cNvSpPr>
            <a:spLocks noGrp="1"/>
          </p:cNvSpPr>
          <p:nvPr>
            <p:ph type="title"/>
          </p:nvPr>
        </p:nvSpPr>
        <p:spPr/>
        <p:txBody>
          <a:bodyPr/>
          <a:lstStyle/>
          <a:p>
            <a:r>
              <a:rPr lang="en-US" altLang="ja-JP" sz="2800">
                <a:solidFill>
                  <a:schemeClr val="tx1"/>
                </a:solidFill>
              </a:rPr>
              <a:t>#DT#CP3.longcode) 3</a:t>
            </a:r>
            <a:r>
              <a:rPr lang="ja-JP" altLang="en-US" sz="2800">
                <a:solidFill>
                  <a:schemeClr val="tx1"/>
                </a:solidFill>
              </a:rPr>
              <a:t>章</a:t>
            </a:r>
            <a:r>
              <a:rPr lang="en-US" altLang="ja-JP" sz="2800">
                <a:solidFill>
                  <a:schemeClr val="tx1"/>
                </a:solidFill>
              </a:rPr>
              <a:t>2</a:t>
            </a:r>
            <a:r>
              <a:rPr lang="ja-JP" altLang="en-US" sz="2800">
                <a:solidFill>
                  <a:schemeClr val="tx1"/>
                </a:solidFill>
              </a:rPr>
              <a:t>節　コードの文字数制限なし</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5CA32116-CE07-6724-F859-9973904AD25E}"/>
              </a:ext>
            </a:extLst>
          </p:cNvPr>
          <p:cNvCxnSpPr>
            <a:cxnSpLocks/>
          </p:cNvCxnSpPr>
          <p:nvPr/>
        </p:nvCxnSpPr>
        <p:spPr bwMode="auto">
          <a:xfrm flipH="1" flipV="1">
            <a:off x="4007768" y="836712"/>
            <a:ext cx="360040" cy="72008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B6F704C7-22B2-019C-CE9B-F910B62BCBA5}"/>
              </a:ext>
            </a:extLst>
          </p:cNvPr>
          <p:cNvCxnSpPr>
            <a:cxnSpLocks/>
          </p:cNvCxnSpPr>
          <p:nvPr/>
        </p:nvCxnSpPr>
        <p:spPr bwMode="auto">
          <a:xfrm>
            <a:off x="3148172" y="836712"/>
            <a:ext cx="1867708"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18" name="テキスト ボックス 17">
            <a:extLst>
              <a:ext uri="{FF2B5EF4-FFF2-40B4-BE49-F238E27FC236}">
                <a16:creationId xmlns:a16="http://schemas.microsoft.com/office/drawing/2014/main" id="{6FC37447-176B-910F-E910-3B0F2745CAEB}"/>
              </a:ext>
            </a:extLst>
          </p:cNvPr>
          <p:cNvSpPr txBox="1"/>
          <p:nvPr/>
        </p:nvSpPr>
        <p:spPr bwMode="auto">
          <a:xfrm>
            <a:off x="3863752" y="1556792"/>
            <a:ext cx="6624736"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コードの文字数に制限はありません</a:t>
            </a:r>
            <a:endParaRPr lang="en-US" altLang="ja-JP" kern="0">
              <a:latin typeface="BIZ UDPゴシック" panose="020B0400000000000000" pitchFamily="50" charset="-128"/>
              <a:ea typeface="BIZ UDPゴシック" panose="020B0400000000000000" pitchFamily="50" charset="-128"/>
            </a:endParaRPr>
          </a:p>
        </p:txBody>
      </p:sp>
      <p:sp>
        <p:nvSpPr>
          <p:cNvPr id="5" name="スライド番号プレースホルダー 4">
            <a:extLst>
              <a:ext uri="{FF2B5EF4-FFF2-40B4-BE49-F238E27FC236}">
                <a16:creationId xmlns:a16="http://schemas.microsoft.com/office/drawing/2014/main" id="{9FFF78D3-4F03-8F75-C045-F5D9A24380D7}"/>
              </a:ext>
            </a:extLst>
          </p:cNvPr>
          <p:cNvSpPr>
            <a:spLocks noGrp="1"/>
          </p:cNvSpPr>
          <p:nvPr>
            <p:ph type="sldNum" sz="quarter" idx="12"/>
          </p:nvPr>
        </p:nvSpPr>
        <p:spPr/>
        <p:txBody>
          <a:bodyPr/>
          <a:lstStyle/>
          <a:p>
            <a:fld id="{D2D8002D-B5B0-4BAC-B1F6-782DDCCE6D9C}" type="slidenum">
              <a:rPr lang="ja-JP" altLang="en-US" smtClean="0"/>
              <a:pPr/>
              <a:t>7</a:t>
            </a:fld>
            <a:endParaRPr lang="ja-JP" altLang="en-US"/>
          </a:p>
        </p:txBody>
      </p:sp>
      <p:sp>
        <p:nvSpPr>
          <p:cNvPr id="6" name="フッター プレースホルダー 5">
            <a:extLst>
              <a:ext uri="{FF2B5EF4-FFF2-40B4-BE49-F238E27FC236}">
                <a16:creationId xmlns:a16="http://schemas.microsoft.com/office/drawing/2014/main" id="{D69D8706-3921-6DC1-51A7-90DE834AF522}"/>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674072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129C5-11A4-670E-9237-8C96A09CEDF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4C98636-0DA3-9817-031D-46F7B25827FF}"/>
              </a:ext>
            </a:extLst>
          </p:cNvPr>
          <p:cNvSpPr>
            <a:spLocks noGrp="1"/>
          </p:cNvSpPr>
          <p:nvPr>
            <p:ph type="title"/>
          </p:nvPr>
        </p:nvSpPr>
        <p:spPr/>
        <p:txBody>
          <a:bodyPr/>
          <a:lstStyle/>
          <a:p>
            <a:r>
              <a:rPr lang="en-US" altLang="ja-JP" sz="2800">
                <a:solidFill>
                  <a:schemeClr val="tx1"/>
                </a:solidFill>
              </a:rPr>
              <a:t>#DT#CP3.SL3) </a:t>
            </a:r>
            <a:r>
              <a:rPr lang="ja-JP" altLang="en-US" sz="2800">
                <a:solidFill>
                  <a:schemeClr val="tx1"/>
                </a:solidFill>
              </a:rPr>
              <a:t>タイトルを引用可能</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5CA32116-CE07-6724-F859-9973904AD25E}"/>
              </a:ext>
            </a:extLst>
          </p:cNvPr>
          <p:cNvCxnSpPr>
            <a:cxnSpLocks/>
          </p:cNvCxnSpPr>
          <p:nvPr/>
        </p:nvCxnSpPr>
        <p:spPr bwMode="auto">
          <a:xfrm flipV="1">
            <a:off x="4583832" y="836712"/>
            <a:ext cx="216024" cy="453145"/>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B6F704C7-22B2-019C-CE9B-F910B62BCBA5}"/>
              </a:ext>
            </a:extLst>
          </p:cNvPr>
          <p:cNvCxnSpPr>
            <a:cxnSpLocks/>
          </p:cNvCxnSpPr>
          <p:nvPr/>
        </p:nvCxnSpPr>
        <p:spPr bwMode="auto">
          <a:xfrm>
            <a:off x="4228292" y="836712"/>
            <a:ext cx="4748028"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18" name="テキスト ボックス 17">
            <a:extLst>
              <a:ext uri="{FF2B5EF4-FFF2-40B4-BE49-F238E27FC236}">
                <a16:creationId xmlns:a16="http://schemas.microsoft.com/office/drawing/2014/main" id="{6FC37447-176B-910F-E910-3B0F2745CAEB}"/>
              </a:ext>
            </a:extLst>
          </p:cNvPr>
          <p:cNvSpPr txBox="1"/>
          <p:nvPr/>
        </p:nvSpPr>
        <p:spPr bwMode="auto">
          <a:xfrm>
            <a:off x="3863752" y="1288982"/>
            <a:ext cx="6624736"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コードより後の部分を「タイトル」として独立に引用可能です</a:t>
            </a:r>
            <a:endParaRPr lang="en-US" altLang="ja-JP" kern="0">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269A9B1F-2956-E37C-0B50-82C2873E144D}"/>
              </a:ext>
            </a:extLst>
          </p:cNvPr>
          <p:cNvSpPr txBox="1"/>
          <p:nvPr/>
        </p:nvSpPr>
        <p:spPr bwMode="auto">
          <a:xfrm>
            <a:off x="1055440" y="1835620"/>
            <a:ext cx="7488832"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引用する場合は </a:t>
            </a:r>
            <a:r>
              <a:rPr kumimoji="1" lang="en-US" altLang="ja-JP" kern="0">
                <a:latin typeface="BIZ UDPゴシック" panose="020B0400000000000000" pitchFamily="50" charset="-128"/>
                <a:ea typeface="BIZ UDPゴシック" panose="020B0400000000000000" pitchFamily="50" charset="-128"/>
              </a:rPr>
              <a:t>#R(I|T|IT|RN)#code </a:t>
            </a:r>
            <a:r>
              <a:rPr kumimoji="1" lang="ja-JP" altLang="en-US" kern="0">
                <a:latin typeface="BIZ UDPゴシック" panose="020B0400000000000000" pitchFamily="50" charset="-128"/>
                <a:ea typeface="BIZ UDPゴシック" panose="020B0400000000000000" pitchFamily="50" charset="-128"/>
              </a:rPr>
              <a:t>の書式を使います。</a:t>
            </a:r>
            <a:endParaRPr kumimoji="1" lang="en-US" altLang="ja-JP" kern="0">
              <a:latin typeface="BIZ UDPゴシック" panose="020B0400000000000000" pitchFamily="50" charset="-128"/>
              <a:ea typeface="BIZ UDPゴシック" panose="020B0400000000000000" pitchFamily="50" charset="-128"/>
            </a:endParaRPr>
          </a:p>
          <a:p>
            <a:pPr algn="l" eaLnBrk="1"/>
            <a:r>
              <a:rPr kumimoji="1" lang="ja-JP" altLang="en-US" kern="0">
                <a:latin typeface="BIZ UDPゴシック" panose="020B0400000000000000" pitchFamily="50" charset="-128"/>
                <a:ea typeface="BIZ UDPゴシック" panose="020B0400000000000000" pitchFamily="50" charset="-128"/>
              </a:rPr>
              <a:t>下記にそれぞれの引用書式例を示します。</a:t>
            </a:r>
            <a:endParaRPr kumimoji="1" lang="en-US" altLang="ja-JP" kern="0">
              <a:latin typeface="BIZ UDPゴシック" panose="020B0400000000000000" pitchFamily="50" charset="-128"/>
              <a:ea typeface="BIZ UDPゴシック" panose="020B0400000000000000" pitchFamily="50" charset="-128"/>
            </a:endParaRPr>
          </a:p>
        </p:txBody>
      </p:sp>
      <p:sp>
        <p:nvSpPr>
          <p:cNvPr id="6" name="テキスト ボックス 5">
            <a:extLst>
              <a:ext uri="{FF2B5EF4-FFF2-40B4-BE49-F238E27FC236}">
                <a16:creationId xmlns:a16="http://schemas.microsoft.com/office/drawing/2014/main" id="{D5610B71-0134-41E9-A685-2B0EA76E07D9}"/>
              </a:ext>
            </a:extLst>
          </p:cNvPr>
          <p:cNvSpPr txBox="1"/>
          <p:nvPr/>
        </p:nvSpPr>
        <p:spPr bwMode="auto">
          <a:xfrm>
            <a:off x="1055440" y="2860780"/>
            <a:ext cx="2520280"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章節番号</a:t>
            </a:r>
            <a:endParaRPr lang="en-US" altLang="ja-JP" kern="0">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F06E3272-DF94-46C7-ECC4-787AD99F8943}"/>
              </a:ext>
            </a:extLst>
          </p:cNvPr>
          <p:cNvSpPr txBox="1"/>
          <p:nvPr/>
        </p:nvSpPr>
        <p:spPr bwMode="auto">
          <a:xfrm>
            <a:off x="4007767" y="2860780"/>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#RI#CP3.SL3</a:t>
            </a:r>
            <a:endParaRPr lang="en-US" altLang="ja-JP" kern="0">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12CF7C5A-577C-3197-69D7-5A6E90C2EB57}"/>
              </a:ext>
            </a:extLst>
          </p:cNvPr>
          <p:cNvSpPr txBox="1"/>
          <p:nvPr/>
        </p:nvSpPr>
        <p:spPr bwMode="auto">
          <a:xfrm>
            <a:off x="1055440" y="3829225"/>
            <a:ext cx="2520280"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タイトル</a:t>
            </a:r>
            <a:endParaRPr lang="en-US" altLang="ja-JP" kern="0">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2904AF92-C8C6-F099-3959-E40BA23E1587}"/>
              </a:ext>
            </a:extLst>
          </p:cNvPr>
          <p:cNvSpPr txBox="1"/>
          <p:nvPr/>
        </p:nvSpPr>
        <p:spPr bwMode="auto">
          <a:xfrm>
            <a:off x="4007767" y="3829225"/>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#RT#CP3.SL3</a:t>
            </a:r>
            <a:endParaRPr lang="en-US" altLang="ja-JP" kern="0">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DD1FFF27-5BDD-6D4B-A707-7A2AEA1E9FD8}"/>
              </a:ext>
            </a:extLst>
          </p:cNvPr>
          <p:cNvSpPr txBox="1"/>
          <p:nvPr/>
        </p:nvSpPr>
        <p:spPr bwMode="auto">
          <a:xfrm>
            <a:off x="1055440" y="4782489"/>
            <a:ext cx="2520280"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章節番号＋タイトル</a:t>
            </a:r>
            <a:endParaRPr lang="en-US" altLang="ja-JP" kern="0">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00DE0F33-0CA2-9634-0BD4-536597BA5165}"/>
              </a:ext>
            </a:extLst>
          </p:cNvPr>
          <p:cNvSpPr txBox="1"/>
          <p:nvPr/>
        </p:nvSpPr>
        <p:spPr bwMode="auto">
          <a:xfrm>
            <a:off x="4007767" y="4782489"/>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#RIT#CP3.SL3</a:t>
            </a:r>
            <a:endParaRPr lang="en-US" altLang="ja-JP" kern="0">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18B86910-A226-04B4-4296-BA5C0E7B2043}"/>
              </a:ext>
            </a:extLst>
          </p:cNvPr>
          <p:cNvSpPr txBox="1"/>
          <p:nvPr/>
        </p:nvSpPr>
        <p:spPr bwMode="auto">
          <a:xfrm>
            <a:off x="1055440" y="5708965"/>
            <a:ext cx="2520280"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スライド番号</a:t>
            </a:r>
            <a:endParaRPr lang="en-US" altLang="ja-JP" kern="0">
              <a:latin typeface="BIZ UDPゴシック" panose="020B0400000000000000" pitchFamily="50" charset="-128"/>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E8D0DD67-0CC8-728C-449C-02A3AA25673F}"/>
              </a:ext>
            </a:extLst>
          </p:cNvPr>
          <p:cNvSpPr txBox="1"/>
          <p:nvPr/>
        </p:nvSpPr>
        <p:spPr bwMode="auto">
          <a:xfrm>
            <a:off x="4007767" y="5708965"/>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#RN#CP3.SL3</a:t>
            </a:r>
            <a:endParaRPr lang="en-US" altLang="ja-JP" kern="0">
              <a:latin typeface="BIZ UDPゴシック" panose="020B0400000000000000" pitchFamily="50" charset="-128"/>
              <a:ea typeface="BIZ UDPゴシック" panose="020B0400000000000000" pitchFamily="50" charset="-128"/>
            </a:endParaRPr>
          </a:p>
        </p:txBody>
      </p:sp>
      <p:sp>
        <p:nvSpPr>
          <p:cNvPr id="17" name="テキスト ボックス 16">
            <a:extLst>
              <a:ext uri="{FF2B5EF4-FFF2-40B4-BE49-F238E27FC236}">
                <a16:creationId xmlns:a16="http://schemas.microsoft.com/office/drawing/2014/main" id="{958B97FF-ECFF-9EF7-ABD0-905466B72781}"/>
              </a:ext>
            </a:extLst>
          </p:cNvPr>
          <p:cNvSpPr txBox="1"/>
          <p:nvPr/>
        </p:nvSpPr>
        <p:spPr bwMode="auto">
          <a:xfrm>
            <a:off x="3143672" y="3230187"/>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変換後</a:t>
            </a:r>
            <a:endParaRPr lang="en-US" altLang="ja-JP" kern="0">
              <a:latin typeface="BIZ UDPゴシック" panose="020B0400000000000000" pitchFamily="50" charset="-128"/>
              <a:ea typeface="BIZ UDPゴシック" panose="020B0400000000000000" pitchFamily="50" charset="-128"/>
            </a:endParaRPr>
          </a:p>
        </p:txBody>
      </p:sp>
      <p:sp>
        <p:nvSpPr>
          <p:cNvPr id="19" name="テキスト ボックス 18">
            <a:extLst>
              <a:ext uri="{FF2B5EF4-FFF2-40B4-BE49-F238E27FC236}">
                <a16:creationId xmlns:a16="http://schemas.microsoft.com/office/drawing/2014/main" id="{8C5D50BE-CB23-6EC7-13CB-0AB45EC74679}"/>
              </a:ext>
            </a:extLst>
          </p:cNvPr>
          <p:cNvSpPr txBox="1"/>
          <p:nvPr/>
        </p:nvSpPr>
        <p:spPr bwMode="auto">
          <a:xfrm>
            <a:off x="3143672" y="4182524"/>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変換後</a:t>
            </a:r>
            <a:endParaRPr lang="en-US" altLang="ja-JP" kern="0">
              <a:latin typeface="BIZ UDPゴシック" panose="020B0400000000000000" pitchFamily="50" charset="-128"/>
              <a:ea typeface="BIZ UDPゴシック" panose="020B0400000000000000" pitchFamily="50" charset="-128"/>
            </a:endParaRPr>
          </a:p>
        </p:txBody>
      </p:sp>
      <p:sp>
        <p:nvSpPr>
          <p:cNvPr id="20" name="テキスト ボックス 19">
            <a:extLst>
              <a:ext uri="{FF2B5EF4-FFF2-40B4-BE49-F238E27FC236}">
                <a16:creationId xmlns:a16="http://schemas.microsoft.com/office/drawing/2014/main" id="{756F940E-4CBA-63DB-AF30-579DCC399374}"/>
              </a:ext>
            </a:extLst>
          </p:cNvPr>
          <p:cNvSpPr txBox="1"/>
          <p:nvPr/>
        </p:nvSpPr>
        <p:spPr bwMode="auto">
          <a:xfrm>
            <a:off x="3143672" y="5151129"/>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変換後</a:t>
            </a:r>
            <a:endParaRPr lang="en-US" altLang="ja-JP" kern="0">
              <a:latin typeface="BIZ UDPゴシック" panose="020B0400000000000000" pitchFamily="50" charset="-128"/>
              <a:ea typeface="BIZ UDPゴシック" panose="020B0400000000000000" pitchFamily="50" charset="-128"/>
            </a:endParaRPr>
          </a:p>
        </p:txBody>
      </p:sp>
      <p:sp>
        <p:nvSpPr>
          <p:cNvPr id="21" name="テキスト ボックス 20">
            <a:extLst>
              <a:ext uri="{FF2B5EF4-FFF2-40B4-BE49-F238E27FC236}">
                <a16:creationId xmlns:a16="http://schemas.microsoft.com/office/drawing/2014/main" id="{FBB064FC-9C0F-E54D-6AAB-E411361B603B}"/>
              </a:ext>
            </a:extLst>
          </p:cNvPr>
          <p:cNvSpPr txBox="1"/>
          <p:nvPr/>
        </p:nvSpPr>
        <p:spPr bwMode="auto">
          <a:xfrm>
            <a:off x="3143672" y="6060870"/>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変換後</a:t>
            </a:r>
            <a:endParaRPr lang="en-US" altLang="ja-JP" kern="0">
              <a:latin typeface="BIZ UDPゴシック" panose="020B0400000000000000" pitchFamily="50" charset="-128"/>
              <a:ea typeface="BIZ UDPゴシック" panose="020B0400000000000000" pitchFamily="50" charset="-128"/>
            </a:endParaRPr>
          </a:p>
        </p:txBody>
      </p:sp>
      <p:sp>
        <p:nvSpPr>
          <p:cNvPr id="25" name="スライド番号プレースホルダー 24">
            <a:extLst>
              <a:ext uri="{FF2B5EF4-FFF2-40B4-BE49-F238E27FC236}">
                <a16:creationId xmlns:a16="http://schemas.microsoft.com/office/drawing/2014/main" id="{D2CA2EA5-57F6-BBC5-0FCC-6BD46C33BD92}"/>
              </a:ext>
            </a:extLst>
          </p:cNvPr>
          <p:cNvSpPr>
            <a:spLocks noGrp="1"/>
          </p:cNvSpPr>
          <p:nvPr>
            <p:ph type="sldNum" sz="quarter" idx="12"/>
          </p:nvPr>
        </p:nvSpPr>
        <p:spPr/>
        <p:txBody>
          <a:bodyPr/>
          <a:lstStyle/>
          <a:p>
            <a:fld id="{D2D8002D-B5B0-4BAC-B1F6-782DDCCE6D9C}" type="slidenum">
              <a:rPr lang="ja-JP" altLang="en-US" smtClean="0"/>
              <a:pPr/>
              <a:t>8</a:t>
            </a:fld>
            <a:endParaRPr lang="ja-JP" altLang="en-US"/>
          </a:p>
        </p:txBody>
      </p:sp>
      <p:sp>
        <p:nvSpPr>
          <p:cNvPr id="26" name="フッター プレースホルダー 25">
            <a:extLst>
              <a:ext uri="{FF2B5EF4-FFF2-40B4-BE49-F238E27FC236}">
                <a16:creationId xmlns:a16="http://schemas.microsoft.com/office/drawing/2014/main" id="{858B4FEA-B5F9-DAC0-E0F0-4B14B955217B}"/>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
        <p:nvSpPr>
          <p:cNvPr id="23" name="テキスト ボックス 22">
            <a:extLst>
              <a:ext uri="{FF2B5EF4-FFF2-40B4-BE49-F238E27FC236}">
                <a16:creationId xmlns:a16="http://schemas.microsoft.com/office/drawing/2014/main" id="{617707AB-5A06-421E-D096-10451D518D09}"/>
              </a:ext>
            </a:extLst>
          </p:cNvPr>
          <p:cNvSpPr txBox="1"/>
          <p:nvPr/>
        </p:nvSpPr>
        <p:spPr bwMode="auto">
          <a:xfrm>
            <a:off x="4007768" y="3237291"/>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3.3</a:t>
            </a:r>
            <a:endParaRPr lang="en-US" altLang="ja-JP" kern="0">
              <a:latin typeface="BIZ UDPゴシック" panose="020B0400000000000000" pitchFamily="50" charset="-128"/>
              <a:ea typeface="BIZ UDPゴシック" panose="020B0400000000000000" pitchFamily="50" charset="-128"/>
            </a:endParaRPr>
          </a:p>
        </p:txBody>
      </p:sp>
      <p:sp>
        <p:nvSpPr>
          <p:cNvPr id="24" name="テキスト ボックス 23">
            <a:extLst>
              <a:ext uri="{FF2B5EF4-FFF2-40B4-BE49-F238E27FC236}">
                <a16:creationId xmlns:a16="http://schemas.microsoft.com/office/drawing/2014/main" id="{357F7374-73E7-FEFE-4F76-0A591FEBDCB6}"/>
              </a:ext>
            </a:extLst>
          </p:cNvPr>
          <p:cNvSpPr txBox="1"/>
          <p:nvPr/>
        </p:nvSpPr>
        <p:spPr bwMode="auto">
          <a:xfrm>
            <a:off x="4007768" y="4205736"/>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タイトルを引用可能</a:t>
            </a:r>
            <a:endParaRPr lang="en-US" altLang="ja-JP" kern="0">
              <a:latin typeface="BIZ UDPゴシック" panose="020B0400000000000000" pitchFamily="50" charset="-128"/>
              <a:ea typeface="BIZ UDPゴシック" panose="020B0400000000000000" pitchFamily="50" charset="-128"/>
            </a:endParaRPr>
          </a:p>
        </p:txBody>
      </p:sp>
      <p:sp>
        <p:nvSpPr>
          <p:cNvPr id="27" name="テキスト ボックス 26">
            <a:extLst>
              <a:ext uri="{FF2B5EF4-FFF2-40B4-BE49-F238E27FC236}">
                <a16:creationId xmlns:a16="http://schemas.microsoft.com/office/drawing/2014/main" id="{56448A83-9475-F9FB-2C69-03A06F7F4B74}"/>
              </a:ext>
            </a:extLst>
          </p:cNvPr>
          <p:cNvSpPr txBox="1"/>
          <p:nvPr/>
        </p:nvSpPr>
        <p:spPr bwMode="auto">
          <a:xfrm>
            <a:off x="4007768" y="5159000"/>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3.3 タイトルを引用可能 </a:t>
            </a:r>
            <a:endParaRPr lang="en-US" altLang="ja-JP" kern="0">
              <a:latin typeface="BIZ UDPゴシック" panose="020B0400000000000000" pitchFamily="50" charset="-128"/>
              <a:ea typeface="BIZ UDPゴシック" panose="020B0400000000000000" pitchFamily="50" charset="-128"/>
            </a:endParaRPr>
          </a:p>
        </p:txBody>
      </p:sp>
      <p:sp>
        <p:nvSpPr>
          <p:cNvPr id="28" name="テキスト ボックス 27">
            <a:extLst>
              <a:ext uri="{FF2B5EF4-FFF2-40B4-BE49-F238E27FC236}">
                <a16:creationId xmlns:a16="http://schemas.microsoft.com/office/drawing/2014/main" id="{2E9E8714-A4D7-0961-EAEF-F009AF338AAF}"/>
              </a:ext>
            </a:extLst>
          </p:cNvPr>
          <p:cNvSpPr txBox="1"/>
          <p:nvPr/>
        </p:nvSpPr>
        <p:spPr bwMode="auto">
          <a:xfrm>
            <a:off x="4007768" y="6085476"/>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8</a:t>
            </a:r>
            <a:endParaRPr lang="en-US" altLang="ja-JP"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2819538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DD9D-EFE0-E190-DD34-B877233710A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F569455-20E9-1D64-CF9A-83A80CCDABC2}"/>
              </a:ext>
            </a:extLst>
          </p:cNvPr>
          <p:cNvSpPr>
            <a:spLocks noGrp="1"/>
          </p:cNvSpPr>
          <p:nvPr>
            <p:ph type="title"/>
          </p:nvPr>
        </p:nvSpPr>
        <p:spPr/>
        <p:txBody>
          <a:bodyPr/>
          <a:lstStyle/>
          <a:p>
            <a:r>
              <a:rPr lang="ja-JP" altLang="en-US" sz="2800">
                <a:solidFill>
                  <a:schemeClr val="tx1"/>
                </a:solidFill>
              </a:rPr>
              <a:t>目次ページの作成法</a:t>
            </a:r>
            <a:r>
              <a:rPr lang="en-US" altLang="ja-JP" sz="2800">
                <a:solidFill>
                  <a:schemeClr val="tx1"/>
                </a:solidFill>
              </a:rPr>
              <a:t>(1)</a:t>
            </a:r>
            <a:endParaRPr lang="ja-JP" altLang="en-US" sz="2800" dirty="0">
              <a:solidFill>
                <a:schemeClr val="tx1"/>
              </a:solidFill>
            </a:endParaRPr>
          </a:p>
        </p:txBody>
      </p:sp>
      <p:sp>
        <p:nvSpPr>
          <p:cNvPr id="12" name="テキスト ボックス 11">
            <a:extLst>
              <a:ext uri="{FF2B5EF4-FFF2-40B4-BE49-F238E27FC236}">
                <a16:creationId xmlns:a16="http://schemas.microsoft.com/office/drawing/2014/main" id="{E41ADEE6-2AC5-880A-300C-D1FC0140A820}"/>
              </a:ext>
            </a:extLst>
          </p:cNvPr>
          <p:cNvSpPr txBox="1"/>
          <p:nvPr/>
        </p:nvSpPr>
        <p:spPr bwMode="auto">
          <a:xfrm>
            <a:off x="1127453" y="1253698"/>
            <a:ext cx="9577065" cy="1938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en-US" altLang="ja-JP" kern="0">
                <a:latin typeface="BIZ UDPゴシック" panose="020B0400000000000000" pitchFamily="50" charset="-128"/>
                <a:ea typeface="BIZ UDPゴシック" panose="020B0400000000000000" pitchFamily="50" charset="-128"/>
              </a:rPr>
              <a:t>#RSISTIT# </a:t>
            </a:r>
            <a:r>
              <a:rPr lang="ja-JP" altLang="en-US" kern="0">
                <a:latin typeface="BIZ UDPゴシック" panose="020B0400000000000000" pitchFamily="50" charset="-128"/>
                <a:ea typeface="BIZ UDPゴシック" panose="020B0400000000000000" pitchFamily="50" charset="-128"/>
              </a:rPr>
              <a:t>ディレクティブで、ある章に属す節の 章節番号</a:t>
            </a:r>
            <a:r>
              <a:rPr lang="en-US" altLang="ja-JP" kern="0">
                <a:latin typeface="BIZ UDPゴシック" panose="020B0400000000000000" pitchFamily="50" charset="-128"/>
                <a:ea typeface="BIZ UDPゴシック" panose="020B0400000000000000" pitchFamily="50" charset="-128"/>
              </a:rPr>
              <a:t>+</a:t>
            </a:r>
            <a:r>
              <a:rPr lang="ja-JP" altLang="en-US" kern="0">
                <a:latin typeface="BIZ UDPゴシック" panose="020B0400000000000000" pitchFamily="50" charset="-128"/>
                <a:ea typeface="BIZ UDPゴシック" panose="020B0400000000000000" pitchFamily="50" charset="-128"/>
              </a:rPr>
              <a:t>タイトル一覧を出力できます。</a:t>
            </a:r>
            <a:endParaRPr lang="en-US" altLang="ja-JP" kern="0">
              <a:latin typeface="BIZ UDPゴシック" panose="020B0400000000000000" pitchFamily="50" charset="-128"/>
              <a:ea typeface="BIZ UDPゴシック" panose="020B0400000000000000" pitchFamily="50" charset="-128"/>
            </a:endParaRPr>
          </a:p>
          <a:p>
            <a:pPr eaLnBrk="1"/>
            <a:r>
              <a:rPr lang="en-US" altLang="ja-JP" kern="0">
                <a:latin typeface="BIZ UDPゴシック" panose="020B0400000000000000" pitchFamily="50" charset="-128"/>
                <a:ea typeface="BIZ UDPゴシック" panose="020B0400000000000000" pitchFamily="50" charset="-128"/>
              </a:rPr>
              <a:t>#RSISTSN# </a:t>
            </a:r>
            <a:r>
              <a:rPr lang="ja-JP" altLang="en-US" kern="0">
                <a:latin typeface="BIZ UDPゴシック" panose="020B0400000000000000" pitchFamily="50" charset="-128"/>
                <a:ea typeface="BIZ UDPゴシック" panose="020B0400000000000000" pitchFamily="50" charset="-128"/>
              </a:rPr>
              <a:t>ディレクティブで、ある章に属す節の スライド番号一覧を出力できます。</a:t>
            </a:r>
            <a:endParaRPr lang="en-US" altLang="ja-JP" kern="0">
              <a:latin typeface="BIZ UDPゴシック" panose="020B0400000000000000" pitchFamily="50" charset="-128"/>
              <a:ea typeface="BIZ UDPゴシック" panose="020B0400000000000000" pitchFamily="50" charset="-128"/>
            </a:endParaRPr>
          </a:p>
          <a:p>
            <a:pPr eaLnBrk="1"/>
            <a:r>
              <a:rPr lang="ja-JP" altLang="en-US" kern="0">
                <a:latin typeface="BIZ UDPゴシック" panose="020B0400000000000000" pitchFamily="50" charset="-128"/>
                <a:ea typeface="BIZ UDPゴシック" panose="020B0400000000000000" pitchFamily="50" charset="-128"/>
              </a:rPr>
              <a:t>両者を組み合わせて目次ページを作ることができます。</a:t>
            </a:r>
            <a:endParaRPr lang="en-US" altLang="ja-JP" kern="0">
              <a:latin typeface="BIZ UDPゴシック" panose="020B0400000000000000" pitchFamily="50" charset="-128"/>
              <a:ea typeface="BIZ UDPゴシック" panose="020B0400000000000000" pitchFamily="50" charset="-128"/>
            </a:endParaRPr>
          </a:p>
          <a:p>
            <a:pPr eaLnBrk="1"/>
            <a:endParaRPr lang="en-US" altLang="ja-JP" kern="0">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397208C5-A8ED-73E8-AECE-EEE0D7A6F78C}"/>
              </a:ext>
            </a:extLst>
          </p:cNvPr>
          <p:cNvSpPr txBox="1"/>
          <p:nvPr/>
        </p:nvSpPr>
        <p:spPr bwMode="auto">
          <a:xfrm>
            <a:off x="1323525" y="4296944"/>
            <a:ext cx="6624737"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nSpc>
                <a:spcPct val="120000"/>
              </a:lnSpc>
            </a:pPr>
            <a:r>
              <a:rPr kumimoji="1" lang="en-US" altLang="ja-JP" sz="1600" kern="0">
                <a:latin typeface="BIZ UDPゴシック" panose="020B0400000000000000" pitchFamily="50" charset="-128"/>
                <a:ea typeface="BIZ UDPゴシック" panose="020B0400000000000000" pitchFamily="50" charset="-128"/>
              </a:rPr>
              <a:t>#RLISTIT#CP3</a:t>
            </a:r>
          </a:p>
        </p:txBody>
      </p:sp>
      <p:sp>
        <p:nvSpPr>
          <p:cNvPr id="4" name="テキスト ボックス 3">
            <a:extLst>
              <a:ext uri="{FF2B5EF4-FFF2-40B4-BE49-F238E27FC236}">
                <a16:creationId xmlns:a16="http://schemas.microsoft.com/office/drawing/2014/main" id="{1A48185C-6C02-38A8-F736-166E89B5431C}"/>
              </a:ext>
            </a:extLst>
          </p:cNvPr>
          <p:cNvSpPr txBox="1"/>
          <p:nvPr/>
        </p:nvSpPr>
        <p:spPr bwMode="auto">
          <a:xfrm>
            <a:off x="7320136" y="4296944"/>
            <a:ext cx="2347084"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lnSpc>
                <a:spcPct val="120000"/>
              </a:lnSpc>
              <a:defRPr sz="1200" kern="0">
                <a:latin typeface="BIZ UDPゴシック" panose="020B0400000000000000" pitchFamily="50" charset="-128"/>
                <a:ea typeface="BIZ UDPゴシック" panose="020B0400000000000000" pitchFamily="50" charset="-128"/>
              </a:defRPr>
            </a:lvl1pPr>
          </a:lstStyle>
          <a:p>
            <a:pPr algn="r"/>
            <a:r>
              <a:rPr lang="en-US" altLang="ja-JP" sz="1600"/>
              <a:t>#RLISTSN#CP3</a:t>
            </a:r>
          </a:p>
        </p:txBody>
      </p:sp>
      <p:sp>
        <p:nvSpPr>
          <p:cNvPr id="8" name="テキスト ボックス 7">
            <a:extLst>
              <a:ext uri="{FF2B5EF4-FFF2-40B4-BE49-F238E27FC236}">
                <a16:creationId xmlns:a16="http://schemas.microsoft.com/office/drawing/2014/main" id="{2941F588-1B3B-4940-2E56-8ED3E16ED65A}"/>
              </a:ext>
            </a:extLst>
          </p:cNvPr>
          <p:cNvSpPr txBox="1"/>
          <p:nvPr/>
        </p:nvSpPr>
        <p:spPr bwMode="auto">
          <a:xfrm>
            <a:off x="1199456" y="3518021"/>
            <a:ext cx="48965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CP3 </a:t>
            </a:r>
            <a:r>
              <a:rPr kumimoji="1" lang="ja-JP" altLang="en-US" kern="0">
                <a:latin typeface="BIZ UDPゴシック" panose="020B0400000000000000" pitchFamily="50" charset="-128"/>
                <a:ea typeface="BIZ UDPゴシック" panose="020B0400000000000000" pitchFamily="50" charset="-128"/>
              </a:rPr>
              <a:t>に属す節の章節番号＋タイトル一覧</a:t>
            </a:r>
          </a:p>
        </p:txBody>
      </p:sp>
      <p:sp>
        <p:nvSpPr>
          <p:cNvPr id="9" name="テキスト ボックス 8">
            <a:extLst>
              <a:ext uri="{FF2B5EF4-FFF2-40B4-BE49-F238E27FC236}">
                <a16:creationId xmlns:a16="http://schemas.microsoft.com/office/drawing/2014/main" id="{589DDBB5-764A-D4F0-E018-AFD4F0A1B438}"/>
              </a:ext>
            </a:extLst>
          </p:cNvPr>
          <p:cNvSpPr txBox="1"/>
          <p:nvPr/>
        </p:nvSpPr>
        <p:spPr bwMode="auto">
          <a:xfrm>
            <a:off x="6925692" y="3518021"/>
            <a:ext cx="48965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CP3 </a:t>
            </a:r>
            <a:r>
              <a:rPr kumimoji="1" lang="ja-JP" altLang="en-US" kern="0">
                <a:latin typeface="BIZ UDPゴシック" panose="020B0400000000000000" pitchFamily="50" charset="-128"/>
                <a:ea typeface="BIZ UDPゴシック" panose="020B0400000000000000" pitchFamily="50" charset="-128"/>
              </a:rPr>
              <a:t>に属す節のスライド番号一覧</a:t>
            </a:r>
          </a:p>
        </p:txBody>
      </p:sp>
      <p:cxnSp>
        <p:nvCxnSpPr>
          <p:cNvPr id="11" name="直線矢印コネクタ 10">
            <a:extLst>
              <a:ext uri="{FF2B5EF4-FFF2-40B4-BE49-F238E27FC236}">
                <a16:creationId xmlns:a16="http://schemas.microsoft.com/office/drawing/2014/main" id="{3280D1F3-FD50-5DC7-11BC-3F65B3056F20}"/>
              </a:ext>
            </a:extLst>
          </p:cNvPr>
          <p:cNvCxnSpPr/>
          <p:nvPr/>
        </p:nvCxnSpPr>
        <p:spPr bwMode="auto">
          <a:xfrm>
            <a:off x="1631504" y="3918133"/>
            <a:ext cx="0" cy="36004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3" name="直線矢印コネクタ 12">
            <a:extLst>
              <a:ext uri="{FF2B5EF4-FFF2-40B4-BE49-F238E27FC236}">
                <a16:creationId xmlns:a16="http://schemas.microsoft.com/office/drawing/2014/main" id="{E1AAD504-5ACE-A92E-C87F-1C07E8C197B3}"/>
              </a:ext>
            </a:extLst>
          </p:cNvPr>
          <p:cNvCxnSpPr/>
          <p:nvPr/>
        </p:nvCxnSpPr>
        <p:spPr bwMode="auto">
          <a:xfrm>
            <a:off x="9480376" y="3918133"/>
            <a:ext cx="0" cy="36004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sp>
        <p:nvSpPr>
          <p:cNvPr id="16" name="スライド番号プレースホルダー 15">
            <a:extLst>
              <a:ext uri="{FF2B5EF4-FFF2-40B4-BE49-F238E27FC236}">
                <a16:creationId xmlns:a16="http://schemas.microsoft.com/office/drawing/2014/main" id="{B9045163-BF32-9261-10C9-75E7AB31ED20}"/>
              </a:ext>
            </a:extLst>
          </p:cNvPr>
          <p:cNvSpPr>
            <a:spLocks noGrp="1"/>
          </p:cNvSpPr>
          <p:nvPr>
            <p:ph type="sldNum" sz="quarter" idx="12"/>
          </p:nvPr>
        </p:nvSpPr>
        <p:spPr/>
        <p:txBody>
          <a:bodyPr/>
          <a:lstStyle/>
          <a:p>
            <a:fld id="{D2D8002D-B5B0-4BAC-B1F6-782DDCCE6D9C}" type="slidenum">
              <a:rPr lang="ja-JP" altLang="en-US" smtClean="0"/>
              <a:pPr/>
              <a:t>9</a:t>
            </a:fld>
            <a:endParaRPr lang="ja-JP" altLang="en-US"/>
          </a:p>
        </p:txBody>
      </p:sp>
      <p:sp>
        <p:nvSpPr>
          <p:cNvPr id="17" name="フッター プレースホルダー 16">
            <a:extLst>
              <a:ext uri="{FF2B5EF4-FFF2-40B4-BE49-F238E27FC236}">
                <a16:creationId xmlns:a16="http://schemas.microsoft.com/office/drawing/2014/main" id="{E4B12B23-E93E-5012-9285-ED17F9D3BCAB}"/>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1378372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5ACE4-868B-60B5-D085-D281078EFE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7437625-4529-C161-A702-FF8B3C89C8FE}"/>
              </a:ext>
            </a:extLst>
          </p:cNvPr>
          <p:cNvSpPr>
            <a:spLocks noGrp="1"/>
          </p:cNvSpPr>
          <p:nvPr>
            <p:ph type="title"/>
          </p:nvPr>
        </p:nvSpPr>
        <p:spPr/>
        <p:txBody>
          <a:bodyPr/>
          <a:lstStyle/>
          <a:p>
            <a:r>
              <a:rPr lang="ja-JP" altLang="en-US" sz="2800">
                <a:solidFill>
                  <a:schemeClr val="tx1"/>
                </a:solidFill>
              </a:rPr>
              <a:t>目次ページの作成法</a:t>
            </a:r>
            <a:r>
              <a:rPr lang="en-US" altLang="ja-JP" sz="2800">
                <a:solidFill>
                  <a:schemeClr val="tx1"/>
                </a:solidFill>
              </a:rPr>
              <a:t>(2)</a:t>
            </a:r>
            <a:endParaRPr lang="ja-JP" altLang="en-US" sz="2800" dirty="0">
              <a:solidFill>
                <a:schemeClr val="tx1"/>
              </a:solidFill>
            </a:endParaRPr>
          </a:p>
        </p:txBody>
      </p:sp>
      <p:sp>
        <p:nvSpPr>
          <p:cNvPr id="12" name="テキスト ボックス 11">
            <a:extLst>
              <a:ext uri="{FF2B5EF4-FFF2-40B4-BE49-F238E27FC236}">
                <a16:creationId xmlns:a16="http://schemas.microsoft.com/office/drawing/2014/main" id="{E852E163-7369-7A32-5EEF-B4B020773313}"/>
              </a:ext>
            </a:extLst>
          </p:cNvPr>
          <p:cNvSpPr txBox="1"/>
          <p:nvPr/>
        </p:nvSpPr>
        <p:spPr bwMode="auto">
          <a:xfrm>
            <a:off x="1127453" y="1253698"/>
            <a:ext cx="9577065" cy="1631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kumimoji="1" lang="en-US" altLang="ja-JP" sz="2000" kern="0">
                <a:latin typeface="BIZ UDPゴシック" panose="020B0400000000000000" pitchFamily="50" charset="-128"/>
                <a:ea typeface="BIZ UDPゴシック" panose="020B0400000000000000" pitchFamily="50" charset="-128"/>
              </a:rPr>
              <a:t>#RLISTIT# </a:t>
            </a:r>
            <a:r>
              <a:rPr kumimoji="1" lang="ja-JP" altLang="en-US" sz="2000" kern="0">
                <a:latin typeface="BIZ UDPゴシック" panose="020B0400000000000000" pitchFamily="50" charset="-128"/>
                <a:ea typeface="BIZ UDPゴシック" panose="020B0400000000000000" pitchFamily="50" charset="-128"/>
              </a:rPr>
              <a:t>ディレクティブは「節」のみの一覧なので、</a:t>
            </a:r>
            <a:r>
              <a:rPr lang="ja-JP" altLang="en-US" kern="0">
                <a:latin typeface="BIZ UDPゴシック" panose="020B0400000000000000" pitchFamily="50" charset="-128"/>
                <a:ea typeface="BIZ UDPゴシック" panose="020B0400000000000000" pitchFamily="50" charset="-128"/>
              </a:rPr>
              <a:t>章</a:t>
            </a:r>
            <a:r>
              <a:rPr kumimoji="1" lang="ja-JP" altLang="en-US" sz="2000" kern="0">
                <a:latin typeface="BIZ UDPゴシック" panose="020B0400000000000000" pitchFamily="50" charset="-128"/>
                <a:ea typeface="BIZ UDPゴシック" panose="020B0400000000000000" pitchFamily="50" charset="-128"/>
              </a:rPr>
              <a:t>コードのみのページは出力されません。</a:t>
            </a:r>
            <a:endParaRPr kumimoji="1" lang="en-US" altLang="ja-JP" sz="2000" kern="0">
              <a:latin typeface="BIZ UDPゴシック" panose="020B0400000000000000" pitchFamily="50" charset="-128"/>
              <a:ea typeface="BIZ UDPゴシック" panose="020B0400000000000000" pitchFamily="50" charset="-128"/>
            </a:endParaRPr>
          </a:p>
          <a:p>
            <a:pPr eaLnBrk="1"/>
            <a:r>
              <a:rPr lang="ja-JP" altLang="en-US" kern="0">
                <a:latin typeface="BIZ UDPゴシック" panose="020B0400000000000000" pitchFamily="50" charset="-128"/>
                <a:ea typeface="BIZ UDPゴシック" panose="020B0400000000000000" pitchFamily="50" charset="-128"/>
              </a:rPr>
              <a:t>しかし、実際には各章ごとに章見出しページを作ることが多いでしょう。</a:t>
            </a:r>
            <a:endParaRPr lang="en-US" altLang="ja-JP" kern="0">
              <a:latin typeface="BIZ UDPゴシック" panose="020B0400000000000000" pitchFamily="50" charset="-128"/>
              <a:ea typeface="BIZ UDPゴシック" panose="020B0400000000000000" pitchFamily="50" charset="-128"/>
            </a:endParaRPr>
          </a:p>
          <a:p>
            <a:pPr eaLnBrk="1"/>
            <a:r>
              <a:rPr kumimoji="1" lang="ja-JP" altLang="en-US" sz="2000" kern="0">
                <a:latin typeface="BIZ UDPゴシック" panose="020B0400000000000000" pitchFamily="50" charset="-128"/>
                <a:ea typeface="BIZ UDPゴシック" panose="020B0400000000000000" pitchFamily="50" charset="-128"/>
              </a:rPr>
              <a:t>その場合は、</a:t>
            </a:r>
            <a:r>
              <a:rPr kumimoji="1" lang="en-US" altLang="ja-JP" sz="2000" kern="0">
                <a:latin typeface="BIZ UDPゴシック" panose="020B0400000000000000" pitchFamily="50" charset="-128"/>
                <a:ea typeface="BIZ UDPゴシック" panose="020B0400000000000000" pitchFamily="50" charset="-128"/>
              </a:rPr>
              <a:t>#RLIST()# </a:t>
            </a:r>
            <a:r>
              <a:rPr kumimoji="1" lang="ja-JP" altLang="en-US" sz="2000" kern="0">
                <a:latin typeface="BIZ UDPゴシック" panose="020B0400000000000000" pitchFamily="50" charset="-128"/>
                <a:ea typeface="BIZ UDPゴシック" panose="020B0400000000000000" pitchFamily="50" charset="-128"/>
              </a:rPr>
              <a:t>の上に </a:t>
            </a:r>
            <a:r>
              <a:rPr kumimoji="1" lang="en-US" altLang="ja-JP" sz="2000" kern="0">
                <a:latin typeface="BIZ UDPゴシック" panose="020B0400000000000000" pitchFamily="50" charset="-128"/>
                <a:ea typeface="BIZ UDPゴシック" panose="020B0400000000000000" pitchFamily="50" charset="-128"/>
              </a:rPr>
              <a:t>#RIT# </a:t>
            </a:r>
            <a:r>
              <a:rPr kumimoji="1" lang="ja-JP" altLang="en-US" sz="2000" kern="0">
                <a:latin typeface="BIZ UDPゴシック" panose="020B0400000000000000" pitchFamily="50" charset="-128"/>
                <a:ea typeface="BIZ UDPゴシック" panose="020B0400000000000000" pitchFamily="50" charset="-128"/>
              </a:rPr>
              <a:t>と </a:t>
            </a:r>
            <a:r>
              <a:rPr kumimoji="1" lang="en-US" altLang="ja-JP" sz="2000" kern="0">
                <a:latin typeface="BIZ UDPゴシック" panose="020B0400000000000000" pitchFamily="50" charset="-128"/>
                <a:ea typeface="BIZ UDPゴシック" panose="020B0400000000000000" pitchFamily="50" charset="-128"/>
              </a:rPr>
              <a:t>#RN# </a:t>
            </a:r>
            <a:r>
              <a:rPr kumimoji="1" lang="ja-JP" altLang="en-US" sz="2000" kern="0">
                <a:latin typeface="BIZ UDPゴシック" panose="020B0400000000000000" pitchFamily="50" charset="-128"/>
                <a:ea typeface="BIZ UDPゴシック" panose="020B0400000000000000" pitchFamily="50" charset="-128"/>
              </a:rPr>
              <a:t>で章見出しページの章節番号＋タイトル、スライド番号を引用してください。</a:t>
            </a:r>
            <a:endParaRPr lang="en-US" altLang="ja-JP" kern="0">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6845936B-304B-F21D-FF8C-C5A89BE6301E}"/>
              </a:ext>
            </a:extLst>
          </p:cNvPr>
          <p:cNvSpPr txBox="1"/>
          <p:nvPr/>
        </p:nvSpPr>
        <p:spPr bwMode="auto">
          <a:xfrm>
            <a:off x="1323525" y="4551238"/>
            <a:ext cx="6624737"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nSpc>
                <a:spcPct val="120000"/>
              </a:lnSpc>
            </a:pPr>
            <a:r>
              <a:rPr kumimoji="1" lang="en-US" altLang="ja-JP" sz="1600" kern="0">
                <a:latin typeface="BIZ UDPゴシック" panose="020B0400000000000000" pitchFamily="50" charset="-128"/>
                <a:ea typeface="BIZ UDPゴシック" panose="020B0400000000000000" pitchFamily="50" charset="-128"/>
              </a:rPr>
              <a:t>#RLISTIT#CP3</a:t>
            </a:r>
          </a:p>
        </p:txBody>
      </p:sp>
      <p:sp>
        <p:nvSpPr>
          <p:cNvPr id="4" name="テキスト ボックス 3">
            <a:extLst>
              <a:ext uri="{FF2B5EF4-FFF2-40B4-BE49-F238E27FC236}">
                <a16:creationId xmlns:a16="http://schemas.microsoft.com/office/drawing/2014/main" id="{88FEC7F3-CC34-1F7D-8436-3C04308195FB}"/>
              </a:ext>
            </a:extLst>
          </p:cNvPr>
          <p:cNvSpPr txBox="1"/>
          <p:nvPr/>
        </p:nvSpPr>
        <p:spPr bwMode="auto">
          <a:xfrm>
            <a:off x="7320136" y="4551238"/>
            <a:ext cx="2347084"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lnSpc>
                <a:spcPct val="120000"/>
              </a:lnSpc>
              <a:defRPr sz="1200" kern="0">
                <a:latin typeface="BIZ UDPゴシック" panose="020B0400000000000000" pitchFamily="50" charset="-128"/>
                <a:ea typeface="BIZ UDPゴシック" panose="020B0400000000000000" pitchFamily="50" charset="-128"/>
              </a:defRPr>
            </a:lvl1pPr>
          </a:lstStyle>
          <a:p>
            <a:pPr algn="r"/>
            <a:r>
              <a:rPr lang="en-US" altLang="ja-JP" sz="1600"/>
              <a:t>#RLISTSN#CP3</a:t>
            </a:r>
          </a:p>
        </p:txBody>
      </p:sp>
      <p:sp>
        <p:nvSpPr>
          <p:cNvPr id="8" name="テキスト ボックス 7">
            <a:extLst>
              <a:ext uri="{FF2B5EF4-FFF2-40B4-BE49-F238E27FC236}">
                <a16:creationId xmlns:a16="http://schemas.microsoft.com/office/drawing/2014/main" id="{6B036FB7-ADDA-AC36-DFFB-AE3FB7B99969}"/>
              </a:ext>
            </a:extLst>
          </p:cNvPr>
          <p:cNvSpPr txBox="1"/>
          <p:nvPr/>
        </p:nvSpPr>
        <p:spPr bwMode="auto">
          <a:xfrm>
            <a:off x="1199456" y="3518021"/>
            <a:ext cx="48965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CP3 </a:t>
            </a:r>
            <a:r>
              <a:rPr kumimoji="1" lang="ja-JP" altLang="en-US" kern="0">
                <a:latin typeface="BIZ UDPゴシック" panose="020B0400000000000000" pitchFamily="50" charset="-128"/>
                <a:ea typeface="BIZ UDPゴシック" panose="020B0400000000000000" pitchFamily="50" charset="-128"/>
              </a:rPr>
              <a:t>に属す節の章節番号＋タイトル一覧</a:t>
            </a:r>
          </a:p>
        </p:txBody>
      </p:sp>
      <p:sp>
        <p:nvSpPr>
          <p:cNvPr id="9" name="テキスト ボックス 8">
            <a:extLst>
              <a:ext uri="{FF2B5EF4-FFF2-40B4-BE49-F238E27FC236}">
                <a16:creationId xmlns:a16="http://schemas.microsoft.com/office/drawing/2014/main" id="{45518C82-EF82-46FB-29D7-6704F8969E1A}"/>
              </a:ext>
            </a:extLst>
          </p:cNvPr>
          <p:cNvSpPr txBox="1"/>
          <p:nvPr/>
        </p:nvSpPr>
        <p:spPr bwMode="auto">
          <a:xfrm>
            <a:off x="6925692" y="3518021"/>
            <a:ext cx="48965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CP3 </a:t>
            </a:r>
            <a:r>
              <a:rPr kumimoji="1" lang="ja-JP" altLang="en-US" kern="0">
                <a:latin typeface="BIZ UDPゴシック" panose="020B0400000000000000" pitchFamily="50" charset="-128"/>
                <a:ea typeface="BIZ UDPゴシック" panose="020B0400000000000000" pitchFamily="50" charset="-128"/>
              </a:rPr>
              <a:t>に属す節のスライド番号一覧</a:t>
            </a:r>
          </a:p>
        </p:txBody>
      </p:sp>
      <p:cxnSp>
        <p:nvCxnSpPr>
          <p:cNvPr id="11" name="直線矢印コネクタ 10">
            <a:extLst>
              <a:ext uri="{FF2B5EF4-FFF2-40B4-BE49-F238E27FC236}">
                <a16:creationId xmlns:a16="http://schemas.microsoft.com/office/drawing/2014/main" id="{9219734F-CA86-626B-8055-27A206D441B9}"/>
              </a:ext>
            </a:extLst>
          </p:cNvPr>
          <p:cNvCxnSpPr/>
          <p:nvPr/>
        </p:nvCxnSpPr>
        <p:spPr bwMode="auto">
          <a:xfrm>
            <a:off x="1631504" y="3918133"/>
            <a:ext cx="0" cy="36004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3" name="直線矢印コネクタ 12">
            <a:extLst>
              <a:ext uri="{FF2B5EF4-FFF2-40B4-BE49-F238E27FC236}">
                <a16:creationId xmlns:a16="http://schemas.microsoft.com/office/drawing/2014/main" id="{A307A96E-E98B-37E9-01F9-3E8F8AA6C4B3}"/>
              </a:ext>
            </a:extLst>
          </p:cNvPr>
          <p:cNvCxnSpPr/>
          <p:nvPr/>
        </p:nvCxnSpPr>
        <p:spPr bwMode="auto">
          <a:xfrm>
            <a:off x="9336360" y="3918133"/>
            <a:ext cx="0" cy="36004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sp>
        <p:nvSpPr>
          <p:cNvPr id="5" name="テキスト ボックス 4">
            <a:extLst>
              <a:ext uri="{FF2B5EF4-FFF2-40B4-BE49-F238E27FC236}">
                <a16:creationId xmlns:a16="http://schemas.microsoft.com/office/drawing/2014/main" id="{B59199D7-8B37-7BD9-AE33-A7EA6BC9B72F}"/>
              </a:ext>
            </a:extLst>
          </p:cNvPr>
          <p:cNvSpPr txBox="1"/>
          <p:nvPr/>
        </p:nvSpPr>
        <p:spPr bwMode="auto">
          <a:xfrm>
            <a:off x="1058447" y="4242960"/>
            <a:ext cx="6624737"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nSpc>
                <a:spcPct val="120000"/>
              </a:lnSpc>
            </a:pPr>
            <a:r>
              <a:rPr kumimoji="1" lang="en-US" altLang="ja-JP" sz="1600" kern="0">
                <a:latin typeface="BIZ UDPゴシック" panose="020B0400000000000000" pitchFamily="50" charset="-128"/>
                <a:ea typeface="BIZ UDPゴシック" panose="020B0400000000000000" pitchFamily="50" charset="-128"/>
              </a:rPr>
              <a:t>#RIT#CP3</a:t>
            </a:r>
          </a:p>
        </p:txBody>
      </p:sp>
      <p:sp>
        <p:nvSpPr>
          <p:cNvPr id="6" name="テキスト ボックス 5">
            <a:extLst>
              <a:ext uri="{FF2B5EF4-FFF2-40B4-BE49-F238E27FC236}">
                <a16:creationId xmlns:a16="http://schemas.microsoft.com/office/drawing/2014/main" id="{5973704E-756B-0FCE-937E-383984A5C13E}"/>
              </a:ext>
            </a:extLst>
          </p:cNvPr>
          <p:cNvSpPr txBox="1"/>
          <p:nvPr/>
        </p:nvSpPr>
        <p:spPr bwMode="auto">
          <a:xfrm>
            <a:off x="7320136" y="4242960"/>
            <a:ext cx="2347084"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lnSpc>
                <a:spcPct val="120000"/>
              </a:lnSpc>
              <a:defRPr sz="1200" kern="0">
                <a:latin typeface="BIZ UDPゴシック" panose="020B0400000000000000" pitchFamily="50" charset="-128"/>
                <a:ea typeface="BIZ UDPゴシック" panose="020B0400000000000000" pitchFamily="50" charset="-128"/>
              </a:defRPr>
            </a:lvl1pPr>
          </a:lstStyle>
          <a:p>
            <a:pPr algn="r"/>
            <a:r>
              <a:rPr lang="en-US" altLang="ja-JP" sz="1600"/>
              <a:t>#RN#CP3</a:t>
            </a:r>
          </a:p>
        </p:txBody>
      </p:sp>
      <p:sp>
        <p:nvSpPr>
          <p:cNvPr id="15" name="スライド番号プレースホルダー 14">
            <a:extLst>
              <a:ext uri="{FF2B5EF4-FFF2-40B4-BE49-F238E27FC236}">
                <a16:creationId xmlns:a16="http://schemas.microsoft.com/office/drawing/2014/main" id="{5EBEC057-326E-D527-21B2-E59F1230F83B}"/>
              </a:ext>
            </a:extLst>
          </p:cNvPr>
          <p:cNvSpPr>
            <a:spLocks noGrp="1"/>
          </p:cNvSpPr>
          <p:nvPr>
            <p:ph type="sldNum" sz="quarter" idx="12"/>
          </p:nvPr>
        </p:nvSpPr>
        <p:spPr/>
        <p:txBody>
          <a:bodyPr/>
          <a:lstStyle/>
          <a:p>
            <a:fld id="{D2D8002D-B5B0-4BAC-B1F6-782DDCCE6D9C}" type="slidenum">
              <a:rPr lang="ja-JP" altLang="en-US" smtClean="0"/>
              <a:pPr/>
              <a:t>10</a:t>
            </a:fld>
            <a:endParaRPr lang="ja-JP" altLang="en-US"/>
          </a:p>
        </p:txBody>
      </p:sp>
      <p:sp>
        <p:nvSpPr>
          <p:cNvPr id="16" name="フッター プレースホルダー 15">
            <a:extLst>
              <a:ext uri="{FF2B5EF4-FFF2-40B4-BE49-F238E27FC236}">
                <a16:creationId xmlns:a16="http://schemas.microsoft.com/office/drawing/2014/main" id="{A229CC71-18EF-40D4-E267-084DCBD6CA7D}"/>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3679041563"/>
      </p:ext>
    </p:extLst>
  </p:cSld>
  <p:clrMapOvr>
    <a:masterClrMapping/>
  </p:clrMapOvr>
</p:sld>
</file>

<file path=ppt/theme/theme1.xml><?xml version="1.0" encoding="utf-8"?>
<a:theme xmlns:a="http://schemas.openxmlformats.org/drawingml/2006/main" name="Edge">
  <a:themeElements>
    <a:clrScheme name="ユーザー定義 1">
      <a:dk1>
        <a:srgbClr val="292929"/>
      </a:dk1>
      <a:lt1>
        <a:sysClr val="window" lastClr="FFFFFF"/>
      </a:lt1>
      <a:dk2>
        <a:srgbClr val="244242"/>
      </a:dk2>
      <a:lt2>
        <a:srgbClr val="FFFFFF"/>
      </a:lt2>
      <a:accent1>
        <a:srgbClr val="51BD9C"/>
      </a:accent1>
      <a:accent2>
        <a:srgbClr val="FF2121"/>
      </a:accent2>
      <a:accent3>
        <a:srgbClr val="A3E3B1"/>
      </a:accent3>
      <a:accent4>
        <a:srgbClr val="FFE8B3"/>
      </a:accent4>
      <a:accent5>
        <a:srgbClr val="4BACC6"/>
      </a:accent5>
      <a:accent6>
        <a:srgbClr val="F79646"/>
      </a:accent6>
      <a:hlink>
        <a:srgbClr val="0000FF"/>
      </a:hlink>
      <a:folHlink>
        <a:srgbClr val="800080"/>
      </a:folHlink>
    </a:clrScheme>
    <a:fontScheme name="ユーザー定義 1">
      <a:majorFont>
        <a:latin typeface="Calibri"/>
        <a:ea typeface="メイリオ"/>
        <a:cs typeface=""/>
      </a:majorFont>
      <a:minorFont>
        <a:latin typeface="Calibri"/>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2700" cap="flat" cmpd="sng" algn="ctr">
          <a:solidFill>
            <a:schemeClr val="tx1">
              <a:lumMod val="75000"/>
              <a:lumOff val="25000"/>
            </a:schemeClr>
          </a:solidFill>
          <a:prstDash val="solid"/>
          <a:round/>
          <a:headEnd type="none" w="med" len="med"/>
          <a:tailEnd type="none" w="med" len="med"/>
        </a:ln>
        <a:effectLst/>
      </a:spPr>
      <a:bodyPr vert="horz" wrap="none" lIns="90000" tIns="46800" rIns="90000" bIns="46800" numCol="1" rtlCol="0" anchor="t" anchorCtr="0" compatLnSpc="1">
        <a:prstTxWarp prst="textNoShape">
          <a:avLst/>
        </a:prstTxWarp>
      </a:bodyPr>
      <a:lstStyle>
        <a:defPPr algn="ctr" defTabSz="914477" eaLnBrk="1" hangingPunct="1">
          <a:defRPr kumimoji="1">
            <a:latin typeface="BIZ UDPゴシック" panose="020B0400000000000000" pitchFamily="50" charset="-128"/>
            <a:ea typeface="BIZ UDPゴシック" panose="020B0400000000000000" pitchFamily="50" charset="-128"/>
          </a:defRPr>
        </a:defPPr>
      </a:lstStyle>
    </a:spDef>
    <a:lnDef>
      <a:spPr bwMode="auto">
        <a:solidFill>
          <a:srgbClr val="CCFFFF"/>
        </a:solidFill>
        <a:ln w="28575" cap="flat" cmpd="sng" algn="ctr">
          <a:solidFill>
            <a:schemeClr val="tx1">
              <a:lumMod val="75000"/>
              <a:lumOff val="25000"/>
            </a:schemeClr>
          </a:solidFill>
          <a:prstDash val="solid"/>
          <a:round/>
          <a:headEnd type="none" w="med" len="med"/>
          <a:tailEnd type="triangle"/>
        </a:ln>
        <a:effectLst/>
      </a:spPr>
      <a:bodyPr/>
      <a:lstStyle/>
    </a:lnDef>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spPr>
      <a:bodyPr vert="horz" wrap="square" lIns="91440" tIns="45721" rIns="91440" bIns="45721" numCol="1" rtlCol="0" anchor="t" anchorCtr="0" compatLnSpc="1">
        <a:prstTxWarp prst="textNoShape">
          <a:avLst/>
        </a:prstTxWarp>
        <a:spAutoFit/>
      </a:bodyPr>
      <a:lstStyle>
        <a:defPPr algn="l" eaLnBrk="1">
          <a:defRPr kern="0" smtClean="0">
            <a:latin typeface="BIZ UDPゴシック" panose="020B0400000000000000" pitchFamily="50" charset="-128"/>
            <a:ea typeface="BIZ UDPゴシック" panose="020B0400000000000000" pitchFamily="50" charset="-128"/>
          </a:defRPr>
        </a:defPPr>
      </a:lstStyle>
    </a:tx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図解技法による分かりやすい資料の作成講座-20181121・講師用</Template>
  <TotalTime>20273</TotalTime>
  <Words>734</Words>
  <Application>Microsoft Office PowerPoint</Application>
  <PresentationFormat>ワイド画面</PresentationFormat>
  <Paragraphs>87</Paragraphs>
  <Slides>11</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11</vt:i4>
      </vt:variant>
    </vt:vector>
  </HeadingPairs>
  <TitlesOfParts>
    <vt:vector size="17" baseType="lpstr">
      <vt:lpstr>BIZ UDPゴシック</vt:lpstr>
      <vt:lpstr>FOT-UD丸ゴ_ラージ Pr6 M</vt:lpstr>
      <vt:lpstr>Arial</vt:lpstr>
      <vt:lpstr>Garamond</vt:lpstr>
      <vt:lpstr>Wingdings</vt:lpstr>
      <vt:lpstr>Edge</vt:lpstr>
      <vt:lpstr>PowerPoint Indexing Labeler  Simple Example - 1</vt:lpstr>
      <vt:lpstr>#DT#CP1.SL1) 1章1節　章・節コードを章・節番号として変換する</vt:lpstr>
      <vt:lpstr>#DT#CP1.SL2) 1章2節　コード中の数字とナンバリングは無関係</vt:lpstr>
      <vt:lpstr>#DT#CP1.SLX) 1章3節　コードには数字を含む必要なし</vt:lpstr>
      <vt:lpstr>#DT#CP2.SLX) 2章1節　節コードは章コード内でナンバリング</vt:lpstr>
      <vt:lpstr>#DT#CP3) 3章　章コードのみの使用</vt:lpstr>
      <vt:lpstr>#DT#CP3.SL1&gt; 3章1節　コードの終端記号</vt:lpstr>
      <vt:lpstr>#DT#CP3.longcode) 3章2節　コードの文字数制限なし</vt:lpstr>
      <vt:lpstr>#DT#CP3.SL3) タイトルを引用可能</vt:lpstr>
      <vt:lpstr>目次ページの作成法(1)</vt:lpstr>
      <vt:lpstr>目次ページの作成法(2)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開米瑞浩</dc:creator>
  <cp:lastModifiedBy>瑞浩 開米</cp:lastModifiedBy>
  <cp:revision>1824</cp:revision>
  <cp:lastPrinted>2024-11-10T09:08:11Z</cp:lastPrinted>
  <dcterms:modified xsi:type="dcterms:W3CDTF">2024-12-09T02:21:55Z</dcterms:modified>
</cp:coreProperties>
</file>