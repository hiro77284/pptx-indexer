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23"/>
  </p:notesMasterIdLst>
  <p:sldIdLst>
    <p:sldId id="1682" r:id="rId2"/>
    <p:sldId id="1698" r:id="rId3"/>
    <p:sldId id="1699" r:id="rId4"/>
    <p:sldId id="1700" r:id="rId5"/>
    <p:sldId id="1701" r:id="rId6"/>
    <p:sldId id="1702" r:id="rId7"/>
    <p:sldId id="1703" r:id="rId8"/>
    <p:sldId id="1704" r:id="rId9"/>
    <p:sldId id="1705" r:id="rId10"/>
    <p:sldId id="1706" r:id="rId11"/>
    <p:sldId id="1707" r:id="rId12"/>
    <p:sldId id="1710" r:id="rId13"/>
    <p:sldId id="1708" r:id="rId14"/>
    <p:sldId id="258" r:id="rId15"/>
    <p:sldId id="1709" r:id="rId16"/>
    <p:sldId id="1663" r:id="rId17"/>
    <p:sldId id="1712" r:id="rId18"/>
    <p:sldId id="1713" r:id="rId19"/>
    <p:sldId id="1714" r:id="rId20"/>
    <p:sldId id="1711" r:id="rId21"/>
    <p:sldId id="1715" r:id="rId22"/>
  </p:sldIdLst>
  <p:sldSz cx="12192000" cy="6858000"/>
  <p:notesSz cx="6797675" cy="9926638"/>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B0F0"/>
    <a:srgbClr val="FF0000"/>
    <a:srgbClr val="FF7A7A"/>
    <a:srgbClr val="545858"/>
    <a:srgbClr val="81D994"/>
    <a:srgbClr val="58CC72"/>
    <a:srgbClr val="00FFFF"/>
    <a:srgbClr val="FF00FF"/>
    <a:srgbClr val="F7F6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28" autoAdjust="0"/>
    <p:restoredTop sz="86408" autoAdjust="0"/>
  </p:normalViewPr>
  <p:slideViewPr>
    <p:cSldViewPr>
      <p:cViewPr varScale="1">
        <p:scale>
          <a:sx n="100" d="100"/>
          <a:sy n="100" d="100"/>
        </p:scale>
        <p:origin x="714" y="31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14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atin typeface="BIZ UDPゴシック" panose="020B0400000000000000" pitchFamily="50" charset="-128"/>
              </a:defRPr>
            </a:lvl1pPr>
          </a:lstStyle>
          <a:p>
            <a:endParaRPr lang="ja-JP" altLang="en-US"/>
          </a:p>
        </p:txBody>
      </p:sp>
      <p:sp>
        <p:nvSpPr>
          <p:cNvPr id="3" name="日付プレースホルダー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atin typeface="BIZ UDPゴシック" panose="020B0400000000000000" pitchFamily="50" charset="-128"/>
              </a:defRPr>
            </a:lvl1pPr>
          </a:lstStyle>
          <a:p>
            <a:fld id="{294670BC-B8C6-44A7-84E1-23632D8FD86F}" type="datetimeFigureOut">
              <a:rPr lang="ja-JP" altLang="en-US" smtClean="0"/>
              <a:pPr/>
              <a:t>2025/2/21</a:t>
            </a:fld>
            <a:endParaRPr lang="ja-JP" altLang="en-US"/>
          </a:p>
        </p:txBody>
      </p:sp>
      <p:sp>
        <p:nvSpPr>
          <p:cNvPr id="4" name="スライド イメージ プレースホルダー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atin typeface="BIZ UDPゴシック" panose="020B0400000000000000" pitchFamily="50" charset="-128"/>
              </a:defRPr>
            </a:lvl1pPr>
          </a:lstStyle>
          <a:p>
            <a:endParaRPr lang="ja-JP" altLang="en-US"/>
          </a:p>
        </p:txBody>
      </p:sp>
      <p:sp>
        <p:nvSpPr>
          <p:cNvPr id="7" name="スライド番号プレースホルダー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atin typeface="BIZ UDPゴシック" panose="020B0400000000000000" pitchFamily="50" charset="-128"/>
              </a:defRPr>
            </a:lvl1pPr>
          </a:lstStyle>
          <a:p>
            <a:fld id="{BA10FDB7-3E02-4363-90B3-590B3C26A88D}" type="slidenum">
              <a:rPr lang="ja-JP" altLang="en-US" smtClean="0"/>
              <a:pPr/>
              <a:t>‹#›</a:t>
            </a:fld>
            <a:endParaRPr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ＭＳ Ｐゴシック" pitchFamily="50" charset="-128"/>
            </a:endParaRPr>
          </a:p>
        </p:txBody>
      </p:sp>
      <p:sp>
        <p:nvSpPr>
          <p:cNvPr id="5" name="スライド番号プレースホルダー 4">
            <a:extLst>
              <a:ext uri="{FF2B5EF4-FFF2-40B4-BE49-F238E27FC236}">
                <a16:creationId xmlns:a16="http://schemas.microsoft.com/office/drawing/2014/main" id="{F00C62EA-46CE-6E45-F9C1-8E001A79E1DB}"/>
              </a:ext>
            </a:extLst>
          </p:cNvPr>
          <p:cNvSpPr>
            <a:spLocks noGrp="1"/>
          </p:cNvSpPr>
          <p:nvPr>
            <p:ph type="sldNum" sz="quarter" idx="10"/>
          </p:nvPr>
        </p:nvSpPr>
        <p:spPr/>
        <p:txBody>
          <a:body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14102FAC-1D8D-98FF-0E86-05B23E382AF4}"/>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6" name="フッター プレースホルダー 2">
            <a:extLst>
              <a:ext uri="{FF2B5EF4-FFF2-40B4-BE49-F238E27FC236}">
                <a16:creationId xmlns:a16="http://schemas.microsoft.com/office/drawing/2014/main" id="{368A006B-8EC8-B39A-B6FA-0EE75EB75FA5}"/>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0E031350-F277-E392-9EEE-34255C7F5C09}"/>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4" name="フッター プレースホルダー 2">
            <a:extLst>
              <a:ext uri="{FF2B5EF4-FFF2-40B4-BE49-F238E27FC236}">
                <a16:creationId xmlns:a16="http://schemas.microsoft.com/office/drawing/2014/main" id="{00549907-4137-254B-ABA0-204DDF792283}"/>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3" name="フッター プレースホルダー 2">
            <a:extLst>
              <a:ext uri="{FF2B5EF4-FFF2-40B4-BE49-F238E27FC236}">
                <a16:creationId xmlns:a16="http://schemas.microsoft.com/office/drawing/2014/main" id="{326FBE41-6A51-4D78-3BE1-6E095FFE1BDE}"/>
              </a:ext>
            </a:extLst>
          </p:cNvPr>
          <p:cNvSpPr>
            <a:spLocks noGrp="1"/>
          </p:cNvSpPr>
          <p:nvPr>
            <p:ph type="ftr" sz="quarter" idx="3"/>
          </p:nvPr>
        </p:nvSpPr>
        <p:spPr>
          <a:xfrm>
            <a:off x="191344" y="6478165"/>
            <a:ext cx="5544616" cy="365125"/>
          </a:xfrm>
          <a:prstGeom prst="rect">
            <a:avLst/>
          </a:prstGeom>
        </p:spPr>
        <p:txBody>
          <a:bodyPr vert="horz" lIns="91440" tIns="45720" rIns="91440" bIns="45720" rtlCol="0" anchor="ctr"/>
          <a:lstStyle>
            <a:lvl1pPr algn="l">
              <a:defRPr sz="1200">
                <a:solidFill>
                  <a:schemeClr val="tx1"/>
                </a:solidFill>
                <a:latin typeface="BIZ UDPゴシック" panose="020B0400000000000000" pitchFamily="50" charset="-128"/>
                <a:ea typeface="BIZ UDPゴシック" panose="020B0400000000000000" pitchFamily="50" charset="-128"/>
              </a:defRPr>
            </a:lvl1pPr>
          </a:lstStyle>
          <a:p>
            <a:r>
              <a:rPr lang="en-US" altLang="ja-JP"/>
              <a:t>Copyright 2025 </a:t>
            </a:r>
            <a:r>
              <a:rPr lang="ja-JP" altLang="en-US"/>
              <a:t>アイデアクラフト </a:t>
            </a:r>
            <a:r>
              <a:rPr lang="en-US" altLang="ja-JP"/>
              <a:t>Kaimai Mizuhiro</a:t>
            </a:r>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6" r:id="rId4"/>
    <p:sldLayoutId id="2147483667" r:id="rId5"/>
  </p:sldLayoutIdLst>
  <p:hf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2CF806-E48A-4798-56B5-568A0B4BD0B6}"/>
              </a:ext>
            </a:extLst>
          </p:cNvPr>
          <p:cNvSpPr>
            <a:spLocks noGrp="1"/>
          </p:cNvSpPr>
          <p:nvPr>
            <p:ph type="ctrTitle"/>
          </p:nvPr>
        </p:nvSpPr>
        <p:spPr>
          <a:xfrm>
            <a:off x="1007436" y="1484784"/>
            <a:ext cx="10164233" cy="1393800"/>
          </a:xfrm>
        </p:spPr>
        <p:txBody>
          <a:bodyPr/>
          <a:lstStyle/>
          <a:p>
            <a:r>
              <a:rPr kumimoji="1" lang="en-US" altLang="ja-JP" sz="4000"/>
              <a:t>Brief introduction to PowerPoint Indexing Labeler </a:t>
            </a:r>
            <a:r>
              <a:rPr lang="en-US" altLang="ja-JP" sz="4000"/>
              <a:t>"pptx-indexer" </a:t>
            </a:r>
            <a:endParaRPr kumimoji="1" lang="ja-JP" altLang="en-US" sz="4000"/>
          </a:p>
        </p:txBody>
      </p:sp>
      <p:sp>
        <p:nvSpPr>
          <p:cNvPr id="3" name="字幕 2">
            <a:extLst>
              <a:ext uri="{FF2B5EF4-FFF2-40B4-BE49-F238E27FC236}">
                <a16:creationId xmlns:a16="http://schemas.microsoft.com/office/drawing/2014/main" id="{FFFF3C5E-3719-BB59-BBA5-EA1E27B09C4D}"/>
              </a:ext>
            </a:extLst>
          </p:cNvPr>
          <p:cNvSpPr>
            <a:spLocks noGrp="1"/>
          </p:cNvSpPr>
          <p:nvPr>
            <p:ph type="subTitle" idx="1"/>
          </p:nvPr>
        </p:nvSpPr>
        <p:spPr>
          <a:xfrm>
            <a:off x="3407834" y="3962400"/>
            <a:ext cx="7971367" cy="1194792"/>
          </a:xfrm>
        </p:spPr>
        <p:txBody>
          <a:bodyPr/>
          <a:lstStyle/>
          <a:p>
            <a:pPr algn="r"/>
            <a:r>
              <a:rPr kumimoji="1" lang="ja-JP" altLang="en-US"/>
              <a:t>アイデアクラフト　代表　開米瑞浩</a:t>
            </a:r>
          </a:p>
          <a:p>
            <a:pPr algn="r"/>
            <a:r>
              <a:rPr lang="ja-JP" altLang="en-US" sz="2000"/>
              <a:t>　　</a:t>
            </a:r>
            <a:r>
              <a:rPr lang="en-US" altLang="ja-JP" sz="2000"/>
              <a:t> 2025/2/21</a:t>
            </a:r>
            <a:r>
              <a:rPr lang="ja-JP" altLang="en-US" sz="2000"/>
              <a:t> 作成　</a:t>
            </a:r>
            <a:r>
              <a:rPr lang="en-US" altLang="ja-JP" sz="2000"/>
              <a:t>Version 1.0</a:t>
            </a:r>
          </a:p>
        </p:txBody>
      </p:sp>
      <p:sp>
        <p:nvSpPr>
          <p:cNvPr id="6" name="テキスト ボックス 5">
            <a:extLst>
              <a:ext uri="{FF2B5EF4-FFF2-40B4-BE49-F238E27FC236}">
                <a16:creationId xmlns:a16="http://schemas.microsoft.com/office/drawing/2014/main" id="{D6F904B1-5760-3889-DA9A-8E1020BC15D9}"/>
              </a:ext>
            </a:extLst>
          </p:cNvPr>
          <p:cNvSpPr txBox="1"/>
          <p:nvPr/>
        </p:nvSpPr>
        <p:spPr bwMode="auto">
          <a:xfrm>
            <a:off x="1559495" y="3060896"/>
            <a:ext cx="9612173" cy="46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2400" kern="0">
                <a:latin typeface="BIZ UDPゴシック" panose="020B0400000000000000" pitchFamily="50" charset="-128"/>
                <a:ea typeface="BIZ UDPゴシック" panose="020B0400000000000000" pitchFamily="50" charset="-128"/>
              </a:rPr>
              <a:t>PowerPoint </a:t>
            </a:r>
            <a:r>
              <a:rPr kumimoji="1" lang="ja-JP" altLang="en-US" sz="2400" kern="0">
                <a:latin typeface="BIZ UDPゴシック" panose="020B0400000000000000" pitchFamily="50" charset="-128"/>
                <a:ea typeface="BIZ UDPゴシック" panose="020B0400000000000000" pitchFamily="50" charset="-128"/>
              </a:rPr>
              <a:t>章節ナンバリングツール </a:t>
            </a:r>
            <a:r>
              <a:rPr kumimoji="1" lang="en-US" altLang="ja-JP" sz="2400" kern="0">
                <a:latin typeface="BIZ UDPゴシック" panose="020B0400000000000000" pitchFamily="50" charset="-128"/>
                <a:ea typeface="BIZ UDPゴシック" panose="020B0400000000000000" pitchFamily="50" charset="-128"/>
              </a:rPr>
              <a:t>pptx-indexer </a:t>
            </a:r>
            <a:r>
              <a:rPr kumimoji="1" lang="ja-JP" altLang="en-US" sz="2400" kern="0">
                <a:latin typeface="BIZ UDPゴシック" panose="020B0400000000000000" pitchFamily="50" charset="-128"/>
                <a:ea typeface="BIZ UDPゴシック" panose="020B0400000000000000" pitchFamily="50" charset="-128"/>
              </a:rPr>
              <a:t>のご紹介</a:t>
            </a:r>
          </a:p>
        </p:txBody>
      </p:sp>
    </p:spTree>
    <p:extLst>
      <p:ext uri="{BB962C8B-B14F-4D97-AF65-F5344CB8AC3E}">
        <p14:creationId xmlns:p14="http://schemas.microsoft.com/office/powerpoint/2010/main" val="37776772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B03E0D-0A3A-0380-F267-5D6086381B41}"/>
              </a:ext>
            </a:extLst>
          </p:cNvPr>
          <p:cNvSpPr>
            <a:spLocks noGrp="1"/>
          </p:cNvSpPr>
          <p:nvPr>
            <p:ph type="title"/>
          </p:nvPr>
        </p:nvSpPr>
        <p:spPr/>
        <p:txBody>
          <a:bodyPr/>
          <a:lstStyle/>
          <a:p>
            <a:r>
              <a:rPr kumimoji="1" lang="en-US" altLang="ja-JP"/>
              <a:t>PowerPoint </a:t>
            </a:r>
            <a:r>
              <a:rPr kumimoji="1" lang="ja-JP" altLang="en-US"/>
              <a:t>章・節自動ナンバリングとは？</a:t>
            </a:r>
          </a:p>
        </p:txBody>
      </p:sp>
      <p:sp>
        <p:nvSpPr>
          <p:cNvPr id="4" name="スライド番号プレースホルダー 3">
            <a:extLst>
              <a:ext uri="{FF2B5EF4-FFF2-40B4-BE49-F238E27FC236}">
                <a16:creationId xmlns:a16="http://schemas.microsoft.com/office/drawing/2014/main" id="{9732A6F4-0E1F-DD6C-2E7A-201ACF65FFFD}"/>
              </a:ext>
            </a:extLst>
          </p:cNvPr>
          <p:cNvSpPr>
            <a:spLocks noGrp="1"/>
          </p:cNvSpPr>
          <p:nvPr>
            <p:ph type="sldNum" sz="quarter" idx="12"/>
          </p:nvPr>
        </p:nvSpPr>
        <p:spPr/>
        <p:txBody>
          <a:bodyPr/>
          <a:lstStyle/>
          <a:p>
            <a:fld id="{D2D8002D-B5B0-4BAC-B1F6-782DDCCE6D9C}" type="slidenum">
              <a:rPr lang="ja-JP" altLang="en-US" smtClean="0"/>
              <a:pPr/>
              <a:t>1</a:t>
            </a:fld>
            <a:endParaRPr lang="ja-JP" altLang="en-US"/>
          </a:p>
        </p:txBody>
      </p:sp>
      <p:sp>
        <p:nvSpPr>
          <p:cNvPr id="5" name="フッター プレースホルダー 4">
            <a:extLst>
              <a:ext uri="{FF2B5EF4-FFF2-40B4-BE49-F238E27FC236}">
                <a16:creationId xmlns:a16="http://schemas.microsoft.com/office/drawing/2014/main" id="{5584E0B9-3ED8-AB0C-F344-46415DD6D592}"/>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4B28540F-5F10-4856-5960-89E56D84E3F3}"/>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PowerPoint </a:t>
            </a:r>
            <a:r>
              <a:rPr lang="ja-JP" altLang="en-US" kern="0">
                <a:latin typeface="BIZ UDPゴシック" panose="020B0400000000000000" pitchFamily="50" charset="-128"/>
                <a:ea typeface="BIZ UDPゴシック" panose="020B0400000000000000" pitchFamily="50" charset="-128"/>
              </a:rPr>
              <a:t>には</a:t>
            </a:r>
            <a:r>
              <a:rPr lang="en-US" altLang="ja-JP" kern="0">
                <a:latin typeface="BIZ UDPゴシック" panose="020B0400000000000000" pitchFamily="50" charset="-128"/>
                <a:ea typeface="BIZ UDPゴシック" panose="020B0400000000000000" pitchFamily="50" charset="-128"/>
              </a:rPr>
              <a:t>Word</a:t>
            </a:r>
            <a:r>
              <a:rPr lang="ja-JP" altLang="en-US" kern="0">
                <a:latin typeface="BIZ UDPゴシック" panose="020B0400000000000000" pitchFamily="50" charset="-128"/>
                <a:ea typeface="BIZ UDPゴシック" panose="020B0400000000000000" pitchFamily="50" charset="-128"/>
              </a:rPr>
              <a:t>のような章・節番号の自動付与機能がありません。</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pptx-indexer </a:t>
            </a:r>
            <a:r>
              <a:rPr lang="ja-JP" altLang="en-US" kern="0">
                <a:latin typeface="BIZ UDPゴシック" panose="020B0400000000000000" pitchFamily="50" charset="-128"/>
                <a:ea typeface="BIZ UDPゴシック" panose="020B0400000000000000" pitchFamily="50" charset="-128"/>
              </a:rPr>
              <a:t>を使うと下記のような形で章・節番号自動ラベリングができます。</a:t>
            </a:r>
            <a:endParaRPr lang="en-US" altLang="ja-JP" kern="0">
              <a:latin typeface="BIZ UDPゴシック" panose="020B0400000000000000" pitchFamily="50" charset="-128"/>
              <a:ea typeface="BIZ UDPゴシック" panose="020B0400000000000000" pitchFamily="50" charset="-128"/>
            </a:endParaRPr>
          </a:p>
        </p:txBody>
      </p:sp>
      <p:pic>
        <p:nvPicPr>
          <p:cNvPr id="10" name="図 9">
            <a:extLst>
              <a:ext uri="{FF2B5EF4-FFF2-40B4-BE49-F238E27FC236}">
                <a16:creationId xmlns:a16="http://schemas.microsoft.com/office/drawing/2014/main" id="{ACE6303B-F6AB-DB29-7429-926307734E9E}"/>
              </a:ext>
            </a:extLst>
          </p:cNvPr>
          <p:cNvPicPr>
            <a:picLocks noChangeAspect="1"/>
          </p:cNvPicPr>
          <p:nvPr/>
        </p:nvPicPr>
        <p:blipFill>
          <a:blip r:embed="rId2"/>
          <a:stretch>
            <a:fillRect/>
          </a:stretch>
        </p:blipFill>
        <p:spPr>
          <a:xfrm>
            <a:off x="1127453" y="2734465"/>
            <a:ext cx="3099592" cy="3698672"/>
          </a:xfrm>
          <a:prstGeom prst="rect">
            <a:avLst/>
          </a:prstGeom>
        </p:spPr>
      </p:pic>
      <p:pic>
        <p:nvPicPr>
          <p:cNvPr id="12" name="図 11">
            <a:extLst>
              <a:ext uri="{FF2B5EF4-FFF2-40B4-BE49-F238E27FC236}">
                <a16:creationId xmlns:a16="http://schemas.microsoft.com/office/drawing/2014/main" id="{5C033722-D435-CA4D-42D6-64D0760E6DD7}"/>
              </a:ext>
            </a:extLst>
          </p:cNvPr>
          <p:cNvPicPr>
            <a:picLocks noChangeAspect="1"/>
          </p:cNvPicPr>
          <p:nvPr/>
        </p:nvPicPr>
        <p:blipFill>
          <a:blip r:embed="rId3"/>
          <a:stretch>
            <a:fillRect/>
          </a:stretch>
        </p:blipFill>
        <p:spPr>
          <a:xfrm>
            <a:off x="8832304" y="2730204"/>
            <a:ext cx="2592288" cy="3698673"/>
          </a:xfrm>
          <a:prstGeom prst="rect">
            <a:avLst/>
          </a:prstGeom>
        </p:spPr>
      </p:pic>
      <p:sp>
        <p:nvSpPr>
          <p:cNvPr id="13" name="テキスト ボックス 12">
            <a:extLst>
              <a:ext uri="{FF2B5EF4-FFF2-40B4-BE49-F238E27FC236}">
                <a16:creationId xmlns:a16="http://schemas.microsoft.com/office/drawing/2014/main" id="{8DD3AC99-2BF3-0679-AD20-84D9121C585B}"/>
              </a:ext>
            </a:extLst>
          </p:cNvPr>
          <p:cNvSpPr txBox="1"/>
          <p:nvPr/>
        </p:nvSpPr>
        <p:spPr bwMode="auto">
          <a:xfrm>
            <a:off x="1335857" y="2081211"/>
            <a:ext cx="293588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sz="1400" kern="0">
                <a:latin typeface="BIZ UDPゴシック" panose="020B0400000000000000" pitchFamily="50" charset="-128"/>
                <a:ea typeface="BIZ UDPゴシック" panose="020B0400000000000000" pitchFamily="50" charset="-128"/>
              </a:rPr>
              <a:t>Example1_source.pptx</a:t>
            </a:r>
          </a:p>
          <a:p>
            <a:pPr algn="ctr" eaLnBrk="1"/>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アウトライン表示</a:t>
            </a:r>
            <a:r>
              <a:rPr kumimoji="1" lang="en-US" altLang="ja-JP" sz="1400" kern="0">
                <a:latin typeface="BIZ UDPゴシック" panose="020B0400000000000000" pitchFamily="50" charset="-128"/>
                <a:ea typeface="BIZ UDPゴシック" panose="020B0400000000000000" pitchFamily="50" charset="-128"/>
              </a:rPr>
              <a:t>)</a:t>
            </a:r>
          </a:p>
        </p:txBody>
      </p:sp>
      <p:sp>
        <p:nvSpPr>
          <p:cNvPr id="14" name="テキスト ボックス 13">
            <a:extLst>
              <a:ext uri="{FF2B5EF4-FFF2-40B4-BE49-F238E27FC236}">
                <a16:creationId xmlns:a16="http://schemas.microsoft.com/office/drawing/2014/main" id="{8382C357-0D03-95EC-45AF-5D90689DF3B6}"/>
              </a:ext>
            </a:extLst>
          </p:cNvPr>
          <p:cNvSpPr txBox="1"/>
          <p:nvPr/>
        </p:nvSpPr>
        <p:spPr bwMode="auto">
          <a:xfrm>
            <a:off x="8866042" y="2081211"/>
            <a:ext cx="293588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sz="1400" kern="0">
                <a:latin typeface="BIZ UDPゴシック" panose="020B0400000000000000" pitchFamily="50" charset="-128"/>
                <a:ea typeface="BIZ UDPゴシック" panose="020B0400000000000000" pitchFamily="50" charset="-128"/>
              </a:rPr>
              <a:t>Example1.pptx</a:t>
            </a:r>
          </a:p>
          <a:p>
            <a:pPr algn="ctr" eaLnBrk="1"/>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アウトライン表示</a:t>
            </a:r>
            <a:r>
              <a:rPr kumimoji="1" lang="en-US" altLang="ja-JP" sz="1400" kern="0">
                <a:latin typeface="BIZ UDPゴシック" panose="020B0400000000000000" pitchFamily="50" charset="-128"/>
                <a:ea typeface="BIZ UDPゴシック" panose="020B0400000000000000" pitchFamily="50" charset="-128"/>
              </a:rPr>
              <a:t>)</a:t>
            </a:r>
          </a:p>
        </p:txBody>
      </p:sp>
      <p:sp>
        <p:nvSpPr>
          <p:cNvPr id="15" name="四角形: 角を丸くする 14">
            <a:extLst>
              <a:ext uri="{FF2B5EF4-FFF2-40B4-BE49-F238E27FC236}">
                <a16:creationId xmlns:a16="http://schemas.microsoft.com/office/drawing/2014/main" id="{E160D0AD-3C78-028C-055A-F497D499A4CB}"/>
              </a:ext>
            </a:extLst>
          </p:cNvPr>
          <p:cNvSpPr/>
          <p:nvPr/>
        </p:nvSpPr>
        <p:spPr bwMode="auto">
          <a:xfrm>
            <a:off x="1487493" y="3091680"/>
            <a:ext cx="1152128" cy="3337197"/>
          </a:xfrm>
          <a:prstGeom prst="roundRect">
            <a:avLst/>
          </a:prstGeom>
          <a:solidFill>
            <a:schemeClr val="bg1">
              <a:alpha val="0"/>
            </a:schemeClr>
          </a:solidFill>
          <a:ln w="19050"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3D3A525-0D24-2B32-C2F9-1688F1CE02AB}"/>
              </a:ext>
            </a:extLst>
          </p:cNvPr>
          <p:cNvSpPr txBox="1"/>
          <p:nvPr/>
        </p:nvSpPr>
        <p:spPr bwMode="auto">
          <a:xfrm>
            <a:off x="4607356" y="2487737"/>
            <a:ext cx="372089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(1) SOURCE</a:t>
            </a:r>
            <a:r>
              <a:rPr kumimoji="1" lang="ja-JP" altLang="en-US" sz="1600" kern="0">
                <a:latin typeface="BIZ UDPゴシック" panose="020B0400000000000000" pitchFamily="50" charset="-128"/>
                <a:ea typeface="BIZ UDPゴシック" panose="020B0400000000000000" pitchFamily="50" charset="-128"/>
              </a:rPr>
              <a:t>となる</a:t>
            </a:r>
            <a:r>
              <a:rPr kumimoji="1" lang="en-US" altLang="ja-JP" sz="1600" kern="0">
                <a:latin typeface="BIZ UDPゴシック" panose="020B0400000000000000" pitchFamily="50" charset="-128"/>
                <a:ea typeface="BIZ UDPゴシック" panose="020B0400000000000000" pitchFamily="50" charset="-128"/>
              </a:rPr>
              <a:t>PPTX</a:t>
            </a:r>
            <a:r>
              <a:rPr kumimoji="1" lang="ja-JP" altLang="en-US" sz="1600" kern="0">
                <a:latin typeface="BIZ UDPゴシック" panose="020B0400000000000000" pitchFamily="50" charset="-128"/>
                <a:ea typeface="BIZ UDPゴシック" panose="020B0400000000000000" pitchFamily="50" charset="-128"/>
              </a:rPr>
              <a:t>ファイルのタイトル部分に特殊なタグを埋め込んで</a:t>
            </a:r>
          </a:p>
        </p:txBody>
      </p:sp>
      <p:cxnSp>
        <p:nvCxnSpPr>
          <p:cNvPr id="18" name="直線矢印コネクタ 17">
            <a:extLst>
              <a:ext uri="{FF2B5EF4-FFF2-40B4-BE49-F238E27FC236}">
                <a16:creationId xmlns:a16="http://schemas.microsoft.com/office/drawing/2014/main" id="{517E94D8-55B3-726A-1B76-DB181C14F11E}"/>
              </a:ext>
            </a:extLst>
          </p:cNvPr>
          <p:cNvCxnSpPr>
            <a:stCxn id="16" idx="1"/>
          </p:cNvCxnSpPr>
          <p:nvPr/>
        </p:nvCxnSpPr>
        <p:spPr bwMode="auto">
          <a:xfrm flipH="1">
            <a:off x="2639621" y="2780126"/>
            <a:ext cx="1967735" cy="599586"/>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20" name="直線矢印コネクタ 19">
            <a:extLst>
              <a:ext uri="{FF2B5EF4-FFF2-40B4-BE49-F238E27FC236}">
                <a16:creationId xmlns:a16="http://schemas.microsoft.com/office/drawing/2014/main" id="{CCAFFD41-AE57-9002-1F69-7446D238D5A2}"/>
              </a:ext>
            </a:extLst>
          </p:cNvPr>
          <p:cNvCxnSpPr/>
          <p:nvPr/>
        </p:nvCxnSpPr>
        <p:spPr bwMode="auto">
          <a:xfrm>
            <a:off x="4431784" y="4493112"/>
            <a:ext cx="4112488"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1" name="テキスト ボックス 20">
            <a:extLst>
              <a:ext uri="{FF2B5EF4-FFF2-40B4-BE49-F238E27FC236}">
                <a16:creationId xmlns:a16="http://schemas.microsoft.com/office/drawing/2014/main" id="{1D114814-6BE6-9CD1-5B02-78F838C7DF74}"/>
              </a:ext>
            </a:extLst>
          </p:cNvPr>
          <p:cNvSpPr txBox="1"/>
          <p:nvPr/>
        </p:nvSpPr>
        <p:spPr bwMode="auto">
          <a:xfrm>
            <a:off x="5255428" y="4042273"/>
            <a:ext cx="372089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(2) </a:t>
            </a:r>
            <a:r>
              <a:rPr kumimoji="1" lang="ja-JP" altLang="en-US" sz="1600" kern="0">
                <a:latin typeface="BIZ UDPゴシック" panose="020B0400000000000000" pitchFamily="50" charset="-128"/>
                <a:ea typeface="BIZ UDPゴシック" panose="020B0400000000000000" pitchFamily="50" charset="-128"/>
              </a:rPr>
              <a:t>変換処理をかけると</a:t>
            </a:r>
          </a:p>
        </p:txBody>
      </p:sp>
      <p:sp>
        <p:nvSpPr>
          <p:cNvPr id="23" name="四角形: 角を丸くする 22">
            <a:extLst>
              <a:ext uri="{FF2B5EF4-FFF2-40B4-BE49-F238E27FC236}">
                <a16:creationId xmlns:a16="http://schemas.microsoft.com/office/drawing/2014/main" id="{62D5C2F1-EE52-3C38-C454-94D8F58B04F6}"/>
              </a:ext>
            </a:extLst>
          </p:cNvPr>
          <p:cNvSpPr/>
          <p:nvPr/>
        </p:nvSpPr>
        <p:spPr bwMode="auto">
          <a:xfrm>
            <a:off x="9138353" y="3091680"/>
            <a:ext cx="539899" cy="3337197"/>
          </a:xfrm>
          <a:prstGeom prst="roundRect">
            <a:avLst>
              <a:gd name="adj" fmla="val 30030"/>
            </a:avLst>
          </a:prstGeom>
          <a:solidFill>
            <a:schemeClr val="bg1">
              <a:alpha val="0"/>
            </a:schemeClr>
          </a:solidFill>
          <a:ln w="19050"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21A64B1E-C0C5-0E16-63CC-11AE50BCA2AB}"/>
              </a:ext>
            </a:extLst>
          </p:cNvPr>
          <p:cNvSpPr txBox="1"/>
          <p:nvPr/>
        </p:nvSpPr>
        <p:spPr bwMode="auto">
          <a:xfrm>
            <a:off x="4949250" y="5837278"/>
            <a:ext cx="3720892"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(3) </a:t>
            </a:r>
            <a:r>
              <a:rPr kumimoji="1" lang="ja-JP" altLang="en-US" sz="1600" kern="0">
                <a:latin typeface="BIZ UDPゴシック" panose="020B0400000000000000" pitchFamily="50" charset="-128"/>
                <a:ea typeface="BIZ UDPゴシック" panose="020B0400000000000000" pitchFamily="50" charset="-128"/>
              </a:rPr>
              <a:t>章・節番号へと自動的に変換します</a:t>
            </a:r>
          </a:p>
        </p:txBody>
      </p:sp>
      <p:cxnSp>
        <p:nvCxnSpPr>
          <p:cNvPr id="26" name="直線矢印コネクタ 25">
            <a:extLst>
              <a:ext uri="{FF2B5EF4-FFF2-40B4-BE49-F238E27FC236}">
                <a16:creationId xmlns:a16="http://schemas.microsoft.com/office/drawing/2014/main" id="{F7BD82FE-B517-F164-E289-6B38E0E270FA}"/>
              </a:ext>
            </a:extLst>
          </p:cNvPr>
          <p:cNvCxnSpPr/>
          <p:nvPr/>
        </p:nvCxnSpPr>
        <p:spPr bwMode="auto">
          <a:xfrm flipV="1">
            <a:off x="7085964" y="5123439"/>
            <a:ext cx="2052389" cy="71383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pic>
        <p:nvPicPr>
          <p:cNvPr id="35" name="図 34">
            <a:extLst>
              <a:ext uri="{FF2B5EF4-FFF2-40B4-BE49-F238E27FC236}">
                <a16:creationId xmlns:a16="http://schemas.microsoft.com/office/drawing/2014/main" id="{B0902A5E-F3EA-CE97-084B-89794556185C}"/>
              </a:ext>
            </a:extLst>
          </p:cNvPr>
          <p:cNvPicPr>
            <a:picLocks noChangeAspect="1"/>
          </p:cNvPicPr>
          <p:nvPr/>
        </p:nvPicPr>
        <p:blipFill>
          <a:blip r:embed="rId4"/>
          <a:stretch>
            <a:fillRect/>
          </a:stretch>
        </p:blipFill>
        <p:spPr>
          <a:xfrm>
            <a:off x="857731" y="1988840"/>
            <a:ext cx="608368" cy="665626"/>
          </a:xfrm>
          <a:prstGeom prst="rect">
            <a:avLst/>
          </a:prstGeom>
        </p:spPr>
      </p:pic>
      <p:pic>
        <p:nvPicPr>
          <p:cNvPr id="36" name="図 35">
            <a:extLst>
              <a:ext uri="{FF2B5EF4-FFF2-40B4-BE49-F238E27FC236}">
                <a16:creationId xmlns:a16="http://schemas.microsoft.com/office/drawing/2014/main" id="{7DAEFF5D-EF24-0D8F-04E7-72104AA47140}"/>
              </a:ext>
            </a:extLst>
          </p:cNvPr>
          <p:cNvPicPr>
            <a:picLocks noChangeAspect="1"/>
          </p:cNvPicPr>
          <p:nvPr/>
        </p:nvPicPr>
        <p:blipFill>
          <a:blip r:embed="rId4"/>
          <a:stretch>
            <a:fillRect/>
          </a:stretch>
        </p:blipFill>
        <p:spPr>
          <a:xfrm>
            <a:off x="8806817" y="1988840"/>
            <a:ext cx="608368" cy="665626"/>
          </a:xfrm>
          <a:prstGeom prst="rect">
            <a:avLst/>
          </a:prstGeom>
        </p:spPr>
      </p:pic>
    </p:spTree>
    <p:extLst>
      <p:ext uri="{BB962C8B-B14F-4D97-AF65-F5344CB8AC3E}">
        <p14:creationId xmlns:p14="http://schemas.microsoft.com/office/powerpoint/2010/main" val="711831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8F04-1AA2-DA77-3EEC-3C8ECBB0DA8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508FB95-11C6-0931-A774-099CCB9374E8}"/>
              </a:ext>
            </a:extLst>
          </p:cNvPr>
          <p:cNvSpPr>
            <a:spLocks noGrp="1"/>
          </p:cNvSpPr>
          <p:nvPr>
            <p:ph type="title"/>
          </p:nvPr>
        </p:nvSpPr>
        <p:spPr/>
        <p:txBody>
          <a:bodyPr/>
          <a:lstStyle/>
          <a:p>
            <a:r>
              <a:rPr kumimoji="1" lang="ja-JP" altLang="en-US"/>
              <a:t>なぜ自動ナンバリングが必要？</a:t>
            </a:r>
          </a:p>
        </p:txBody>
      </p:sp>
      <p:sp>
        <p:nvSpPr>
          <p:cNvPr id="4" name="スライド番号プレースホルダー 3">
            <a:extLst>
              <a:ext uri="{FF2B5EF4-FFF2-40B4-BE49-F238E27FC236}">
                <a16:creationId xmlns:a16="http://schemas.microsoft.com/office/drawing/2014/main" id="{AE899802-658C-8A31-637A-D3D740DCF4A9}"/>
              </a:ext>
            </a:extLst>
          </p:cNvPr>
          <p:cNvSpPr>
            <a:spLocks noGrp="1"/>
          </p:cNvSpPr>
          <p:nvPr>
            <p:ph type="sldNum" sz="quarter" idx="12"/>
          </p:nvPr>
        </p:nvSpPr>
        <p:spPr/>
        <p:txBody>
          <a:bodyPr/>
          <a:lstStyle/>
          <a:p>
            <a:fld id="{D2D8002D-B5B0-4BAC-B1F6-782DDCCE6D9C}" type="slidenum">
              <a:rPr lang="ja-JP" altLang="en-US" smtClean="0"/>
              <a:pPr/>
              <a:t>2</a:t>
            </a:fld>
            <a:endParaRPr lang="ja-JP" altLang="en-US"/>
          </a:p>
        </p:txBody>
      </p:sp>
      <p:sp>
        <p:nvSpPr>
          <p:cNvPr id="5" name="フッター プレースホルダー 4">
            <a:extLst>
              <a:ext uri="{FF2B5EF4-FFF2-40B4-BE49-F238E27FC236}">
                <a16:creationId xmlns:a16="http://schemas.microsoft.com/office/drawing/2014/main" id="{CC0AEBF1-5F62-CD77-A248-9F0C54B132C4}"/>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D536A783-056E-9EA4-653A-BA1AD2FE22C6}"/>
              </a:ext>
            </a:extLst>
          </p:cNvPr>
          <p:cNvSpPr txBox="1"/>
          <p:nvPr/>
        </p:nvSpPr>
        <p:spPr bwMode="auto">
          <a:xfrm>
            <a:off x="1127453" y="1196752"/>
            <a:ext cx="9577065"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大きな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を作ると章・節番号をつけたくなりますが、困ったことに</a:t>
            </a:r>
            <a:r>
              <a:rPr lang="en-US" altLang="ja-JP" kern="0">
                <a:latin typeface="BIZ UDPゴシック" panose="020B0400000000000000" pitchFamily="50" charset="-128"/>
                <a:ea typeface="BIZ UDPゴシック" panose="020B0400000000000000" pitchFamily="50" charset="-128"/>
              </a:rPr>
              <a:t>Word</a:t>
            </a:r>
            <a:r>
              <a:rPr lang="ja-JP" altLang="en-US" kern="0">
                <a:latin typeface="BIZ UDPゴシック" panose="020B0400000000000000" pitchFamily="50" charset="-128"/>
                <a:ea typeface="BIZ UDPゴシック" panose="020B0400000000000000" pitchFamily="50" charset="-128"/>
              </a:rPr>
              <a:t>のような自動付番機能が</a:t>
            </a:r>
            <a:r>
              <a:rPr lang="en-US" altLang="ja-JP" kern="0">
                <a:latin typeface="BIZ UDPゴシック" panose="020B0400000000000000" pitchFamily="50" charset="-128"/>
                <a:ea typeface="BIZ UDPゴシック" panose="020B0400000000000000" pitchFamily="50" charset="-128"/>
              </a:rPr>
              <a:t>PowerPoint</a:t>
            </a:r>
            <a:r>
              <a:rPr lang="ja-JP" altLang="en-US" kern="0">
                <a:latin typeface="BIZ UDPゴシック" panose="020B0400000000000000" pitchFamily="50" charset="-128"/>
                <a:ea typeface="BIZ UDPゴシック" panose="020B0400000000000000" pitchFamily="50" charset="-128"/>
              </a:rPr>
              <a:t>にはありません。　それを手動で行うと、ちょっとした追加・削除や入替をするたびに全ページの修正が必要になり、面倒です</a:t>
            </a:r>
            <a:endParaRPr lang="en-US" altLang="ja-JP" kern="0">
              <a:latin typeface="BIZ UDPゴシック" panose="020B0400000000000000" pitchFamily="50" charset="-128"/>
              <a:ea typeface="BIZ UDPゴシック" panose="020B0400000000000000" pitchFamily="50" charset="-128"/>
            </a:endParaRPr>
          </a:p>
        </p:txBody>
      </p:sp>
      <p:pic>
        <p:nvPicPr>
          <p:cNvPr id="7" name="図 6">
            <a:extLst>
              <a:ext uri="{FF2B5EF4-FFF2-40B4-BE49-F238E27FC236}">
                <a16:creationId xmlns:a16="http://schemas.microsoft.com/office/drawing/2014/main" id="{781AB411-E265-29A2-EF3F-50AB1316B3EB}"/>
              </a:ext>
            </a:extLst>
          </p:cNvPr>
          <p:cNvPicPr>
            <a:picLocks noChangeAspect="1"/>
          </p:cNvPicPr>
          <p:nvPr/>
        </p:nvPicPr>
        <p:blipFill>
          <a:blip r:embed="rId2"/>
          <a:stretch>
            <a:fillRect/>
          </a:stretch>
        </p:blipFill>
        <p:spPr>
          <a:xfrm>
            <a:off x="6835076" y="3114703"/>
            <a:ext cx="2592288" cy="3698673"/>
          </a:xfrm>
          <a:prstGeom prst="rect">
            <a:avLst/>
          </a:prstGeom>
        </p:spPr>
      </p:pic>
      <p:sp>
        <p:nvSpPr>
          <p:cNvPr id="8" name="テキスト ボックス 7">
            <a:extLst>
              <a:ext uri="{FF2B5EF4-FFF2-40B4-BE49-F238E27FC236}">
                <a16:creationId xmlns:a16="http://schemas.microsoft.com/office/drawing/2014/main" id="{6154A32B-1C9C-3008-1830-B779CBABF374}"/>
              </a:ext>
            </a:extLst>
          </p:cNvPr>
          <p:cNvSpPr txBox="1"/>
          <p:nvPr/>
        </p:nvSpPr>
        <p:spPr bwMode="auto">
          <a:xfrm>
            <a:off x="6868814" y="2465710"/>
            <a:ext cx="293588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sz="1400" kern="0">
                <a:latin typeface="BIZ UDPゴシック" panose="020B0400000000000000" pitchFamily="50" charset="-128"/>
                <a:ea typeface="BIZ UDPゴシック" panose="020B0400000000000000" pitchFamily="50" charset="-128"/>
              </a:rPr>
              <a:t>Example1.pptx</a:t>
            </a:r>
          </a:p>
          <a:p>
            <a:pPr algn="ctr" eaLnBrk="1"/>
            <a:r>
              <a:rPr kumimoji="1" lang="en-US" altLang="ja-JP" sz="1400" kern="0">
                <a:latin typeface="BIZ UDPゴシック" panose="020B0400000000000000" pitchFamily="50" charset="-128"/>
                <a:ea typeface="BIZ UDPゴシック" panose="020B0400000000000000" pitchFamily="50" charset="-128"/>
              </a:rPr>
              <a:t>(</a:t>
            </a:r>
            <a:r>
              <a:rPr kumimoji="1" lang="ja-JP" altLang="en-US" sz="1400" kern="0">
                <a:latin typeface="BIZ UDPゴシック" panose="020B0400000000000000" pitchFamily="50" charset="-128"/>
                <a:ea typeface="BIZ UDPゴシック" panose="020B0400000000000000" pitchFamily="50" charset="-128"/>
              </a:rPr>
              <a:t>アウトライン表示</a:t>
            </a:r>
            <a:r>
              <a:rPr kumimoji="1" lang="en-US" altLang="ja-JP" sz="1400" kern="0">
                <a:latin typeface="BIZ UDPゴシック" panose="020B0400000000000000" pitchFamily="50" charset="-128"/>
                <a:ea typeface="BIZ UDPゴシック" panose="020B0400000000000000" pitchFamily="50" charset="-128"/>
              </a:rPr>
              <a:t>)</a:t>
            </a:r>
          </a:p>
        </p:txBody>
      </p:sp>
      <p:sp>
        <p:nvSpPr>
          <p:cNvPr id="9" name="四角形: 角を丸くする 8">
            <a:extLst>
              <a:ext uri="{FF2B5EF4-FFF2-40B4-BE49-F238E27FC236}">
                <a16:creationId xmlns:a16="http://schemas.microsoft.com/office/drawing/2014/main" id="{0B18F691-7EE2-1C98-A4ED-98958BA6D6A3}"/>
              </a:ext>
            </a:extLst>
          </p:cNvPr>
          <p:cNvSpPr/>
          <p:nvPr/>
        </p:nvSpPr>
        <p:spPr bwMode="auto">
          <a:xfrm>
            <a:off x="7141125" y="3476179"/>
            <a:ext cx="539899" cy="3337197"/>
          </a:xfrm>
          <a:prstGeom prst="roundRect">
            <a:avLst>
              <a:gd name="adj" fmla="val 30030"/>
            </a:avLst>
          </a:prstGeom>
          <a:solidFill>
            <a:schemeClr val="bg1">
              <a:alpha val="0"/>
            </a:schemeClr>
          </a:solidFill>
          <a:ln w="19050"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pic>
        <p:nvPicPr>
          <p:cNvPr id="11" name="図 10">
            <a:extLst>
              <a:ext uri="{FF2B5EF4-FFF2-40B4-BE49-F238E27FC236}">
                <a16:creationId xmlns:a16="http://schemas.microsoft.com/office/drawing/2014/main" id="{6ABDAF3F-C14B-66F9-27C6-16694239E631}"/>
              </a:ext>
            </a:extLst>
          </p:cNvPr>
          <p:cNvPicPr>
            <a:picLocks noChangeAspect="1"/>
          </p:cNvPicPr>
          <p:nvPr/>
        </p:nvPicPr>
        <p:blipFill>
          <a:blip r:embed="rId3"/>
          <a:stretch>
            <a:fillRect/>
          </a:stretch>
        </p:blipFill>
        <p:spPr>
          <a:xfrm>
            <a:off x="6809589" y="2373339"/>
            <a:ext cx="608368" cy="665626"/>
          </a:xfrm>
          <a:prstGeom prst="rect">
            <a:avLst/>
          </a:prstGeom>
        </p:spPr>
      </p:pic>
      <p:pic>
        <p:nvPicPr>
          <p:cNvPr id="22" name="図 21">
            <a:extLst>
              <a:ext uri="{FF2B5EF4-FFF2-40B4-BE49-F238E27FC236}">
                <a16:creationId xmlns:a16="http://schemas.microsoft.com/office/drawing/2014/main" id="{21A8C87E-ECB1-7BDF-A0D1-5EFE16C3B8B4}"/>
              </a:ext>
            </a:extLst>
          </p:cNvPr>
          <p:cNvPicPr>
            <a:picLocks noChangeAspect="1"/>
          </p:cNvPicPr>
          <p:nvPr/>
        </p:nvPicPr>
        <p:blipFill>
          <a:blip r:embed="rId4"/>
          <a:stretch>
            <a:fillRect/>
          </a:stretch>
        </p:blipFill>
        <p:spPr>
          <a:xfrm flipH="1">
            <a:off x="4212756" y="4188644"/>
            <a:ext cx="953445" cy="953445"/>
          </a:xfrm>
          <a:prstGeom prst="rect">
            <a:avLst/>
          </a:prstGeom>
        </p:spPr>
      </p:pic>
      <p:sp>
        <p:nvSpPr>
          <p:cNvPr id="24" name="二等辺三角形 23">
            <a:extLst>
              <a:ext uri="{FF2B5EF4-FFF2-40B4-BE49-F238E27FC236}">
                <a16:creationId xmlns:a16="http://schemas.microsoft.com/office/drawing/2014/main" id="{7B605CB9-9A12-E34B-E052-C98C537AD39E}"/>
              </a:ext>
            </a:extLst>
          </p:cNvPr>
          <p:cNvSpPr/>
          <p:nvPr/>
        </p:nvSpPr>
        <p:spPr bwMode="auto">
          <a:xfrm rot="13812257">
            <a:off x="4967617" y="3929087"/>
            <a:ext cx="264728" cy="519114"/>
          </a:xfrm>
          <a:prstGeom prst="triangle">
            <a:avLst>
              <a:gd name="adj" fmla="val 0"/>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lang="ja-JP" altLang="en-US" sz="1600" dirty="0">
              <a:latin typeface="BIZ UDPゴシック" panose="020B0400000000000000" pitchFamily="50" charset="-128"/>
              <a:ea typeface="BIZ UDPゴシック" panose="020B0400000000000000" pitchFamily="50" charset="-128"/>
            </a:endParaRPr>
          </a:p>
        </p:txBody>
      </p:sp>
      <p:sp>
        <p:nvSpPr>
          <p:cNvPr id="27" name="四角形: 角を丸くする 26">
            <a:extLst>
              <a:ext uri="{FF2B5EF4-FFF2-40B4-BE49-F238E27FC236}">
                <a16:creationId xmlns:a16="http://schemas.microsoft.com/office/drawing/2014/main" id="{257B86B6-BDAF-DBDC-2334-6B3627E05BE2}"/>
              </a:ext>
            </a:extLst>
          </p:cNvPr>
          <p:cNvSpPr/>
          <p:nvPr/>
        </p:nvSpPr>
        <p:spPr bwMode="auto">
          <a:xfrm>
            <a:off x="2099557" y="2900933"/>
            <a:ext cx="3735461" cy="1229812"/>
          </a:xfrm>
          <a:prstGeom prst="roundRect">
            <a:avLst>
              <a:gd name="adj" fmla="val 26232"/>
            </a:avLst>
          </a:prstGeom>
          <a:solidFill>
            <a:schemeClr val="accent1">
              <a:lumMod val="40000"/>
              <a:lumOff val="60000"/>
            </a:schemeClr>
          </a:solidFill>
          <a:ln w="19050" cap="flat" cmpd="sng" algn="ctr">
            <a:noFill/>
            <a:prstDash val="solid"/>
            <a:round/>
            <a:headEnd type="none" w="med" len="med"/>
            <a:tailEnd type="none" w="med" len="med"/>
          </a:ln>
          <a:effectLst/>
        </p:spPr>
        <p:txBody>
          <a:bodyPr rtlCol="0" anchor="ctr"/>
          <a:lstStyle/>
          <a:p>
            <a:pPr algn="ctr"/>
            <a:endParaRPr kumimoji="1" lang="ja-JP" altLang="en-US" sz="1200" dirty="0">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C2DC9EE8-219C-28E9-20BB-EB4E68BAAE80}"/>
              </a:ext>
            </a:extLst>
          </p:cNvPr>
          <p:cNvSpPr txBox="1"/>
          <p:nvPr/>
        </p:nvSpPr>
        <p:spPr bwMode="auto">
          <a:xfrm>
            <a:off x="2279576" y="2988932"/>
            <a:ext cx="337542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１ページ追加したい</a:t>
            </a:r>
            <a:endParaRPr kumimoji="1" lang="en-US" altLang="ja-JP" sz="1600" kern="0">
              <a:latin typeface="BIZ UDPゴシック" panose="020B0400000000000000" pitchFamily="50" charset="-128"/>
              <a:ea typeface="BIZ UDPゴシック" panose="020B0400000000000000" pitchFamily="50" charset="-128"/>
            </a:endParaRPr>
          </a:p>
          <a:p>
            <a:r>
              <a:rPr kumimoji="1" lang="ja-JP" altLang="en-US" sz="1600" kern="0">
                <a:latin typeface="BIZ UDPゴシック" panose="020B0400000000000000" pitchFamily="50" charset="-128"/>
                <a:ea typeface="BIZ UDPゴシック" panose="020B0400000000000000" pitchFamily="50" charset="-128"/>
              </a:rPr>
              <a:t>１章削除したい</a:t>
            </a:r>
            <a:endParaRPr kumimoji="1" lang="en-US" altLang="ja-JP" sz="1600" kern="0">
              <a:latin typeface="BIZ UDPゴシック" panose="020B0400000000000000" pitchFamily="50" charset="-128"/>
              <a:ea typeface="BIZ UDPゴシック" panose="020B0400000000000000" pitchFamily="50" charset="-128"/>
            </a:endParaRPr>
          </a:p>
          <a:p>
            <a:r>
              <a:rPr kumimoji="1" lang="ja-JP" altLang="en-US" sz="1600" kern="0">
                <a:latin typeface="BIZ UDPゴシック" panose="020B0400000000000000" pitchFamily="50" charset="-128"/>
                <a:ea typeface="BIZ UDPゴシック" panose="020B0400000000000000" pitchFamily="50" charset="-128"/>
              </a:rPr>
              <a:t>でもそれやると後ろのページ全部、番号振りなおしか・・・</a:t>
            </a:r>
            <a:endParaRPr kumimoji="1" lang="ja-JP" altLang="en-US" sz="1600" kern="0" dirty="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15C6CA10-E436-46E5-4B5A-E877CEAF74B0}"/>
              </a:ext>
            </a:extLst>
          </p:cNvPr>
          <p:cNvSpPr txBox="1"/>
          <p:nvPr/>
        </p:nvSpPr>
        <p:spPr bwMode="auto">
          <a:xfrm>
            <a:off x="1272097" y="5286463"/>
            <a:ext cx="49539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これ、なんとか自動化できないかな・・・・？</a:t>
            </a:r>
            <a:endParaRPr kumimoji="1" lang="ja-JP" altLang="en-US" kern="0" dirty="0">
              <a:latin typeface="BIZ UDPゴシック" panose="020B0400000000000000" pitchFamily="50" charset="-128"/>
              <a:ea typeface="BIZ UDPゴシック" panose="020B0400000000000000" pitchFamily="50" charset="-128"/>
            </a:endParaRPr>
          </a:p>
        </p:txBody>
      </p:sp>
      <p:sp>
        <p:nvSpPr>
          <p:cNvPr id="32" name="テキスト ボックス 31">
            <a:extLst>
              <a:ext uri="{FF2B5EF4-FFF2-40B4-BE49-F238E27FC236}">
                <a16:creationId xmlns:a16="http://schemas.microsoft.com/office/drawing/2014/main" id="{B3DBB18D-F676-9AF3-073B-65A168728EDC}"/>
              </a:ext>
            </a:extLst>
          </p:cNvPr>
          <p:cNvSpPr txBox="1"/>
          <p:nvPr/>
        </p:nvSpPr>
        <p:spPr bwMode="auto">
          <a:xfrm>
            <a:off x="1379480" y="5851116"/>
            <a:ext cx="471651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400" kern="0">
                <a:latin typeface="BIZ UDPゴシック" panose="020B0400000000000000" pitchFamily="50" charset="-128"/>
                <a:ea typeface="BIZ UDPゴシック" panose="020B0400000000000000" pitchFamily="50" charset="-128"/>
              </a:rPr>
              <a:t>研修屋さんをやっていると巨大な</a:t>
            </a:r>
            <a:r>
              <a:rPr kumimoji="1" lang="en-US" altLang="ja-JP" sz="1400" kern="0">
                <a:latin typeface="BIZ UDPゴシック" panose="020B0400000000000000" pitchFamily="50" charset="-128"/>
                <a:ea typeface="BIZ UDPゴシック" panose="020B0400000000000000" pitchFamily="50" charset="-128"/>
              </a:rPr>
              <a:t>pptx</a:t>
            </a:r>
            <a:r>
              <a:rPr kumimoji="1" lang="ja-JP" altLang="en-US" sz="1400" kern="0">
                <a:latin typeface="BIZ UDPゴシック" panose="020B0400000000000000" pitchFamily="50" charset="-128"/>
                <a:ea typeface="BIZ UDPゴシック" panose="020B0400000000000000" pitchFamily="50" charset="-128"/>
              </a:rPr>
              <a:t>をよく作るので、このニーズは切実なのです・・・・</a:t>
            </a:r>
            <a:endParaRPr kumimoji="1" lang="ja-JP" altLang="en-US" sz="1400" kern="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00660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62040-B2DB-60CA-AFBE-E4EECA125ADC}"/>
            </a:ext>
          </a:extLst>
        </p:cNvPr>
        <p:cNvGrpSpPr/>
        <p:nvPr/>
      </p:nvGrpSpPr>
      <p:grpSpPr>
        <a:xfrm>
          <a:off x="0" y="0"/>
          <a:ext cx="0" cy="0"/>
          <a:chOff x="0" y="0"/>
          <a:chExt cx="0" cy="0"/>
        </a:xfrm>
      </p:grpSpPr>
      <p:pic>
        <p:nvPicPr>
          <p:cNvPr id="24" name="図 23">
            <a:extLst>
              <a:ext uri="{FF2B5EF4-FFF2-40B4-BE49-F238E27FC236}">
                <a16:creationId xmlns:a16="http://schemas.microsoft.com/office/drawing/2014/main" id="{1A8E7CCF-89E3-FF51-D8CA-ADF00DAAAD06}"/>
              </a:ext>
            </a:extLst>
          </p:cNvPr>
          <p:cNvPicPr>
            <a:picLocks noChangeAspect="1"/>
          </p:cNvPicPr>
          <p:nvPr/>
        </p:nvPicPr>
        <p:blipFill>
          <a:blip r:embed="rId2"/>
          <a:stretch>
            <a:fillRect/>
          </a:stretch>
        </p:blipFill>
        <p:spPr>
          <a:xfrm>
            <a:off x="5689952" y="2780928"/>
            <a:ext cx="5218302" cy="3402957"/>
          </a:xfrm>
          <a:prstGeom prst="rect">
            <a:avLst/>
          </a:prstGeom>
          <a:ln>
            <a:solidFill>
              <a:schemeClr val="tx1">
                <a:lumMod val="75000"/>
                <a:lumOff val="25000"/>
              </a:schemeClr>
            </a:solidFill>
          </a:ln>
        </p:spPr>
      </p:pic>
      <p:sp>
        <p:nvSpPr>
          <p:cNvPr id="2" name="タイトル 1">
            <a:extLst>
              <a:ext uri="{FF2B5EF4-FFF2-40B4-BE49-F238E27FC236}">
                <a16:creationId xmlns:a16="http://schemas.microsoft.com/office/drawing/2014/main" id="{2F651BBC-61E9-C925-7065-60F3DBE0CAAA}"/>
              </a:ext>
            </a:extLst>
          </p:cNvPr>
          <p:cNvSpPr>
            <a:spLocks noGrp="1"/>
          </p:cNvSpPr>
          <p:nvPr>
            <p:ph type="title"/>
          </p:nvPr>
        </p:nvSpPr>
        <p:spPr/>
        <p:txBody>
          <a:bodyPr/>
          <a:lstStyle/>
          <a:p>
            <a:r>
              <a:rPr kumimoji="1" lang="ja-JP" altLang="en-US"/>
              <a:t>しくみ：タイトルにつけた特殊タグを</a:t>
            </a:r>
            <a:r>
              <a:rPr kumimoji="1" lang="en-US" altLang="ja-JP"/>
              <a:t>python</a:t>
            </a:r>
            <a:r>
              <a:rPr kumimoji="1" lang="ja-JP" altLang="en-US"/>
              <a:t>で自動変換</a:t>
            </a:r>
          </a:p>
        </p:txBody>
      </p:sp>
      <p:sp>
        <p:nvSpPr>
          <p:cNvPr id="4" name="スライド番号プレースホルダー 3">
            <a:extLst>
              <a:ext uri="{FF2B5EF4-FFF2-40B4-BE49-F238E27FC236}">
                <a16:creationId xmlns:a16="http://schemas.microsoft.com/office/drawing/2014/main" id="{B388F0F6-C671-3101-1EFC-499E14053303}"/>
              </a:ext>
            </a:extLst>
          </p:cNvPr>
          <p:cNvSpPr>
            <a:spLocks noGrp="1"/>
          </p:cNvSpPr>
          <p:nvPr>
            <p:ph type="sldNum" sz="quarter" idx="12"/>
          </p:nvPr>
        </p:nvSpPr>
        <p:spPr/>
        <p:txBody>
          <a:bodyPr/>
          <a:lstStyle/>
          <a:p>
            <a:fld id="{D2D8002D-B5B0-4BAC-B1F6-782DDCCE6D9C}" type="slidenum">
              <a:rPr lang="ja-JP" altLang="en-US" smtClean="0"/>
              <a:pPr/>
              <a:t>3</a:t>
            </a:fld>
            <a:endParaRPr lang="ja-JP" altLang="en-US"/>
          </a:p>
        </p:txBody>
      </p:sp>
      <p:sp>
        <p:nvSpPr>
          <p:cNvPr id="5" name="フッター プレースホルダー 4">
            <a:extLst>
              <a:ext uri="{FF2B5EF4-FFF2-40B4-BE49-F238E27FC236}">
                <a16:creationId xmlns:a16="http://schemas.microsoft.com/office/drawing/2014/main" id="{2FB22CD1-C538-7171-224B-B54B6250D31D}"/>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CE4B9983-2666-E7DB-FD1D-875928278217}"/>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基本的なしくみは、</a:t>
            </a:r>
            <a:r>
              <a:rPr lang="en-US" altLang="ja-JP" kern="0">
                <a:latin typeface="BIZ UDPゴシック" panose="020B0400000000000000" pitchFamily="50" charset="-128"/>
                <a:ea typeface="BIZ UDPゴシック" panose="020B0400000000000000" pitchFamily="50" charset="-128"/>
              </a:rPr>
              <a:t>PowerPoint </a:t>
            </a:r>
            <a:r>
              <a:rPr lang="ja-JP" altLang="en-US" kern="0">
                <a:latin typeface="BIZ UDPゴシック" panose="020B0400000000000000" pitchFamily="50" charset="-128"/>
                <a:ea typeface="BIZ UDPゴシック" panose="020B0400000000000000" pitchFamily="50" charset="-128"/>
              </a:rPr>
              <a:t>スライドのタイトル部分に埋め込んだ特殊タグを </a:t>
            </a:r>
            <a:r>
              <a:rPr lang="en-US" altLang="ja-JP" kern="0">
                <a:latin typeface="BIZ UDPゴシック" panose="020B0400000000000000" pitchFamily="50" charset="-128"/>
                <a:ea typeface="BIZ UDPゴシック" panose="020B0400000000000000" pitchFamily="50" charset="-128"/>
              </a:rPr>
              <a:t>python </a:t>
            </a:r>
            <a:r>
              <a:rPr lang="ja-JP" altLang="en-US" kern="0">
                <a:latin typeface="BIZ UDPゴシック" panose="020B0400000000000000" pitchFamily="50" charset="-128"/>
                <a:ea typeface="BIZ UDPゴシック" panose="020B0400000000000000" pitchFamily="50" charset="-128"/>
              </a:rPr>
              <a:t>スクリプトで自動的に章・節番号へ変換するというものです</a:t>
            </a:r>
            <a:endParaRPr lang="en-US" altLang="ja-JP" kern="0">
              <a:latin typeface="BIZ UDPゴシック" panose="020B0400000000000000" pitchFamily="50" charset="-128"/>
              <a:ea typeface="BIZ UDPゴシック" panose="020B0400000000000000" pitchFamily="50" charset="-128"/>
            </a:endParaRPr>
          </a:p>
        </p:txBody>
      </p:sp>
      <p:sp>
        <p:nvSpPr>
          <p:cNvPr id="13" name="テキスト ボックス 12">
            <a:extLst>
              <a:ext uri="{FF2B5EF4-FFF2-40B4-BE49-F238E27FC236}">
                <a16:creationId xmlns:a16="http://schemas.microsoft.com/office/drawing/2014/main" id="{F177DF18-F5D2-7265-C39C-1F07522ECB4A}"/>
              </a:ext>
            </a:extLst>
          </p:cNvPr>
          <p:cNvSpPr txBox="1"/>
          <p:nvPr/>
        </p:nvSpPr>
        <p:spPr bwMode="auto">
          <a:xfrm>
            <a:off x="5814827" y="2331478"/>
            <a:ext cx="4968552"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kern="0">
                <a:latin typeface="BIZ UDPゴシック" panose="020B0400000000000000" pitchFamily="50" charset="-128"/>
                <a:ea typeface="BIZ UDPゴシック" panose="020B0400000000000000" pitchFamily="50" charset="-128"/>
              </a:rPr>
              <a:t>PowerPoint </a:t>
            </a:r>
            <a:r>
              <a:rPr kumimoji="1" lang="ja-JP" altLang="en-US" kern="0">
                <a:latin typeface="BIZ UDPゴシック" panose="020B0400000000000000" pitchFamily="50" charset="-128"/>
                <a:ea typeface="BIZ UDPゴシック" panose="020B0400000000000000" pitchFamily="50" charset="-128"/>
              </a:rPr>
              <a:t>ファイルのスライド例</a:t>
            </a:r>
            <a:endParaRPr kumimoji="1" lang="en-US" altLang="ja-JP" kern="0">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54639445-A4CF-EF80-B192-AD616012CC51}"/>
              </a:ext>
            </a:extLst>
          </p:cNvPr>
          <p:cNvSpPr/>
          <p:nvPr/>
        </p:nvSpPr>
        <p:spPr bwMode="auto">
          <a:xfrm>
            <a:off x="5951984" y="2951456"/>
            <a:ext cx="2232248" cy="451181"/>
          </a:xfrm>
          <a:prstGeom prst="roundRect">
            <a:avLst>
              <a:gd name="adj" fmla="val 25200"/>
            </a:avLst>
          </a:prstGeom>
          <a:solidFill>
            <a:schemeClr val="bg1">
              <a:alpha val="0"/>
            </a:schemeClr>
          </a:solidFill>
          <a:ln w="19050"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209FE935-597D-807B-0B1E-351F96A7A4B6}"/>
              </a:ext>
            </a:extLst>
          </p:cNvPr>
          <p:cNvSpPr txBox="1"/>
          <p:nvPr/>
        </p:nvSpPr>
        <p:spPr bwMode="auto">
          <a:xfrm>
            <a:off x="1283746" y="2821863"/>
            <a:ext cx="3757184"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が特殊タグで、その後ろの </a:t>
            </a:r>
            <a:r>
              <a:rPr kumimoji="1" lang="en-US" altLang="ja-JP" sz="1600" kern="0">
                <a:latin typeface="BIZ UDPゴシック" panose="020B0400000000000000" pitchFamily="50" charset="-128"/>
                <a:ea typeface="BIZ UDPゴシック" panose="020B0400000000000000" pitchFamily="50" charset="-128"/>
              </a:rPr>
              <a:t>FA1.SZ1 </a:t>
            </a:r>
            <a:r>
              <a:rPr kumimoji="1" lang="ja-JP" altLang="en-US" sz="1600" kern="0">
                <a:latin typeface="BIZ UDPゴシック" panose="020B0400000000000000" pitchFamily="50" charset="-128"/>
                <a:ea typeface="BIZ UDPゴシック" panose="020B0400000000000000" pitchFamily="50" charset="-128"/>
              </a:rPr>
              <a:t>を章・節番号へ変換する</a:t>
            </a:r>
          </a:p>
        </p:txBody>
      </p:sp>
      <p:cxnSp>
        <p:nvCxnSpPr>
          <p:cNvPr id="11" name="直線矢印コネクタ 10">
            <a:extLst>
              <a:ext uri="{FF2B5EF4-FFF2-40B4-BE49-F238E27FC236}">
                <a16:creationId xmlns:a16="http://schemas.microsoft.com/office/drawing/2014/main" id="{C2F5023C-C911-9327-5C1A-9A730FACF4B3}"/>
              </a:ext>
            </a:extLst>
          </p:cNvPr>
          <p:cNvCxnSpPr/>
          <p:nvPr/>
        </p:nvCxnSpPr>
        <p:spPr bwMode="auto">
          <a:xfrm>
            <a:off x="5015880" y="3155356"/>
            <a:ext cx="900105" cy="614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8BAEF4A8-82CB-A918-12FD-335556A8F70B}"/>
              </a:ext>
            </a:extLst>
          </p:cNvPr>
          <p:cNvSpPr txBox="1"/>
          <p:nvPr/>
        </p:nvSpPr>
        <p:spPr bwMode="auto">
          <a:xfrm>
            <a:off x="1283746" y="5116882"/>
            <a:ext cx="3757184" cy="646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200" kern="0">
                <a:latin typeface="BIZ UDPゴシック" panose="020B0400000000000000" pitchFamily="50" charset="-128"/>
                <a:ea typeface="BIZ UDPゴシック" panose="020B0400000000000000" pitchFamily="50" charset="-128"/>
              </a:rPr>
              <a:t>（といいつつ実際はタイトルに限らず</a:t>
            </a:r>
            <a:r>
              <a:rPr kumimoji="1" lang="ja-JP" altLang="en-US" sz="1200" kern="0">
                <a:latin typeface="BIZ UDPゴシック" panose="020B0400000000000000" pitchFamily="50" charset="-128"/>
                <a:ea typeface="BIZ UDPゴシック" panose="020B0400000000000000" pitchFamily="50" charset="-128"/>
              </a:rPr>
              <a:t>スライド中のどこにあっても機能します。１スライドに２個以上書くことも可能です）</a:t>
            </a:r>
          </a:p>
        </p:txBody>
      </p:sp>
      <p:sp>
        <p:nvSpPr>
          <p:cNvPr id="30" name="テキスト ボックス 29">
            <a:extLst>
              <a:ext uri="{FF2B5EF4-FFF2-40B4-BE49-F238E27FC236}">
                <a16:creationId xmlns:a16="http://schemas.microsoft.com/office/drawing/2014/main" id="{80EC972A-01B1-D6F5-228B-FC2B37D43F77}"/>
              </a:ext>
            </a:extLst>
          </p:cNvPr>
          <p:cNvSpPr txBox="1"/>
          <p:nvPr/>
        </p:nvSpPr>
        <p:spPr bwMode="auto">
          <a:xfrm>
            <a:off x="1283746" y="3509376"/>
            <a:ext cx="3757184" cy="830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は </a:t>
            </a:r>
            <a:r>
              <a:rPr kumimoji="1" lang="en-US" altLang="ja-JP" sz="1600" kern="0">
                <a:latin typeface="BIZ UDPゴシック" panose="020B0400000000000000" pitchFamily="50" charset="-128"/>
                <a:ea typeface="BIZ UDPゴシック" panose="020B0400000000000000" pitchFamily="50" charset="-128"/>
              </a:rPr>
              <a:t>Definition of Title </a:t>
            </a:r>
            <a:r>
              <a:rPr lang="ja-JP" altLang="en-US" sz="1600" kern="0">
                <a:latin typeface="BIZ UDPゴシック" panose="020B0400000000000000" pitchFamily="50" charset="-128"/>
                <a:ea typeface="BIZ UDPゴシック" panose="020B0400000000000000" pitchFamily="50" charset="-128"/>
              </a:rPr>
              <a:t>の略で、スライドのタイトルを定義するタグ、という意味です</a:t>
            </a:r>
            <a:endParaRPr kumimoji="1" lang="ja-JP" altLang="en-US" sz="1600" kern="0">
              <a:latin typeface="BIZ UDPゴシック" panose="020B0400000000000000" pitchFamily="50" charset="-128"/>
              <a:ea typeface="BIZ UDPゴシック" panose="020B0400000000000000" pitchFamily="50" charset="-128"/>
            </a:endParaRPr>
          </a:p>
        </p:txBody>
      </p:sp>
      <p:sp>
        <p:nvSpPr>
          <p:cNvPr id="31" name="テキスト ボックス 30">
            <a:extLst>
              <a:ext uri="{FF2B5EF4-FFF2-40B4-BE49-F238E27FC236}">
                <a16:creationId xmlns:a16="http://schemas.microsoft.com/office/drawing/2014/main" id="{8A1FD652-40D6-9B2B-6EA2-29C57A2A8B23}"/>
              </a:ext>
            </a:extLst>
          </p:cNvPr>
          <p:cNvSpPr txBox="1"/>
          <p:nvPr/>
        </p:nvSpPr>
        <p:spPr bwMode="auto">
          <a:xfrm>
            <a:off x="1283746" y="4430779"/>
            <a:ext cx="3757184"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タグは通常、１スライドにつき１つ、</a:t>
            </a:r>
            <a:endParaRPr kumimoji="1" lang="en-US" altLang="ja-JP" sz="1600" kern="0">
              <a:latin typeface="BIZ UDPゴシック" panose="020B0400000000000000" pitchFamily="50" charset="-128"/>
              <a:ea typeface="BIZ UDPゴシック" panose="020B0400000000000000" pitchFamily="50" charset="-128"/>
            </a:endParaRPr>
          </a:p>
          <a:p>
            <a:pPr eaLnBrk="1"/>
            <a:r>
              <a:rPr kumimoji="1" lang="ja-JP" altLang="en-US" sz="1600" kern="0">
                <a:latin typeface="BIZ UDPゴシック" panose="020B0400000000000000" pitchFamily="50" charset="-128"/>
                <a:ea typeface="BIZ UDPゴシック" panose="020B0400000000000000" pitchFamily="50" charset="-128"/>
              </a:rPr>
              <a:t>タイトル部に使用します</a:t>
            </a:r>
          </a:p>
        </p:txBody>
      </p:sp>
    </p:spTree>
    <p:extLst>
      <p:ext uri="{BB962C8B-B14F-4D97-AF65-F5344CB8AC3E}">
        <p14:creationId xmlns:p14="http://schemas.microsoft.com/office/powerpoint/2010/main" val="817633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C0AFD-0728-3A23-3181-D231657C031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ED4A20A-45A1-EC5F-8318-749087C123DE}"/>
              </a:ext>
            </a:extLst>
          </p:cNvPr>
          <p:cNvSpPr>
            <a:spLocks noGrp="1"/>
          </p:cNvSpPr>
          <p:nvPr>
            <p:ph type="title"/>
          </p:nvPr>
        </p:nvSpPr>
        <p:spPr/>
        <p:txBody>
          <a:bodyPr/>
          <a:lstStyle/>
          <a:p>
            <a:r>
              <a:rPr kumimoji="1" lang="ja-JP" altLang="en-US"/>
              <a:t>章および章・節番号に対応</a:t>
            </a:r>
          </a:p>
        </p:txBody>
      </p:sp>
      <p:sp>
        <p:nvSpPr>
          <p:cNvPr id="4" name="スライド番号プレースホルダー 3">
            <a:extLst>
              <a:ext uri="{FF2B5EF4-FFF2-40B4-BE49-F238E27FC236}">
                <a16:creationId xmlns:a16="http://schemas.microsoft.com/office/drawing/2014/main" id="{EB102E0C-A13B-111F-DE05-228975DC8466}"/>
              </a:ext>
            </a:extLst>
          </p:cNvPr>
          <p:cNvSpPr>
            <a:spLocks noGrp="1"/>
          </p:cNvSpPr>
          <p:nvPr>
            <p:ph type="sldNum" sz="quarter" idx="12"/>
          </p:nvPr>
        </p:nvSpPr>
        <p:spPr/>
        <p:txBody>
          <a:bodyPr/>
          <a:lstStyle/>
          <a:p>
            <a:fld id="{D2D8002D-B5B0-4BAC-B1F6-782DDCCE6D9C}" type="slidenum">
              <a:rPr lang="ja-JP" altLang="en-US" smtClean="0"/>
              <a:pPr/>
              <a:t>4</a:t>
            </a:fld>
            <a:endParaRPr lang="ja-JP" altLang="en-US"/>
          </a:p>
        </p:txBody>
      </p:sp>
      <p:sp>
        <p:nvSpPr>
          <p:cNvPr id="5" name="フッター プレースホルダー 4">
            <a:extLst>
              <a:ext uri="{FF2B5EF4-FFF2-40B4-BE49-F238E27FC236}">
                <a16:creationId xmlns:a16="http://schemas.microsoft.com/office/drawing/2014/main" id="{B84C2684-A5FD-B718-C8F3-67D88A0B3836}"/>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E10FA9A3-0D89-21A2-472B-5C82865109F2}"/>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章・節番号を定義する</a:t>
            </a:r>
            <a:r>
              <a:rPr lang="en-US" altLang="ja-JP" kern="0">
                <a:latin typeface="BIZ UDPゴシック" panose="020B0400000000000000" pitchFamily="50" charset="-128"/>
                <a:ea typeface="BIZ UDPゴシック" panose="020B0400000000000000" pitchFamily="50" charset="-128"/>
              </a:rPr>
              <a:t>DT</a:t>
            </a:r>
            <a:r>
              <a:rPr lang="ja-JP" altLang="en-US" kern="0">
                <a:latin typeface="BIZ UDPゴシック" panose="020B0400000000000000" pitchFamily="50" charset="-128"/>
                <a:ea typeface="BIZ UDPゴシック" panose="020B0400000000000000" pitchFamily="50" charset="-128"/>
              </a:rPr>
              <a:t>タグ </a:t>
            </a:r>
            <a:r>
              <a:rPr lang="en-US" altLang="ja-JP" sz="1200" kern="0">
                <a:latin typeface="BIZ UDPゴシック" panose="020B0400000000000000" pitchFamily="50" charset="-128"/>
                <a:ea typeface="BIZ UDPゴシック" panose="020B0400000000000000" pitchFamily="50" charset="-128"/>
              </a:rPr>
              <a:t>(Definition of Title) </a:t>
            </a:r>
            <a:r>
              <a:rPr lang="ja-JP" altLang="en-US" kern="0">
                <a:latin typeface="BIZ UDPゴシック" panose="020B0400000000000000" pitchFamily="50" charset="-128"/>
                <a:ea typeface="BIZ UDPゴシック" panose="020B0400000000000000" pitchFamily="50" charset="-128"/>
              </a:rPr>
              <a:t>の形式は以下の通りです。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節番号を省略して、章番号のみを使用することもできます。</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73E43E58-E5DA-E944-977A-A85A0E6BF157}"/>
              </a:ext>
            </a:extLst>
          </p:cNvPr>
          <p:cNvSpPr txBox="1"/>
          <p:nvPr/>
        </p:nvSpPr>
        <p:spPr bwMode="auto">
          <a:xfrm>
            <a:off x="1423002" y="2152328"/>
            <a:ext cx="9129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2800" spc="400">
                <a:latin typeface="游ゴシック" panose="020B0400000000000000" pitchFamily="50" charset="-128"/>
                <a:ea typeface="游ゴシック" panose="020B0400000000000000" pitchFamily="50" charset="-128"/>
              </a:rPr>
              <a:t>#DT#FA1.PZ1# )</a:t>
            </a:r>
            <a:r>
              <a:rPr kumimoji="1" lang="ja-JP" altLang="en-US" sz="2800" spc="400">
                <a:latin typeface="游ゴシック" panose="020B0400000000000000" pitchFamily="50" charset="-128"/>
                <a:ea typeface="游ゴシック" panose="020B0400000000000000" pitchFamily="50" charset="-128"/>
              </a:rPr>
              <a:t>　</a:t>
            </a:r>
            <a:r>
              <a:rPr kumimoji="1" lang="en-US" altLang="ja-JP" sz="2800">
                <a:latin typeface="BIZ UDゴシック" panose="020B0400000000000000" pitchFamily="49" charset="-128"/>
                <a:ea typeface="BIZ UDゴシック" panose="020B0400000000000000" pitchFamily="49" charset="-128"/>
              </a:rPr>
              <a:t>Introduction to .....</a:t>
            </a:r>
            <a:endParaRPr kumimoji="1" lang="ja-JP" altLang="en-US" sz="2800">
              <a:latin typeface="BIZ UDゴシック" panose="020B0400000000000000" pitchFamily="49" charset="-128"/>
              <a:ea typeface="BIZ UDゴシック" panose="020B0400000000000000" pitchFamily="49" charset="-128"/>
            </a:endParaRPr>
          </a:p>
        </p:txBody>
      </p:sp>
      <p:cxnSp>
        <p:nvCxnSpPr>
          <p:cNvPr id="16" name="直線コネクタ 15">
            <a:extLst>
              <a:ext uri="{FF2B5EF4-FFF2-40B4-BE49-F238E27FC236}">
                <a16:creationId xmlns:a16="http://schemas.microsoft.com/office/drawing/2014/main" id="{C829C180-8824-720B-7539-4DEEEC1572FD}"/>
              </a:ext>
            </a:extLst>
          </p:cNvPr>
          <p:cNvCxnSpPr/>
          <p:nvPr/>
        </p:nvCxnSpPr>
        <p:spPr bwMode="auto">
          <a:xfrm>
            <a:off x="1490576" y="2570773"/>
            <a:ext cx="1165326" cy="0"/>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
        <p:nvSpPr>
          <p:cNvPr id="17" name="テキスト ボックス 16">
            <a:extLst>
              <a:ext uri="{FF2B5EF4-FFF2-40B4-BE49-F238E27FC236}">
                <a16:creationId xmlns:a16="http://schemas.microsoft.com/office/drawing/2014/main" id="{D22757A3-6B56-58F1-3A5A-0694B4592C16}"/>
              </a:ext>
            </a:extLst>
          </p:cNvPr>
          <p:cNvSpPr txBox="1"/>
          <p:nvPr/>
        </p:nvSpPr>
        <p:spPr bwMode="auto">
          <a:xfrm>
            <a:off x="1639536" y="2628246"/>
            <a:ext cx="72833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タグ</a:t>
            </a:r>
          </a:p>
        </p:txBody>
      </p:sp>
      <p:sp>
        <p:nvSpPr>
          <p:cNvPr id="21" name="テキスト ボックス 20">
            <a:extLst>
              <a:ext uri="{FF2B5EF4-FFF2-40B4-BE49-F238E27FC236}">
                <a16:creationId xmlns:a16="http://schemas.microsoft.com/office/drawing/2014/main" id="{BF8267F8-4FB0-0AAD-CC88-585F3A01732A}"/>
              </a:ext>
            </a:extLst>
          </p:cNvPr>
          <p:cNvSpPr txBox="1"/>
          <p:nvPr/>
        </p:nvSpPr>
        <p:spPr bwMode="auto">
          <a:xfrm>
            <a:off x="2452263" y="4739497"/>
            <a:ext cx="2052464"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ピリオドまたはハイフン</a:t>
            </a:r>
          </a:p>
        </p:txBody>
      </p:sp>
      <p:cxnSp>
        <p:nvCxnSpPr>
          <p:cNvPr id="23" name="直線コネクタ 22">
            <a:extLst>
              <a:ext uri="{FF2B5EF4-FFF2-40B4-BE49-F238E27FC236}">
                <a16:creationId xmlns:a16="http://schemas.microsoft.com/office/drawing/2014/main" id="{E640B6A0-44BF-AE1B-B4CB-3AD3E4D88418}"/>
              </a:ext>
            </a:extLst>
          </p:cNvPr>
          <p:cNvCxnSpPr>
            <a:cxnSpLocks/>
          </p:cNvCxnSpPr>
          <p:nvPr/>
        </p:nvCxnSpPr>
        <p:spPr bwMode="auto">
          <a:xfrm flipV="1">
            <a:off x="3419328" y="2570167"/>
            <a:ext cx="121331" cy="2165636"/>
          </a:xfrm>
          <a:prstGeom prst="line">
            <a:avLst/>
          </a:prstGeom>
          <a:solidFill>
            <a:srgbClr val="CCFFFF"/>
          </a:solidFill>
          <a:ln w="28575" cap="flat" cmpd="sng" algn="ctr">
            <a:solidFill>
              <a:schemeClr val="accent2"/>
            </a:solidFill>
            <a:prstDash val="solid"/>
            <a:round/>
            <a:headEnd type="none" w="med" len="med"/>
            <a:tailEnd type="none" w="med" len="med"/>
          </a:ln>
          <a:effectLst/>
        </p:spPr>
      </p:cxnSp>
      <p:cxnSp>
        <p:nvCxnSpPr>
          <p:cNvPr id="27" name="直線コネクタ 26">
            <a:extLst>
              <a:ext uri="{FF2B5EF4-FFF2-40B4-BE49-F238E27FC236}">
                <a16:creationId xmlns:a16="http://schemas.microsoft.com/office/drawing/2014/main" id="{AB011C44-582D-3A92-09D7-AB4452D76012}"/>
              </a:ext>
            </a:extLst>
          </p:cNvPr>
          <p:cNvCxnSpPr/>
          <p:nvPr/>
        </p:nvCxnSpPr>
        <p:spPr bwMode="auto">
          <a:xfrm>
            <a:off x="2655902" y="2719577"/>
            <a:ext cx="706882" cy="0"/>
          </a:xfrm>
          <a:prstGeom prst="line">
            <a:avLst/>
          </a:prstGeom>
          <a:solidFill>
            <a:srgbClr val="CCFFFF"/>
          </a:solidFill>
          <a:ln w="28575" cap="flat" cmpd="sng" algn="ctr">
            <a:solidFill>
              <a:schemeClr val="accent2"/>
            </a:solidFill>
            <a:prstDash val="solid"/>
            <a:round/>
            <a:headEnd type="none" w="med" len="med"/>
            <a:tailEnd type="none" w="med" len="med"/>
          </a:ln>
          <a:effectLst/>
        </p:spPr>
      </p:cxnSp>
      <p:cxnSp>
        <p:nvCxnSpPr>
          <p:cNvPr id="30" name="直線コネクタ 29">
            <a:extLst>
              <a:ext uri="{FF2B5EF4-FFF2-40B4-BE49-F238E27FC236}">
                <a16:creationId xmlns:a16="http://schemas.microsoft.com/office/drawing/2014/main" id="{D2AD1A23-6A87-56C1-1656-E2E14252802B}"/>
              </a:ext>
            </a:extLst>
          </p:cNvPr>
          <p:cNvCxnSpPr/>
          <p:nvPr/>
        </p:nvCxnSpPr>
        <p:spPr bwMode="auto">
          <a:xfrm>
            <a:off x="3650816" y="2719577"/>
            <a:ext cx="706882" cy="0"/>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
        <p:nvSpPr>
          <p:cNvPr id="31" name="テキスト ボックス 30">
            <a:extLst>
              <a:ext uri="{FF2B5EF4-FFF2-40B4-BE49-F238E27FC236}">
                <a16:creationId xmlns:a16="http://schemas.microsoft.com/office/drawing/2014/main" id="{D2D7CBCC-4785-BFF3-12DB-A3B7D065BE89}"/>
              </a:ext>
            </a:extLst>
          </p:cNvPr>
          <p:cNvSpPr txBox="1"/>
          <p:nvPr/>
        </p:nvSpPr>
        <p:spPr bwMode="auto">
          <a:xfrm>
            <a:off x="1561968" y="3421990"/>
            <a:ext cx="172324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章番号定義</a:t>
            </a:r>
            <a:endParaRPr kumimoji="1" lang="en-US" altLang="ja-JP">
              <a:latin typeface="BIZ UDPゴシック" panose="020B0400000000000000" pitchFamily="50" charset="-128"/>
              <a:ea typeface="BIZ UDPゴシック" panose="020B0400000000000000" pitchFamily="50" charset="-128"/>
            </a:endParaRPr>
          </a:p>
          <a:p>
            <a:pPr algn="l"/>
            <a:r>
              <a:rPr kumimoji="1" lang="ja-JP" altLang="en-US">
                <a:latin typeface="BIZ UDPゴシック" panose="020B0400000000000000" pitchFamily="50" charset="-128"/>
                <a:ea typeface="BIZ UDPゴシック" panose="020B0400000000000000" pitchFamily="50" charset="-128"/>
              </a:rPr>
              <a:t>（</a:t>
            </a:r>
            <a:r>
              <a:rPr kumimoji="1" lang="en-US" altLang="ja-JP">
                <a:latin typeface="BIZ UDPゴシック" panose="020B0400000000000000" pitchFamily="50" charset="-128"/>
                <a:ea typeface="BIZ UDPゴシック" panose="020B0400000000000000" pitchFamily="50" charset="-128"/>
              </a:rPr>
              <a:t>1</a:t>
            </a:r>
            <a:r>
              <a:rPr kumimoji="1" lang="ja-JP" altLang="en-US">
                <a:latin typeface="BIZ UDPゴシック" panose="020B0400000000000000" pitchFamily="50" charset="-128"/>
                <a:ea typeface="BIZ UDPゴシック" panose="020B0400000000000000" pitchFamily="50" charset="-128"/>
              </a:rPr>
              <a:t>文字以上の英数字列</a:t>
            </a:r>
            <a:r>
              <a:rPr kumimoji="1" lang="en-US" altLang="ja-JP">
                <a:latin typeface="BIZ UDPゴシック" panose="020B0400000000000000" pitchFamily="50" charset="-128"/>
                <a:ea typeface="BIZ UDPゴシック" panose="020B0400000000000000" pitchFamily="50" charset="-128"/>
              </a:rPr>
              <a:t>)</a:t>
            </a:r>
            <a:endParaRPr kumimoji="1" lang="ja-JP" altLang="en-US">
              <a:latin typeface="BIZ UDPゴシック" panose="020B0400000000000000" pitchFamily="50" charset="-128"/>
              <a:ea typeface="BIZ UDPゴシック" panose="020B0400000000000000" pitchFamily="50" charset="-128"/>
            </a:endParaRPr>
          </a:p>
        </p:txBody>
      </p:sp>
      <p:cxnSp>
        <p:nvCxnSpPr>
          <p:cNvPr id="32" name="直線コネクタ 31">
            <a:extLst>
              <a:ext uri="{FF2B5EF4-FFF2-40B4-BE49-F238E27FC236}">
                <a16:creationId xmlns:a16="http://schemas.microsoft.com/office/drawing/2014/main" id="{5CB13FDD-EF52-A8E6-2667-2BC8EE0FE5FA}"/>
              </a:ext>
            </a:extLst>
          </p:cNvPr>
          <p:cNvCxnSpPr>
            <a:stCxn id="31" idx="0"/>
          </p:cNvCxnSpPr>
          <p:nvPr/>
        </p:nvCxnSpPr>
        <p:spPr bwMode="auto">
          <a:xfrm flipV="1">
            <a:off x="2423592" y="2734363"/>
            <a:ext cx="609482" cy="687627"/>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
        <p:nvSpPr>
          <p:cNvPr id="37" name="テキスト ボックス 36">
            <a:extLst>
              <a:ext uri="{FF2B5EF4-FFF2-40B4-BE49-F238E27FC236}">
                <a16:creationId xmlns:a16="http://schemas.microsoft.com/office/drawing/2014/main" id="{59499D78-95F3-46A0-BA75-06A6C5AC1BE5}"/>
              </a:ext>
            </a:extLst>
          </p:cNvPr>
          <p:cNvSpPr txBox="1"/>
          <p:nvPr/>
        </p:nvSpPr>
        <p:spPr bwMode="auto">
          <a:xfrm>
            <a:off x="4893216" y="4735803"/>
            <a:ext cx="32220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節番号定義</a:t>
            </a:r>
            <a:endParaRPr kumimoji="1" lang="en-US" altLang="ja-JP">
              <a:latin typeface="BIZ UDPゴシック" panose="020B0400000000000000" pitchFamily="50" charset="-128"/>
              <a:ea typeface="BIZ UDPゴシック" panose="020B0400000000000000" pitchFamily="50" charset="-128"/>
            </a:endParaRPr>
          </a:p>
          <a:p>
            <a:pPr algn="l"/>
            <a:r>
              <a:rPr kumimoji="1" lang="ja-JP" altLang="en-US">
                <a:latin typeface="BIZ UDPゴシック" panose="020B0400000000000000" pitchFamily="50" charset="-128"/>
                <a:ea typeface="BIZ UDPゴシック" panose="020B0400000000000000" pitchFamily="50" charset="-128"/>
              </a:rPr>
              <a:t>（</a:t>
            </a:r>
            <a:r>
              <a:rPr kumimoji="1" lang="en-US" altLang="ja-JP">
                <a:latin typeface="BIZ UDPゴシック" panose="020B0400000000000000" pitchFamily="50" charset="-128"/>
                <a:ea typeface="BIZ UDPゴシック" panose="020B0400000000000000" pitchFamily="50" charset="-128"/>
              </a:rPr>
              <a:t>1</a:t>
            </a:r>
            <a:r>
              <a:rPr kumimoji="1" lang="ja-JP" altLang="en-US">
                <a:latin typeface="BIZ UDPゴシック" panose="020B0400000000000000" pitchFamily="50" charset="-128"/>
                <a:ea typeface="BIZ UDPゴシック" panose="020B0400000000000000" pitchFamily="50" charset="-128"/>
              </a:rPr>
              <a:t>文字以上の英数字列</a:t>
            </a:r>
            <a:r>
              <a:rPr kumimoji="1" lang="en-US" altLang="ja-JP">
                <a:latin typeface="BIZ UDPゴシック" panose="020B0400000000000000" pitchFamily="50" charset="-128"/>
                <a:ea typeface="BIZ UDPゴシック" panose="020B0400000000000000" pitchFamily="50" charset="-128"/>
              </a:rPr>
              <a:t>)</a:t>
            </a:r>
            <a:endParaRPr kumimoji="1" lang="ja-JP" altLang="en-US">
              <a:latin typeface="BIZ UDPゴシック" panose="020B0400000000000000" pitchFamily="50" charset="-128"/>
              <a:ea typeface="BIZ UDPゴシック" panose="020B0400000000000000" pitchFamily="50" charset="-128"/>
            </a:endParaRPr>
          </a:p>
        </p:txBody>
      </p:sp>
      <p:cxnSp>
        <p:nvCxnSpPr>
          <p:cNvPr id="38" name="直線コネクタ 37">
            <a:extLst>
              <a:ext uri="{FF2B5EF4-FFF2-40B4-BE49-F238E27FC236}">
                <a16:creationId xmlns:a16="http://schemas.microsoft.com/office/drawing/2014/main" id="{2A58C854-9429-B2FF-96AD-9986583FB606}"/>
              </a:ext>
            </a:extLst>
          </p:cNvPr>
          <p:cNvCxnSpPr/>
          <p:nvPr/>
        </p:nvCxnSpPr>
        <p:spPr bwMode="auto">
          <a:xfrm flipH="1" flipV="1">
            <a:off x="3970520" y="2734363"/>
            <a:ext cx="1452781" cy="2001440"/>
          </a:xfrm>
          <a:prstGeom prst="line">
            <a:avLst/>
          </a:prstGeom>
          <a:solidFill>
            <a:srgbClr val="CCFFFF"/>
          </a:solidFill>
          <a:ln w="28575" cap="flat" cmpd="sng" algn="ctr">
            <a:solidFill>
              <a:schemeClr val="accent2"/>
            </a:solidFill>
            <a:prstDash val="solid"/>
            <a:round/>
            <a:headEnd type="none" w="med" len="med"/>
            <a:tailEnd type="none" w="med" len="med"/>
          </a:ln>
          <a:effectLst/>
        </p:spPr>
      </p:cxnSp>
      <p:cxnSp>
        <p:nvCxnSpPr>
          <p:cNvPr id="40" name="直線コネクタ 39">
            <a:extLst>
              <a:ext uri="{FF2B5EF4-FFF2-40B4-BE49-F238E27FC236}">
                <a16:creationId xmlns:a16="http://schemas.microsoft.com/office/drawing/2014/main" id="{0B1A205E-D90E-8CE6-F8C7-5114F1FB78BF}"/>
              </a:ext>
            </a:extLst>
          </p:cNvPr>
          <p:cNvCxnSpPr/>
          <p:nvPr/>
        </p:nvCxnSpPr>
        <p:spPr bwMode="auto">
          <a:xfrm>
            <a:off x="4408640" y="2658744"/>
            <a:ext cx="322296" cy="0"/>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
        <p:nvSpPr>
          <p:cNvPr id="42" name="テキスト ボックス 41">
            <a:extLst>
              <a:ext uri="{FF2B5EF4-FFF2-40B4-BE49-F238E27FC236}">
                <a16:creationId xmlns:a16="http://schemas.microsoft.com/office/drawing/2014/main" id="{40CB630F-2AB1-F7BD-47B0-48D81C7AFD71}"/>
              </a:ext>
            </a:extLst>
          </p:cNvPr>
          <p:cNvSpPr txBox="1"/>
          <p:nvPr/>
        </p:nvSpPr>
        <p:spPr bwMode="auto">
          <a:xfrm>
            <a:off x="5125436" y="3613342"/>
            <a:ext cx="15337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終端記号</a:t>
            </a:r>
          </a:p>
        </p:txBody>
      </p:sp>
      <p:cxnSp>
        <p:nvCxnSpPr>
          <p:cNvPr id="43" name="直線コネクタ 42">
            <a:extLst>
              <a:ext uri="{FF2B5EF4-FFF2-40B4-BE49-F238E27FC236}">
                <a16:creationId xmlns:a16="http://schemas.microsoft.com/office/drawing/2014/main" id="{D57E84FC-79EE-8F70-4B9A-8E2C5926707A}"/>
              </a:ext>
            </a:extLst>
          </p:cNvPr>
          <p:cNvCxnSpPr/>
          <p:nvPr/>
        </p:nvCxnSpPr>
        <p:spPr bwMode="auto">
          <a:xfrm flipH="1" flipV="1">
            <a:off x="4543314" y="2658744"/>
            <a:ext cx="723140" cy="933894"/>
          </a:xfrm>
          <a:prstGeom prst="line">
            <a:avLst/>
          </a:prstGeom>
          <a:solidFill>
            <a:srgbClr val="CCFFFF"/>
          </a:solidFill>
          <a:ln w="28575" cap="flat" cmpd="sng" algn="ctr">
            <a:solidFill>
              <a:schemeClr val="accent2"/>
            </a:solidFill>
            <a:prstDash val="solid"/>
            <a:round/>
            <a:headEnd type="none" w="med" len="med"/>
            <a:tailEnd type="none" w="med" len="med"/>
          </a:ln>
          <a:effectLst/>
        </p:spPr>
      </p:cxnSp>
      <p:sp>
        <p:nvSpPr>
          <p:cNvPr id="52" name="右中かっこ 51">
            <a:extLst>
              <a:ext uri="{FF2B5EF4-FFF2-40B4-BE49-F238E27FC236}">
                <a16:creationId xmlns:a16="http://schemas.microsoft.com/office/drawing/2014/main" id="{AB9350A8-A1AA-54D2-2CEA-8124248790B2}"/>
              </a:ext>
            </a:extLst>
          </p:cNvPr>
          <p:cNvSpPr/>
          <p:nvPr/>
        </p:nvSpPr>
        <p:spPr bwMode="auto">
          <a:xfrm rot="5400000">
            <a:off x="4909412" y="2996425"/>
            <a:ext cx="432048" cy="5403688"/>
          </a:xfrm>
          <a:prstGeom prst="rightBrace">
            <a:avLst>
              <a:gd name="adj1" fmla="val 28384"/>
              <a:gd name="adj2" fmla="val 50000"/>
            </a:avLst>
          </a:prstGeom>
          <a:noFill/>
          <a:ln w="28575" cap="flat" cmpd="sng" algn="ctr">
            <a:solidFill>
              <a:schemeClr val="tx1"/>
            </a:solidFill>
            <a:prstDash val="solid"/>
            <a:round/>
            <a:headEnd type="none" w="med" len="med"/>
            <a:tailEnd type="none" w="med" len="med"/>
          </a:ln>
          <a:effectLst/>
        </p:spPr>
        <p:txBody>
          <a:bodyPr rtlCol="0" anchor="ctr"/>
          <a:lstStyle/>
          <a:p>
            <a:pPr algn="ctr"/>
            <a:endParaRPr kumimoji="1" lang="ja-JP" altLang="en-US"/>
          </a:p>
        </p:txBody>
      </p:sp>
      <p:sp>
        <p:nvSpPr>
          <p:cNvPr id="53" name="テキスト ボックス 52">
            <a:extLst>
              <a:ext uri="{FF2B5EF4-FFF2-40B4-BE49-F238E27FC236}">
                <a16:creationId xmlns:a16="http://schemas.microsoft.com/office/drawing/2014/main" id="{BF0120FB-4794-252B-9E85-20406667E598}"/>
              </a:ext>
            </a:extLst>
          </p:cNvPr>
          <p:cNvSpPr txBox="1"/>
          <p:nvPr/>
        </p:nvSpPr>
        <p:spPr bwMode="auto">
          <a:xfrm>
            <a:off x="4696910" y="5934998"/>
            <a:ext cx="1114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省略可</a:t>
            </a:r>
          </a:p>
        </p:txBody>
      </p:sp>
      <p:cxnSp>
        <p:nvCxnSpPr>
          <p:cNvPr id="54" name="直線コネクタ 53">
            <a:extLst>
              <a:ext uri="{FF2B5EF4-FFF2-40B4-BE49-F238E27FC236}">
                <a16:creationId xmlns:a16="http://schemas.microsoft.com/office/drawing/2014/main" id="{CC0A821B-B15A-0FBD-18D5-C2A40DF5A974}"/>
              </a:ext>
            </a:extLst>
          </p:cNvPr>
          <p:cNvCxnSpPr/>
          <p:nvPr/>
        </p:nvCxnSpPr>
        <p:spPr bwMode="auto">
          <a:xfrm>
            <a:off x="4893216" y="2719577"/>
            <a:ext cx="4443144" cy="0"/>
          </a:xfrm>
          <a:prstGeom prst="line">
            <a:avLst/>
          </a:prstGeom>
          <a:solidFill>
            <a:srgbClr val="CCFFFF"/>
          </a:solidFill>
          <a:ln w="28575" cap="flat" cmpd="sng" algn="ctr">
            <a:solidFill>
              <a:srgbClr val="0000FF"/>
            </a:solidFill>
            <a:prstDash val="solid"/>
            <a:round/>
            <a:headEnd type="none" w="med" len="med"/>
            <a:tailEnd type="none" w="med" len="med"/>
          </a:ln>
          <a:effectLst/>
        </p:spPr>
      </p:cxnSp>
      <p:sp>
        <p:nvSpPr>
          <p:cNvPr id="59" name="テキスト ボックス 58">
            <a:extLst>
              <a:ext uri="{FF2B5EF4-FFF2-40B4-BE49-F238E27FC236}">
                <a16:creationId xmlns:a16="http://schemas.microsoft.com/office/drawing/2014/main" id="{A90CE324-19D0-B7C3-9D82-25202965D57A}"/>
              </a:ext>
            </a:extLst>
          </p:cNvPr>
          <p:cNvSpPr txBox="1"/>
          <p:nvPr/>
        </p:nvSpPr>
        <p:spPr bwMode="auto">
          <a:xfrm>
            <a:off x="7230058" y="3613342"/>
            <a:ext cx="302433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a:latin typeface="BIZ UDPゴシック" panose="020B0400000000000000" pitchFamily="50" charset="-128"/>
                <a:ea typeface="BIZ UDPゴシック" panose="020B0400000000000000" pitchFamily="50" charset="-128"/>
              </a:rPr>
              <a:t>終端記号の後ろは通常のタイトル文字列</a:t>
            </a:r>
          </a:p>
        </p:txBody>
      </p:sp>
      <p:cxnSp>
        <p:nvCxnSpPr>
          <p:cNvPr id="60" name="直線コネクタ 59">
            <a:extLst>
              <a:ext uri="{FF2B5EF4-FFF2-40B4-BE49-F238E27FC236}">
                <a16:creationId xmlns:a16="http://schemas.microsoft.com/office/drawing/2014/main" id="{5351F51E-600E-C260-0492-8ECFC5476BC0}"/>
              </a:ext>
            </a:extLst>
          </p:cNvPr>
          <p:cNvCxnSpPr/>
          <p:nvPr/>
        </p:nvCxnSpPr>
        <p:spPr bwMode="auto">
          <a:xfrm flipH="1" flipV="1">
            <a:off x="6925548" y="2728535"/>
            <a:ext cx="609021" cy="864103"/>
          </a:xfrm>
          <a:prstGeom prst="line">
            <a:avLst/>
          </a:prstGeom>
          <a:solidFill>
            <a:srgbClr val="CCFFFF"/>
          </a:solidFill>
          <a:ln w="28575" cap="flat" cmpd="sng" algn="ctr">
            <a:solidFill>
              <a:srgbClr val="0000FF"/>
            </a:solidFill>
            <a:prstDash val="solid"/>
            <a:round/>
            <a:headEnd type="none" w="med" len="med"/>
            <a:tailEnd type="none" w="med" len="med"/>
          </a:ln>
          <a:effectLst/>
        </p:spPr>
      </p:cxnSp>
    </p:spTree>
    <p:extLst>
      <p:ext uri="{BB962C8B-B14F-4D97-AF65-F5344CB8AC3E}">
        <p14:creationId xmlns:p14="http://schemas.microsoft.com/office/powerpoint/2010/main" val="2955400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EEDD3-2865-5994-2735-B8BF35282C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A957BF4-D378-D5E5-CD6C-BA248086042A}"/>
              </a:ext>
            </a:extLst>
          </p:cNvPr>
          <p:cNvSpPr>
            <a:spLocks noGrp="1"/>
          </p:cNvSpPr>
          <p:nvPr>
            <p:ph type="title"/>
          </p:nvPr>
        </p:nvSpPr>
        <p:spPr/>
        <p:txBody>
          <a:bodyPr/>
          <a:lstStyle/>
          <a:p>
            <a:r>
              <a:rPr kumimoji="1" lang="ja-JP" altLang="en-US"/>
              <a:t>変換例</a:t>
            </a:r>
            <a:r>
              <a:rPr kumimoji="1" lang="en-US" altLang="ja-JP"/>
              <a:t>(1)</a:t>
            </a:r>
            <a:r>
              <a:rPr kumimoji="1" lang="ja-JP" altLang="en-US"/>
              <a:t>　基本</a:t>
            </a:r>
          </a:p>
        </p:txBody>
      </p:sp>
      <p:sp>
        <p:nvSpPr>
          <p:cNvPr id="4" name="スライド番号プレースホルダー 3">
            <a:extLst>
              <a:ext uri="{FF2B5EF4-FFF2-40B4-BE49-F238E27FC236}">
                <a16:creationId xmlns:a16="http://schemas.microsoft.com/office/drawing/2014/main" id="{7CBB3124-D390-00D2-78AE-AA1BE40C468A}"/>
              </a:ext>
            </a:extLst>
          </p:cNvPr>
          <p:cNvSpPr>
            <a:spLocks noGrp="1"/>
          </p:cNvSpPr>
          <p:nvPr>
            <p:ph type="sldNum" sz="quarter" idx="12"/>
          </p:nvPr>
        </p:nvSpPr>
        <p:spPr/>
        <p:txBody>
          <a:bodyPr/>
          <a:lstStyle/>
          <a:p>
            <a:fld id="{D2D8002D-B5B0-4BAC-B1F6-782DDCCE6D9C}" type="slidenum">
              <a:rPr lang="ja-JP" altLang="en-US" smtClean="0"/>
              <a:pPr/>
              <a:t>5</a:t>
            </a:fld>
            <a:endParaRPr lang="ja-JP" altLang="en-US"/>
          </a:p>
        </p:txBody>
      </p:sp>
      <p:sp>
        <p:nvSpPr>
          <p:cNvPr id="5" name="フッター プレースホルダー 4">
            <a:extLst>
              <a:ext uri="{FF2B5EF4-FFF2-40B4-BE49-F238E27FC236}">
                <a16:creationId xmlns:a16="http://schemas.microsoft.com/office/drawing/2014/main" id="{A4683A57-D22C-AFD4-AE81-87C222640EAD}"/>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BBF447CB-F6F2-8252-D2CD-902FDFD4AAE9}"/>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１つの</a:t>
            </a:r>
            <a:r>
              <a:rPr lang="en-US" altLang="ja-JP" kern="0">
                <a:latin typeface="BIZ UDPゴシック" panose="020B0400000000000000" pitchFamily="50" charset="-128"/>
                <a:ea typeface="BIZ UDPゴシック" panose="020B0400000000000000" pitchFamily="50" charset="-128"/>
              </a:rPr>
              <a:t>pptx</a:t>
            </a:r>
            <a:r>
              <a:rPr lang="ja-JP" altLang="en-US" kern="0">
                <a:latin typeface="BIZ UDPゴシック" panose="020B0400000000000000" pitchFamily="50" charset="-128"/>
                <a:ea typeface="BIZ UDPゴシック" panose="020B0400000000000000" pitchFamily="50" charset="-128"/>
              </a:rPr>
              <a:t>ファイルに付与した複数の</a:t>
            </a:r>
            <a:r>
              <a:rPr lang="en-US" altLang="ja-JP" kern="0">
                <a:latin typeface="BIZ UDPゴシック" panose="020B0400000000000000" pitchFamily="50" charset="-128"/>
                <a:ea typeface="BIZ UDPゴシック" panose="020B0400000000000000" pitchFamily="50" charset="-128"/>
              </a:rPr>
              <a:t>DT</a:t>
            </a:r>
            <a:r>
              <a:rPr lang="ja-JP" altLang="en-US" kern="0">
                <a:latin typeface="BIZ UDPゴシック" panose="020B0400000000000000" pitchFamily="50" charset="-128"/>
                <a:ea typeface="BIZ UDPゴシック" panose="020B0400000000000000" pitchFamily="50" charset="-128"/>
              </a:rPr>
              <a:t>タグとその変換結果のイメージです。</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F38B7391-E7E0-880E-EE87-0D31EC8F5D5F}"/>
              </a:ext>
            </a:extLst>
          </p:cNvPr>
          <p:cNvSpPr txBox="1"/>
          <p:nvPr/>
        </p:nvSpPr>
        <p:spPr bwMode="auto">
          <a:xfrm>
            <a:off x="1635064" y="2357764"/>
            <a:ext cx="2448272" cy="304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#DT#C1#</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#DT#C1.P1#</a:t>
            </a:r>
          </a:p>
          <a:p>
            <a:r>
              <a:rPr lang="en-US" altLang="ja-JP" spc="400">
                <a:latin typeface="游ゴシック" panose="020B0400000000000000" pitchFamily="50" charset="-128"/>
                <a:ea typeface="游ゴシック" panose="020B0400000000000000" pitchFamily="50" charset="-128"/>
              </a:rPr>
              <a:t>#DT#C1.P2#</a:t>
            </a:r>
          </a:p>
          <a:p>
            <a:r>
              <a:rPr lang="en-US" altLang="ja-JP" spc="400">
                <a:latin typeface="游ゴシック" panose="020B0400000000000000" pitchFamily="50" charset="-128"/>
                <a:ea typeface="游ゴシック" panose="020B0400000000000000" pitchFamily="50" charset="-128"/>
              </a:rPr>
              <a:t>#DT#C1.P3#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#DT#BZ#</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#DT#BZ.A2#</a:t>
            </a:r>
          </a:p>
          <a:p>
            <a:r>
              <a:rPr lang="en-US" altLang="ja-JP" spc="400">
                <a:latin typeface="游ゴシック" panose="020B0400000000000000" pitchFamily="50" charset="-128"/>
                <a:ea typeface="游ゴシック" panose="020B0400000000000000" pitchFamily="50" charset="-128"/>
              </a:rPr>
              <a:t>#DT#BZ.X4#</a:t>
            </a:r>
          </a:p>
          <a:p>
            <a:r>
              <a:rPr lang="en-US" altLang="ja-JP" spc="400">
                <a:latin typeface="游ゴシック" panose="020B0400000000000000" pitchFamily="50" charset="-128"/>
                <a:ea typeface="游ゴシック" panose="020B0400000000000000" pitchFamily="50" charset="-128"/>
              </a:rPr>
              <a:t>#DT#BZ.P1#</a:t>
            </a:r>
          </a:p>
        </p:txBody>
      </p:sp>
      <p:sp>
        <p:nvSpPr>
          <p:cNvPr id="7" name="テキスト ボックス 6">
            <a:extLst>
              <a:ext uri="{FF2B5EF4-FFF2-40B4-BE49-F238E27FC236}">
                <a16:creationId xmlns:a16="http://schemas.microsoft.com/office/drawing/2014/main" id="{B3300584-056B-2FE8-83C4-292B67E6D616}"/>
              </a:ext>
            </a:extLst>
          </p:cNvPr>
          <p:cNvSpPr txBox="1"/>
          <p:nvPr/>
        </p:nvSpPr>
        <p:spPr bwMode="auto">
          <a:xfrm>
            <a:off x="2139120" y="1853708"/>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SOURCE</a:t>
            </a:r>
            <a:endParaRPr kumimoji="1" lang="ja-JP" altLang="en-US"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D9BBE520-3D19-8EF5-FBDC-193ECF85DFC0}"/>
              </a:ext>
            </a:extLst>
          </p:cNvPr>
          <p:cNvSpPr txBox="1"/>
          <p:nvPr/>
        </p:nvSpPr>
        <p:spPr bwMode="auto">
          <a:xfrm>
            <a:off x="8688288" y="2357764"/>
            <a:ext cx="2448272" cy="304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1</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1.1</a:t>
            </a:r>
          </a:p>
          <a:p>
            <a:r>
              <a:rPr lang="en-US" altLang="ja-JP" spc="400">
                <a:latin typeface="游ゴシック" panose="020B0400000000000000" pitchFamily="50" charset="-128"/>
                <a:ea typeface="游ゴシック" panose="020B0400000000000000" pitchFamily="50" charset="-128"/>
              </a:rPr>
              <a:t>1.2</a:t>
            </a:r>
          </a:p>
          <a:p>
            <a:r>
              <a:rPr lang="en-US" altLang="ja-JP" spc="400">
                <a:latin typeface="游ゴシック" panose="020B0400000000000000" pitchFamily="50" charset="-128"/>
                <a:ea typeface="游ゴシック" panose="020B0400000000000000" pitchFamily="50" charset="-128"/>
              </a:rPr>
              <a:t>1.3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2.1</a:t>
            </a:r>
          </a:p>
          <a:p>
            <a:r>
              <a:rPr lang="en-US" altLang="ja-JP" spc="400">
                <a:latin typeface="游ゴシック" panose="020B0400000000000000" pitchFamily="50" charset="-128"/>
                <a:ea typeface="游ゴシック" panose="020B0400000000000000" pitchFamily="50" charset="-128"/>
              </a:rPr>
              <a:t>2.2</a:t>
            </a:r>
          </a:p>
          <a:p>
            <a:r>
              <a:rPr lang="en-US" altLang="ja-JP" spc="400">
                <a:latin typeface="游ゴシック" panose="020B0400000000000000" pitchFamily="50" charset="-128"/>
                <a:ea typeface="游ゴシック" panose="020B0400000000000000" pitchFamily="50" charset="-128"/>
              </a:rPr>
              <a:t>2.3</a:t>
            </a:r>
          </a:p>
        </p:txBody>
      </p:sp>
      <p:sp>
        <p:nvSpPr>
          <p:cNvPr id="9" name="テキスト ボックス 8">
            <a:extLst>
              <a:ext uri="{FF2B5EF4-FFF2-40B4-BE49-F238E27FC236}">
                <a16:creationId xmlns:a16="http://schemas.microsoft.com/office/drawing/2014/main" id="{1DA5B029-73E5-AF64-525C-B93E6E97580A}"/>
              </a:ext>
            </a:extLst>
          </p:cNvPr>
          <p:cNvSpPr txBox="1"/>
          <p:nvPr/>
        </p:nvSpPr>
        <p:spPr bwMode="auto">
          <a:xfrm>
            <a:off x="9192344" y="1853708"/>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変換結果</a:t>
            </a:r>
          </a:p>
        </p:txBody>
      </p:sp>
      <p:cxnSp>
        <p:nvCxnSpPr>
          <p:cNvPr id="11" name="直線コネクタ 10">
            <a:extLst>
              <a:ext uri="{FF2B5EF4-FFF2-40B4-BE49-F238E27FC236}">
                <a16:creationId xmlns:a16="http://schemas.microsoft.com/office/drawing/2014/main" id="{B081E598-EA46-3159-C311-02FBFEBD1AA3}"/>
              </a:ext>
            </a:extLst>
          </p:cNvPr>
          <p:cNvCxnSpPr/>
          <p:nvPr/>
        </p:nvCxnSpPr>
        <p:spPr bwMode="auto">
          <a:xfrm>
            <a:off x="4155344" y="2573788"/>
            <a:ext cx="4464496" cy="0"/>
          </a:xfrm>
          <a:prstGeom prst="line">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C57046AE-D29B-2935-14A3-EAF48BE952EE}"/>
              </a:ext>
            </a:extLst>
          </p:cNvPr>
          <p:cNvSpPr txBox="1"/>
          <p:nvPr/>
        </p:nvSpPr>
        <p:spPr bwMode="auto">
          <a:xfrm>
            <a:off x="5353145" y="2141740"/>
            <a:ext cx="2424818"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800" kern="0">
                <a:latin typeface="BIZ UDPゴシック" panose="020B0400000000000000" pitchFamily="50" charset="-128"/>
                <a:ea typeface="BIZ UDPゴシック" panose="020B0400000000000000" pitchFamily="50" charset="-128"/>
              </a:rPr>
              <a:t>最初の章番号は１</a:t>
            </a:r>
          </a:p>
        </p:txBody>
      </p:sp>
      <p:cxnSp>
        <p:nvCxnSpPr>
          <p:cNvPr id="14" name="直線コネクタ 13">
            <a:extLst>
              <a:ext uri="{FF2B5EF4-FFF2-40B4-BE49-F238E27FC236}">
                <a16:creationId xmlns:a16="http://schemas.microsoft.com/office/drawing/2014/main" id="{42296059-3C6E-9705-C29D-5515D6A49914}"/>
              </a:ext>
            </a:extLst>
          </p:cNvPr>
          <p:cNvCxnSpPr>
            <a:stCxn id="18" idx="1"/>
            <a:endCxn id="19" idx="1"/>
          </p:cNvCxnSpPr>
          <p:nvPr/>
        </p:nvCxnSpPr>
        <p:spPr bwMode="auto">
          <a:xfrm>
            <a:off x="4448848" y="3523343"/>
            <a:ext cx="3919376" cy="0"/>
          </a:xfrm>
          <a:prstGeom prst="line">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5" name="テキスト ボックス 14">
            <a:extLst>
              <a:ext uri="{FF2B5EF4-FFF2-40B4-BE49-F238E27FC236}">
                <a16:creationId xmlns:a16="http://schemas.microsoft.com/office/drawing/2014/main" id="{4AE9C240-C66D-C143-9659-CC52FEEBE886}"/>
              </a:ext>
            </a:extLst>
          </p:cNvPr>
          <p:cNvSpPr txBox="1"/>
          <p:nvPr/>
        </p:nvSpPr>
        <p:spPr bwMode="auto">
          <a:xfrm>
            <a:off x="5231904" y="2854829"/>
            <a:ext cx="2667300" cy="646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800" kern="0">
                <a:latin typeface="BIZ UDPゴシック" panose="020B0400000000000000" pitchFamily="50" charset="-128"/>
                <a:ea typeface="BIZ UDPゴシック" panose="020B0400000000000000" pitchFamily="50" charset="-128"/>
              </a:rPr>
              <a:t>同一の章番号内では</a:t>
            </a:r>
            <a:endParaRPr kumimoji="1" lang="en-US" altLang="ja-JP" sz="1800" kern="0">
              <a:latin typeface="BIZ UDPゴシック" panose="020B0400000000000000" pitchFamily="50" charset="-128"/>
              <a:ea typeface="BIZ UDPゴシック" panose="020B0400000000000000" pitchFamily="50" charset="-128"/>
            </a:endParaRPr>
          </a:p>
          <a:p>
            <a:pPr algn="l" eaLnBrk="1"/>
            <a:r>
              <a:rPr kumimoji="1" lang="ja-JP" altLang="en-US" sz="1800" kern="0">
                <a:latin typeface="BIZ UDPゴシック" panose="020B0400000000000000" pitchFamily="50" charset="-128"/>
                <a:ea typeface="BIZ UDPゴシック" panose="020B0400000000000000" pitchFamily="50" charset="-128"/>
              </a:rPr>
              <a:t>節番号を連番で付与</a:t>
            </a:r>
          </a:p>
        </p:txBody>
      </p:sp>
      <p:sp>
        <p:nvSpPr>
          <p:cNvPr id="18" name="右中かっこ 17">
            <a:extLst>
              <a:ext uri="{FF2B5EF4-FFF2-40B4-BE49-F238E27FC236}">
                <a16:creationId xmlns:a16="http://schemas.microsoft.com/office/drawing/2014/main" id="{7F2EA286-3789-BED2-ACDF-1E34357A8E29}"/>
              </a:ext>
            </a:extLst>
          </p:cNvPr>
          <p:cNvSpPr/>
          <p:nvPr/>
        </p:nvSpPr>
        <p:spPr bwMode="auto">
          <a:xfrm>
            <a:off x="4155344" y="2922095"/>
            <a:ext cx="293504" cy="836740"/>
          </a:xfrm>
          <a:prstGeom prst="rightBrace">
            <a:avLst>
              <a:gd name="adj1" fmla="val 56454"/>
              <a:gd name="adj2" fmla="val 71856"/>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19" name="右中かっこ 18">
            <a:extLst>
              <a:ext uri="{FF2B5EF4-FFF2-40B4-BE49-F238E27FC236}">
                <a16:creationId xmlns:a16="http://schemas.microsoft.com/office/drawing/2014/main" id="{BF93408C-05C7-F82C-3A9A-3020FACA5763}"/>
              </a:ext>
            </a:extLst>
          </p:cNvPr>
          <p:cNvSpPr/>
          <p:nvPr/>
        </p:nvSpPr>
        <p:spPr bwMode="auto">
          <a:xfrm flipH="1">
            <a:off x="8368224" y="2922095"/>
            <a:ext cx="293504" cy="836740"/>
          </a:xfrm>
          <a:prstGeom prst="rightBrace">
            <a:avLst>
              <a:gd name="adj1" fmla="val 56454"/>
              <a:gd name="adj2" fmla="val 71856"/>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cxnSp>
        <p:nvCxnSpPr>
          <p:cNvPr id="20" name="直線コネクタ 19">
            <a:extLst>
              <a:ext uri="{FF2B5EF4-FFF2-40B4-BE49-F238E27FC236}">
                <a16:creationId xmlns:a16="http://schemas.microsoft.com/office/drawing/2014/main" id="{50A39F75-4DBD-1401-D94B-396E2C3BAC9C}"/>
              </a:ext>
            </a:extLst>
          </p:cNvPr>
          <p:cNvCxnSpPr/>
          <p:nvPr/>
        </p:nvCxnSpPr>
        <p:spPr bwMode="auto">
          <a:xfrm>
            <a:off x="4155344" y="4125312"/>
            <a:ext cx="4464496" cy="0"/>
          </a:xfrm>
          <a:prstGeom prst="line">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2" name="テキスト ボックス 21">
            <a:extLst>
              <a:ext uri="{FF2B5EF4-FFF2-40B4-BE49-F238E27FC236}">
                <a16:creationId xmlns:a16="http://schemas.microsoft.com/office/drawing/2014/main" id="{951E03E5-DC8C-549C-3878-5CDDDD8D1DBF}"/>
              </a:ext>
            </a:extLst>
          </p:cNvPr>
          <p:cNvSpPr txBox="1"/>
          <p:nvPr/>
        </p:nvSpPr>
        <p:spPr bwMode="auto">
          <a:xfrm>
            <a:off x="4775986" y="3735541"/>
            <a:ext cx="3550176"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800" kern="0">
                <a:latin typeface="BIZ UDPゴシック" panose="020B0400000000000000" pitchFamily="50" charset="-128"/>
                <a:ea typeface="BIZ UDPゴシック" panose="020B0400000000000000" pitchFamily="50" charset="-128"/>
              </a:rPr>
              <a:t>章番号が変わったので２を付与</a:t>
            </a:r>
          </a:p>
        </p:txBody>
      </p:sp>
      <p:cxnSp>
        <p:nvCxnSpPr>
          <p:cNvPr id="29" name="直線コネクタ 28">
            <a:extLst>
              <a:ext uri="{FF2B5EF4-FFF2-40B4-BE49-F238E27FC236}">
                <a16:creationId xmlns:a16="http://schemas.microsoft.com/office/drawing/2014/main" id="{ABB73383-29C6-E4C2-C9B3-A1A52C687BF7}"/>
              </a:ext>
            </a:extLst>
          </p:cNvPr>
          <p:cNvCxnSpPr>
            <a:stCxn id="34" idx="1"/>
            <a:endCxn id="35" idx="1"/>
          </p:cNvCxnSpPr>
          <p:nvPr/>
        </p:nvCxnSpPr>
        <p:spPr bwMode="auto">
          <a:xfrm>
            <a:off x="4448848" y="5008884"/>
            <a:ext cx="3919376" cy="0"/>
          </a:xfrm>
          <a:prstGeom prst="line">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C465692C-95B1-86BC-6200-926186EEF75B}"/>
              </a:ext>
            </a:extLst>
          </p:cNvPr>
          <p:cNvSpPr txBox="1"/>
          <p:nvPr/>
        </p:nvSpPr>
        <p:spPr bwMode="auto">
          <a:xfrm>
            <a:off x="5231904" y="4340370"/>
            <a:ext cx="2667300" cy="646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800" kern="0">
                <a:latin typeface="BIZ UDPゴシック" panose="020B0400000000000000" pitchFamily="50" charset="-128"/>
                <a:ea typeface="BIZ UDPゴシック" panose="020B0400000000000000" pitchFamily="50" charset="-128"/>
              </a:rPr>
              <a:t>同一の章番号内では</a:t>
            </a:r>
            <a:endParaRPr kumimoji="1" lang="en-US" altLang="ja-JP" sz="1800" kern="0">
              <a:latin typeface="BIZ UDPゴシック" panose="020B0400000000000000" pitchFamily="50" charset="-128"/>
              <a:ea typeface="BIZ UDPゴシック" panose="020B0400000000000000" pitchFamily="50" charset="-128"/>
            </a:endParaRPr>
          </a:p>
          <a:p>
            <a:pPr algn="l" eaLnBrk="1"/>
            <a:r>
              <a:rPr kumimoji="1" lang="ja-JP" altLang="en-US" sz="1800" kern="0">
                <a:latin typeface="BIZ UDPゴシック" panose="020B0400000000000000" pitchFamily="50" charset="-128"/>
                <a:ea typeface="BIZ UDPゴシック" panose="020B0400000000000000" pitchFamily="50" charset="-128"/>
              </a:rPr>
              <a:t>節番号を連番で付与</a:t>
            </a:r>
          </a:p>
        </p:txBody>
      </p:sp>
      <p:sp>
        <p:nvSpPr>
          <p:cNvPr id="34" name="右中かっこ 33">
            <a:extLst>
              <a:ext uri="{FF2B5EF4-FFF2-40B4-BE49-F238E27FC236}">
                <a16:creationId xmlns:a16="http://schemas.microsoft.com/office/drawing/2014/main" id="{13E51C0F-E2BA-04A1-C51A-A7FEAE602F70}"/>
              </a:ext>
            </a:extLst>
          </p:cNvPr>
          <p:cNvSpPr/>
          <p:nvPr/>
        </p:nvSpPr>
        <p:spPr bwMode="auto">
          <a:xfrm>
            <a:off x="4155344" y="4407636"/>
            <a:ext cx="293504" cy="836740"/>
          </a:xfrm>
          <a:prstGeom prst="rightBrace">
            <a:avLst>
              <a:gd name="adj1" fmla="val 56454"/>
              <a:gd name="adj2" fmla="val 71856"/>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35" name="右中かっこ 34">
            <a:extLst>
              <a:ext uri="{FF2B5EF4-FFF2-40B4-BE49-F238E27FC236}">
                <a16:creationId xmlns:a16="http://schemas.microsoft.com/office/drawing/2014/main" id="{620202BF-B256-88DB-5B3D-A5297B5B1648}"/>
              </a:ext>
            </a:extLst>
          </p:cNvPr>
          <p:cNvSpPr/>
          <p:nvPr/>
        </p:nvSpPr>
        <p:spPr bwMode="auto">
          <a:xfrm flipH="1">
            <a:off x="8368224" y="4407636"/>
            <a:ext cx="293504" cy="836740"/>
          </a:xfrm>
          <a:prstGeom prst="rightBrace">
            <a:avLst>
              <a:gd name="adj1" fmla="val 56454"/>
              <a:gd name="adj2" fmla="val 71856"/>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39" name="四角形: 角を丸くする 38">
            <a:extLst>
              <a:ext uri="{FF2B5EF4-FFF2-40B4-BE49-F238E27FC236}">
                <a16:creationId xmlns:a16="http://schemas.microsoft.com/office/drawing/2014/main" id="{BCD7565D-376F-685A-5286-10A7F3380D9C}"/>
              </a:ext>
            </a:extLst>
          </p:cNvPr>
          <p:cNvSpPr/>
          <p:nvPr/>
        </p:nvSpPr>
        <p:spPr bwMode="auto">
          <a:xfrm>
            <a:off x="3120897" y="4346137"/>
            <a:ext cx="458383" cy="1016713"/>
          </a:xfrm>
          <a:prstGeom prst="roundRect">
            <a:avLst>
              <a:gd name="adj" fmla="val 25200"/>
            </a:avLst>
          </a:prstGeom>
          <a:solidFill>
            <a:schemeClr val="bg1">
              <a:alpha val="0"/>
            </a:schemeClr>
          </a:solidFill>
          <a:ln w="19050"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44" name="直線矢印コネクタ 43">
            <a:extLst>
              <a:ext uri="{FF2B5EF4-FFF2-40B4-BE49-F238E27FC236}">
                <a16:creationId xmlns:a16="http://schemas.microsoft.com/office/drawing/2014/main" id="{0C7AB23C-AD37-48E1-6128-C4346318701B}"/>
              </a:ext>
            </a:extLst>
          </p:cNvPr>
          <p:cNvCxnSpPr/>
          <p:nvPr/>
        </p:nvCxnSpPr>
        <p:spPr bwMode="auto">
          <a:xfrm flipV="1">
            <a:off x="2585169" y="5332582"/>
            <a:ext cx="559053" cy="421315"/>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994AD00B-FB14-6AC7-E027-AEDC5005DB75}"/>
              </a:ext>
            </a:extLst>
          </p:cNvPr>
          <p:cNvSpPr txBox="1"/>
          <p:nvPr/>
        </p:nvSpPr>
        <p:spPr bwMode="auto">
          <a:xfrm>
            <a:off x="760816" y="5753897"/>
            <a:ext cx="2756608" cy="738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章コード・節コードとも辞書順で書く必要はなく、出現順にナンバリングされます</a:t>
            </a:r>
          </a:p>
        </p:txBody>
      </p:sp>
      <p:sp>
        <p:nvSpPr>
          <p:cNvPr id="50" name="テキスト ボックス 49">
            <a:extLst>
              <a:ext uri="{FF2B5EF4-FFF2-40B4-BE49-F238E27FC236}">
                <a16:creationId xmlns:a16="http://schemas.microsoft.com/office/drawing/2014/main" id="{9020ECDF-BC6D-4E0B-2B0C-BC023696DAFB}"/>
              </a:ext>
            </a:extLst>
          </p:cNvPr>
          <p:cNvSpPr txBox="1"/>
          <p:nvPr/>
        </p:nvSpPr>
        <p:spPr bwMode="auto">
          <a:xfrm>
            <a:off x="4448848" y="5858106"/>
            <a:ext cx="3098733"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P1</a:t>
            </a:r>
            <a:r>
              <a:rPr kumimoji="1" lang="ja-JP" altLang="en-US" sz="1400" kern="0">
                <a:latin typeface="BIZ UDPゴシック" panose="020B0400000000000000" pitchFamily="50" charset="-128"/>
                <a:ea typeface="BIZ UDPゴシック" panose="020B0400000000000000" pitchFamily="50" charset="-128"/>
              </a:rPr>
              <a:t>が２回出ていますが、親の章コードが違うので別番号が付与されます</a:t>
            </a:r>
          </a:p>
        </p:txBody>
      </p:sp>
      <p:cxnSp>
        <p:nvCxnSpPr>
          <p:cNvPr id="51" name="直線矢印コネクタ 50">
            <a:extLst>
              <a:ext uri="{FF2B5EF4-FFF2-40B4-BE49-F238E27FC236}">
                <a16:creationId xmlns:a16="http://schemas.microsoft.com/office/drawing/2014/main" id="{E52F55B6-D24F-2ED8-5B3F-30D7B1B593C6}"/>
              </a:ext>
            </a:extLst>
          </p:cNvPr>
          <p:cNvCxnSpPr/>
          <p:nvPr/>
        </p:nvCxnSpPr>
        <p:spPr bwMode="auto">
          <a:xfrm flipH="1" flipV="1">
            <a:off x="3424499" y="5244376"/>
            <a:ext cx="1351487" cy="59910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55" name="直線矢印コネクタ 54">
            <a:extLst>
              <a:ext uri="{FF2B5EF4-FFF2-40B4-BE49-F238E27FC236}">
                <a16:creationId xmlns:a16="http://schemas.microsoft.com/office/drawing/2014/main" id="{C214897E-4032-13AB-391D-7FF7A499FB15}"/>
              </a:ext>
            </a:extLst>
          </p:cNvPr>
          <p:cNvCxnSpPr/>
          <p:nvPr/>
        </p:nvCxnSpPr>
        <p:spPr bwMode="auto">
          <a:xfrm flipH="1" flipV="1">
            <a:off x="3511168" y="3135007"/>
            <a:ext cx="1378047" cy="270846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57" name="直線矢印コネクタ 56">
            <a:extLst>
              <a:ext uri="{FF2B5EF4-FFF2-40B4-BE49-F238E27FC236}">
                <a16:creationId xmlns:a16="http://schemas.microsoft.com/office/drawing/2014/main" id="{BA689C1D-A972-2EDB-7BA8-4613D5A305EE}"/>
              </a:ext>
            </a:extLst>
          </p:cNvPr>
          <p:cNvCxnSpPr/>
          <p:nvPr/>
        </p:nvCxnSpPr>
        <p:spPr bwMode="auto">
          <a:xfrm flipV="1">
            <a:off x="7151811" y="3106048"/>
            <a:ext cx="2005497" cy="2737428"/>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58" name="直線矢印コネクタ 57">
            <a:extLst>
              <a:ext uri="{FF2B5EF4-FFF2-40B4-BE49-F238E27FC236}">
                <a16:creationId xmlns:a16="http://schemas.microsoft.com/office/drawing/2014/main" id="{8E8E470A-326C-927D-E873-2B475749AA9A}"/>
              </a:ext>
            </a:extLst>
          </p:cNvPr>
          <p:cNvCxnSpPr/>
          <p:nvPr/>
        </p:nvCxnSpPr>
        <p:spPr bwMode="auto">
          <a:xfrm flipV="1">
            <a:off x="7265040" y="5244376"/>
            <a:ext cx="1823820" cy="59910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Tree>
    <p:extLst>
      <p:ext uri="{BB962C8B-B14F-4D97-AF65-F5344CB8AC3E}">
        <p14:creationId xmlns:p14="http://schemas.microsoft.com/office/powerpoint/2010/main" val="358826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2AF01-8776-F4C6-8F3E-8D65C31AC19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A6B49E-9A7D-855C-8947-20739CAB86D8}"/>
              </a:ext>
            </a:extLst>
          </p:cNvPr>
          <p:cNvSpPr>
            <a:spLocks noGrp="1"/>
          </p:cNvSpPr>
          <p:nvPr>
            <p:ph type="title"/>
          </p:nvPr>
        </p:nvSpPr>
        <p:spPr/>
        <p:txBody>
          <a:bodyPr/>
          <a:lstStyle/>
          <a:p>
            <a:r>
              <a:rPr kumimoji="1" lang="ja-JP" altLang="en-US"/>
              <a:t>変換例</a:t>
            </a:r>
            <a:r>
              <a:rPr kumimoji="1" lang="en-US" altLang="ja-JP"/>
              <a:t>(2)</a:t>
            </a:r>
            <a:r>
              <a:rPr kumimoji="1" lang="ja-JP" altLang="en-US"/>
              <a:t>　実用ガイドライン</a:t>
            </a:r>
          </a:p>
        </p:txBody>
      </p:sp>
      <p:sp>
        <p:nvSpPr>
          <p:cNvPr id="4" name="スライド番号プレースホルダー 3">
            <a:extLst>
              <a:ext uri="{FF2B5EF4-FFF2-40B4-BE49-F238E27FC236}">
                <a16:creationId xmlns:a16="http://schemas.microsoft.com/office/drawing/2014/main" id="{E14559D4-A8AF-E354-D9F9-6A8E0EB0A286}"/>
              </a:ext>
            </a:extLst>
          </p:cNvPr>
          <p:cNvSpPr>
            <a:spLocks noGrp="1"/>
          </p:cNvSpPr>
          <p:nvPr>
            <p:ph type="sldNum" sz="quarter" idx="12"/>
          </p:nvPr>
        </p:nvSpPr>
        <p:spPr/>
        <p:txBody>
          <a:bodyPr/>
          <a:lstStyle/>
          <a:p>
            <a:fld id="{D2D8002D-B5B0-4BAC-B1F6-782DDCCE6D9C}" type="slidenum">
              <a:rPr lang="ja-JP" altLang="en-US" smtClean="0"/>
              <a:pPr/>
              <a:t>6</a:t>
            </a:fld>
            <a:endParaRPr lang="ja-JP" altLang="en-US"/>
          </a:p>
        </p:txBody>
      </p:sp>
      <p:sp>
        <p:nvSpPr>
          <p:cNvPr id="5" name="フッター プレースホルダー 4">
            <a:extLst>
              <a:ext uri="{FF2B5EF4-FFF2-40B4-BE49-F238E27FC236}">
                <a16:creationId xmlns:a16="http://schemas.microsoft.com/office/drawing/2014/main" id="{2C4BCED9-33D8-F074-4952-2873CAE599E4}"/>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517E4122-B126-FCFC-69D7-F39A61064479}"/>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実用的には、章コードは２～３文字使って付与することをお勧めします。</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94F92217-4150-81B3-856A-23A7C7416EDA}"/>
              </a:ext>
            </a:extLst>
          </p:cNvPr>
          <p:cNvSpPr txBox="1"/>
          <p:nvPr/>
        </p:nvSpPr>
        <p:spPr bwMode="auto">
          <a:xfrm>
            <a:off x="1635064" y="2230636"/>
            <a:ext cx="2448272" cy="304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#DT#SA#</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#DT#SA.P1#</a:t>
            </a:r>
          </a:p>
          <a:p>
            <a:r>
              <a:rPr lang="en-US" altLang="ja-JP" spc="400">
                <a:latin typeface="游ゴシック" panose="020B0400000000000000" pitchFamily="50" charset="-128"/>
                <a:ea typeface="游ゴシック" panose="020B0400000000000000" pitchFamily="50" charset="-128"/>
              </a:rPr>
              <a:t>#DT#SA.P2#</a:t>
            </a:r>
          </a:p>
          <a:p>
            <a:r>
              <a:rPr lang="en-US" altLang="ja-JP" spc="400">
                <a:latin typeface="游ゴシック" panose="020B0400000000000000" pitchFamily="50" charset="-128"/>
                <a:ea typeface="游ゴシック" panose="020B0400000000000000" pitchFamily="50" charset="-128"/>
              </a:rPr>
              <a:t>#DT#SA.P3#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#DT#SB#</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#DT#SB.P1#</a:t>
            </a:r>
          </a:p>
          <a:p>
            <a:r>
              <a:rPr lang="en-US" altLang="ja-JP" spc="400">
                <a:latin typeface="游ゴシック" panose="020B0400000000000000" pitchFamily="50" charset="-128"/>
                <a:ea typeface="游ゴシック" panose="020B0400000000000000" pitchFamily="50" charset="-128"/>
              </a:rPr>
              <a:t>#DT#SB.P2#</a:t>
            </a:r>
          </a:p>
          <a:p>
            <a:r>
              <a:rPr lang="en-US" altLang="ja-JP" spc="400">
                <a:latin typeface="游ゴシック" panose="020B0400000000000000" pitchFamily="50" charset="-128"/>
                <a:ea typeface="游ゴシック" panose="020B0400000000000000" pitchFamily="50" charset="-128"/>
              </a:rPr>
              <a:t>#DT#SB.P3#</a:t>
            </a:r>
          </a:p>
        </p:txBody>
      </p:sp>
      <p:sp>
        <p:nvSpPr>
          <p:cNvPr id="7" name="テキスト ボックス 6">
            <a:extLst>
              <a:ext uri="{FF2B5EF4-FFF2-40B4-BE49-F238E27FC236}">
                <a16:creationId xmlns:a16="http://schemas.microsoft.com/office/drawing/2014/main" id="{142235BF-8249-B81C-5C61-F20F84FB5728}"/>
              </a:ext>
            </a:extLst>
          </p:cNvPr>
          <p:cNvSpPr txBox="1"/>
          <p:nvPr/>
        </p:nvSpPr>
        <p:spPr bwMode="auto">
          <a:xfrm>
            <a:off x="2139120" y="1726580"/>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SOURCE</a:t>
            </a:r>
            <a:endParaRPr kumimoji="1" lang="ja-JP" altLang="en-US" kern="0">
              <a:latin typeface="BIZ UDPゴシック" panose="020B0400000000000000" pitchFamily="50" charset="-128"/>
              <a:ea typeface="BIZ UDPゴシック" panose="020B0400000000000000" pitchFamily="50" charset="-128"/>
            </a:endParaRPr>
          </a:p>
        </p:txBody>
      </p:sp>
      <p:cxnSp>
        <p:nvCxnSpPr>
          <p:cNvPr id="57" name="直線矢印コネクタ 56">
            <a:extLst>
              <a:ext uri="{FF2B5EF4-FFF2-40B4-BE49-F238E27FC236}">
                <a16:creationId xmlns:a16="http://schemas.microsoft.com/office/drawing/2014/main" id="{F67B57A3-2F7C-D9BC-2120-AFA80C333CBE}"/>
              </a:ext>
            </a:extLst>
          </p:cNvPr>
          <p:cNvCxnSpPr/>
          <p:nvPr/>
        </p:nvCxnSpPr>
        <p:spPr bwMode="auto">
          <a:xfrm flipV="1">
            <a:off x="2110036" y="5175180"/>
            <a:ext cx="504319" cy="327336"/>
          </a:xfrm>
          <a:prstGeom prst="straightConnector1">
            <a:avLst/>
          </a:prstGeom>
          <a:solidFill>
            <a:srgbClr val="CCFFFF"/>
          </a:solidFill>
          <a:ln w="28575" cap="flat" cmpd="sng" algn="ctr">
            <a:solidFill>
              <a:srgbClr val="00B0F0"/>
            </a:solidFill>
            <a:prstDash val="solid"/>
            <a:round/>
            <a:headEnd type="none" w="med" len="med"/>
            <a:tailEnd type="triangle"/>
          </a:ln>
          <a:effectLst/>
        </p:spPr>
      </p:cxnSp>
      <p:cxnSp>
        <p:nvCxnSpPr>
          <p:cNvPr id="58" name="直線矢印コネクタ 57">
            <a:extLst>
              <a:ext uri="{FF2B5EF4-FFF2-40B4-BE49-F238E27FC236}">
                <a16:creationId xmlns:a16="http://schemas.microsoft.com/office/drawing/2014/main" id="{7C917A78-FA7A-478B-550E-FF9DA1DC9411}"/>
              </a:ext>
            </a:extLst>
          </p:cNvPr>
          <p:cNvCxnSpPr/>
          <p:nvPr/>
        </p:nvCxnSpPr>
        <p:spPr bwMode="auto">
          <a:xfrm flipH="1" flipV="1">
            <a:off x="3064614" y="5095799"/>
            <a:ext cx="808397" cy="365125"/>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0" name="四角形: 角を丸くする 9">
            <a:extLst>
              <a:ext uri="{FF2B5EF4-FFF2-40B4-BE49-F238E27FC236}">
                <a16:creationId xmlns:a16="http://schemas.microsoft.com/office/drawing/2014/main" id="{9A8BF174-21E1-B938-7EB0-15AEE3F92115}"/>
              </a:ext>
            </a:extLst>
          </p:cNvPr>
          <p:cNvSpPr/>
          <p:nvPr/>
        </p:nvSpPr>
        <p:spPr bwMode="auto">
          <a:xfrm>
            <a:off x="2567608" y="2264750"/>
            <a:ext cx="235223" cy="2909330"/>
          </a:xfrm>
          <a:prstGeom prst="roundRect">
            <a:avLst>
              <a:gd name="adj" fmla="val 25200"/>
            </a:avLst>
          </a:prstGeom>
          <a:solidFill>
            <a:schemeClr val="bg1">
              <a:alpha val="0"/>
            </a:schemeClr>
          </a:solidFill>
          <a:ln w="28575" cap="flat" cmpd="sng" algn="ctr">
            <a:solidFill>
              <a:srgbClr val="00B0F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2" name="四角形: 角を丸くする 11">
            <a:extLst>
              <a:ext uri="{FF2B5EF4-FFF2-40B4-BE49-F238E27FC236}">
                <a16:creationId xmlns:a16="http://schemas.microsoft.com/office/drawing/2014/main" id="{35E65389-86A6-7F73-82C0-E104BAB0BDAF}"/>
              </a:ext>
            </a:extLst>
          </p:cNvPr>
          <p:cNvSpPr/>
          <p:nvPr/>
        </p:nvSpPr>
        <p:spPr bwMode="auto">
          <a:xfrm>
            <a:off x="2829391" y="2264750"/>
            <a:ext cx="235223" cy="2909330"/>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48833DE2-ADBC-81B1-2CD4-B690286975AE}"/>
              </a:ext>
            </a:extLst>
          </p:cNvPr>
          <p:cNvSpPr txBox="1"/>
          <p:nvPr/>
        </p:nvSpPr>
        <p:spPr bwMode="auto">
          <a:xfrm>
            <a:off x="427479" y="5502516"/>
            <a:ext cx="2925315"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章コード前半はファイル全体で統一することを推奨</a:t>
            </a:r>
          </a:p>
        </p:txBody>
      </p:sp>
      <p:sp>
        <p:nvSpPr>
          <p:cNvPr id="24" name="テキスト ボックス 23">
            <a:extLst>
              <a:ext uri="{FF2B5EF4-FFF2-40B4-BE49-F238E27FC236}">
                <a16:creationId xmlns:a16="http://schemas.microsoft.com/office/drawing/2014/main" id="{C4535559-282B-98A3-8123-8130BE87644F}"/>
              </a:ext>
            </a:extLst>
          </p:cNvPr>
          <p:cNvSpPr txBox="1"/>
          <p:nvPr/>
        </p:nvSpPr>
        <p:spPr bwMode="auto">
          <a:xfrm>
            <a:off x="3744408" y="5472963"/>
            <a:ext cx="4464496"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章コード後半も初版作成時は章ごとにいったん辞書順でコード付与することを推奨</a:t>
            </a:r>
          </a:p>
        </p:txBody>
      </p:sp>
      <p:sp>
        <p:nvSpPr>
          <p:cNvPr id="25" name="四角形: 角を丸くする 24">
            <a:extLst>
              <a:ext uri="{FF2B5EF4-FFF2-40B4-BE49-F238E27FC236}">
                <a16:creationId xmlns:a16="http://schemas.microsoft.com/office/drawing/2014/main" id="{23289B35-BA0A-8292-6E1F-80323BDF41FD}"/>
              </a:ext>
            </a:extLst>
          </p:cNvPr>
          <p:cNvSpPr/>
          <p:nvPr/>
        </p:nvSpPr>
        <p:spPr bwMode="auto">
          <a:xfrm>
            <a:off x="3164513" y="2653800"/>
            <a:ext cx="376563" cy="1038364"/>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26" name="直線矢印コネクタ 25">
            <a:extLst>
              <a:ext uri="{FF2B5EF4-FFF2-40B4-BE49-F238E27FC236}">
                <a16:creationId xmlns:a16="http://schemas.microsoft.com/office/drawing/2014/main" id="{462CFB14-71A7-D15A-93BF-1DC956C9C19F}"/>
              </a:ext>
            </a:extLst>
          </p:cNvPr>
          <p:cNvCxnSpPr/>
          <p:nvPr/>
        </p:nvCxnSpPr>
        <p:spPr bwMode="auto">
          <a:xfrm flipH="1">
            <a:off x="3541076" y="2269700"/>
            <a:ext cx="749649" cy="447009"/>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7" name="テキスト ボックス 26">
            <a:extLst>
              <a:ext uri="{FF2B5EF4-FFF2-40B4-BE49-F238E27FC236}">
                <a16:creationId xmlns:a16="http://schemas.microsoft.com/office/drawing/2014/main" id="{98460FA9-05F4-6FDC-6DC6-BB87B6C77974}"/>
              </a:ext>
            </a:extLst>
          </p:cNvPr>
          <p:cNvSpPr txBox="1"/>
          <p:nvPr/>
        </p:nvSpPr>
        <p:spPr bwMode="auto">
          <a:xfrm>
            <a:off x="4290725" y="1871189"/>
            <a:ext cx="3039351"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初版作成時はいったん辞書順でコード付与することを推奨</a:t>
            </a:r>
          </a:p>
        </p:txBody>
      </p:sp>
      <p:sp>
        <p:nvSpPr>
          <p:cNvPr id="30" name="テキスト ボックス 29">
            <a:extLst>
              <a:ext uri="{FF2B5EF4-FFF2-40B4-BE49-F238E27FC236}">
                <a16:creationId xmlns:a16="http://schemas.microsoft.com/office/drawing/2014/main" id="{A47ADDE5-5320-D1D1-307C-E35A5A32788C}"/>
              </a:ext>
            </a:extLst>
          </p:cNvPr>
          <p:cNvSpPr txBox="1"/>
          <p:nvPr/>
        </p:nvSpPr>
        <p:spPr bwMode="auto">
          <a:xfrm>
            <a:off x="8400256" y="2230636"/>
            <a:ext cx="2448272" cy="304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1</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1.1</a:t>
            </a:r>
          </a:p>
          <a:p>
            <a:r>
              <a:rPr lang="en-US" altLang="ja-JP" spc="400">
                <a:latin typeface="游ゴシック" panose="020B0400000000000000" pitchFamily="50" charset="-128"/>
                <a:ea typeface="游ゴシック" panose="020B0400000000000000" pitchFamily="50" charset="-128"/>
              </a:rPr>
              <a:t>1.2</a:t>
            </a:r>
          </a:p>
          <a:p>
            <a:r>
              <a:rPr lang="en-US" altLang="ja-JP" spc="400">
                <a:latin typeface="游ゴシック" panose="020B0400000000000000" pitchFamily="50" charset="-128"/>
                <a:ea typeface="游ゴシック" panose="020B0400000000000000" pitchFamily="50" charset="-128"/>
              </a:rPr>
              <a:t>1.3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2.1</a:t>
            </a:r>
          </a:p>
          <a:p>
            <a:r>
              <a:rPr lang="en-US" altLang="ja-JP" spc="400">
                <a:latin typeface="游ゴシック" panose="020B0400000000000000" pitchFamily="50" charset="-128"/>
                <a:ea typeface="游ゴシック" panose="020B0400000000000000" pitchFamily="50" charset="-128"/>
              </a:rPr>
              <a:t>2.2</a:t>
            </a:r>
          </a:p>
          <a:p>
            <a:r>
              <a:rPr lang="en-US" altLang="ja-JP" spc="400">
                <a:latin typeface="游ゴシック" panose="020B0400000000000000" pitchFamily="50" charset="-128"/>
                <a:ea typeface="游ゴシック" panose="020B0400000000000000" pitchFamily="50" charset="-128"/>
              </a:rPr>
              <a:t>2.3</a:t>
            </a:r>
          </a:p>
        </p:txBody>
      </p:sp>
      <p:sp>
        <p:nvSpPr>
          <p:cNvPr id="31" name="テキスト ボックス 30">
            <a:extLst>
              <a:ext uri="{FF2B5EF4-FFF2-40B4-BE49-F238E27FC236}">
                <a16:creationId xmlns:a16="http://schemas.microsoft.com/office/drawing/2014/main" id="{1C45E0B8-59D2-3128-C4BA-5F284BE59229}"/>
              </a:ext>
            </a:extLst>
          </p:cNvPr>
          <p:cNvSpPr txBox="1"/>
          <p:nvPr/>
        </p:nvSpPr>
        <p:spPr bwMode="auto">
          <a:xfrm>
            <a:off x="8832304" y="1726580"/>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変換結果</a:t>
            </a:r>
          </a:p>
        </p:txBody>
      </p:sp>
      <p:cxnSp>
        <p:nvCxnSpPr>
          <p:cNvPr id="38" name="直線コネクタ 37">
            <a:extLst>
              <a:ext uri="{FF2B5EF4-FFF2-40B4-BE49-F238E27FC236}">
                <a16:creationId xmlns:a16="http://schemas.microsoft.com/office/drawing/2014/main" id="{6D64424A-70AF-4557-30D0-64DC887C741F}"/>
              </a:ext>
            </a:extLst>
          </p:cNvPr>
          <p:cNvCxnSpPr/>
          <p:nvPr/>
        </p:nvCxnSpPr>
        <p:spPr bwMode="auto">
          <a:xfrm>
            <a:off x="4155344" y="3953325"/>
            <a:ext cx="3956880" cy="0"/>
          </a:xfrm>
          <a:prstGeom prst="line">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0" name="テキスト ボックス 39">
            <a:extLst>
              <a:ext uri="{FF2B5EF4-FFF2-40B4-BE49-F238E27FC236}">
                <a16:creationId xmlns:a16="http://schemas.microsoft.com/office/drawing/2014/main" id="{B5D80A07-4D63-4F37-1000-0991FF82EF38}"/>
              </a:ext>
            </a:extLst>
          </p:cNvPr>
          <p:cNvSpPr txBox="1"/>
          <p:nvPr/>
        </p:nvSpPr>
        <p:spPr bwMode="auto">
          <a:xfrm>
            <a:off x="5353145" y="3521277"/>
            <a:ext cx="2424818" cy="369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800" kern="0">
                <a:latin typeface="BIZ UDPゴシック" panose="020B0400000000000000" pitchFamily="50" charset="-128"/>
                <a:ea typeface="BIZ UDPゴシック" panose="020B0400000000000000" pitchFamily="50" charset="-128"/>
              </a:rPr>
              <a:t>変換処理</a:t>
            </a:r>
          </a:p>
        </p:txBody>
      </p:sp>
      <p:sp>
        <p:nvSpPr>
          <p:cNvPr id="46" name="テキスト ボックス 45">
            <a:extLst>
              <a:ext uri="{FF2B5EF4-FFF2-40B4-BE49-F238E27FC236}">
                <a16:creationId xmlns:a16="http://schemas.microsoft.com/office/drawing/2014/main" id="{E1C80C11-B7CA-0279-F31F-559881263B1D}"/>
              </a:ext>
            </a:extLst>
          </p:cNvPr>
          <p:cNvSpPr txBox="1"/>
          <p:nvPr/>
        </p:nvSpPr>
        <p:spPr bwMode="auto">
          <a:xfrm>
            <a:off x="5071665" y="6204434"/>
            <a:ext cx="6081118"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200" kern="0">
                <a:latin typeface="BIZ UDPゴシック" panose="020B0400000000000000" pitchFamily="50" charset="-128"/>
                <a:ea typeface="BIZ UDPゴシック" panose="020B0400000000000000" pitchFamily="50" charset="-128"/>
              </a:rPr>
              <a:t>「推奨」 はいずれも必須ではありませんが、実用的にそのほうが扱いやすい</a:t>
            </a:r>
          </a:p>
        </p:txBody>
      </p:sp>
    </p:spTree>
    <p:extLst>
      <p:ext uri="{BB962C8B-B14F-4D97-AF65-F5344CB8AC3E}">
        <p14:creationId xmlns:p14="http://schemas.microsoft.com/office/powerpoint/2010/main" val="52793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B002-815B-4732-874F-E740A60371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43B4A7D-EAEC-B2CA-E258-4F232ED81737}"/>
              </a:ext>
            </a:extLst>
          </p:cNvPr>
          <p:cNvSpPr>
            <a:spLocks noGrp="1"/>
          </p:cNvSpPr>
          <p:nvPr>
            <p:ph type="title"/>
          </p:nvPr>
        </p:nvSpPr>
        <p:spPr/>
        <p:txBody>
          <a:bodyPr/>
          <a:lstStyle/>
          <a:p>
            <a:r>
              <a:rPr kumimoji="1" lang="ja-JP" altLang="en-US"/>
              <a:t>変換例</a:t>
            </a:r>
            <a:r>
              <a:rPr kumimoji="1" lang="en-US" altLang="ja-JP"/>
              <a:t>(3) </a:t>
            </a:r>
            <a:r>
              <a:rPr kumimoji="1" lang="ja-JP" altLang="en-US"/>
              <a:t>スライド追加・削除時</a:t>
            </a:r>
          </a:p>
        </p:txBody>
      </p:sp>
      <p:sp>
        <p:nvSpPr>
          <p:cNvPr id="4" name="スライド番号プレースホルダー 3">
            <a:extLst>
              <a:ext uri="{FF2B5EF4-FFF2-40B4-BE49-F238E27FC236}">
                <a16:creationId xmlns:a16="http://schemas.microsoft.com/office/drawing/2014/main" id="{FCA41DD5-BD2E-EB39-0FF5-20ADF4E4B0B2}"/>
              </a:ext>
            </a:extLst>
          </p:cNvPr>
          <p:cNvSpPr>
            <a:spLocks noGrp="1"/>
          </p:cNvSpPr>
          <p:nvPr>
            <p:ph type="sldNum" sz="quarter" idx="12"/>
          </p:nvPr>
        </p:nvSpPr>
        <p:spPr/>
        <p:txBody>
          <a:bodyPr/>
          <a:lstStyle/>
          <a:p>
            <a:fld id="{D2D8002D-B5B0-4BAC-B1F6-782DDCCE6D9C}" type="slidenum">
              <a:rPr lang="ja-JP" altLang="en-US" smtClean="0"/>
              <a:pPr/>
              <a:t>7</a:t>
            </a:fld>
            <a:endParaRPr lang="ja-JP" altLang="en-US"/>
          </a:p>
        </p:txBody>
      </p:sp>
      <p:sp>
        <p:nvSpPr>
          <p:cNvPr id="5" name="フッター プレースホルダー 4">
            <a:extLst>
              <a:ext uri="{FF2B5EF4-FFF2-40B4-BE49-F238E27FC236}">
                <a16:creationId xmlns:a16="http://schemas.microsoft.com/office/drawing/2014/main" id="{E2D3F8F0-7C92-47DD-305F-9C2490E61CF8}"/>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2E766171-D82A-6181-1021-E4D5A84FA16C}"/>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スライドを追加・削除したとき、番号は自動変換されるので、対象外のスライドを変更する必要はありません</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9015FA23-8928-8C2B-CB10-D313CF6FCEF7}"/>
              </a:ext>
            </a:extLst>
          </p:cNvPr>
          <p:cNvSpPr txBox="1"/>
          <p:nvPr/>
        </p:nvSpPr>
        <p:spPr bwMode="auto">
          <a:xfrm>
            <a:off x="2783632" y="2348880"/>
            <a:ext cx="2664296" cy="409342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#DT#SA#</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#DT#SA.P1#</a:t>
            </a:r>
          </a:p>
          <a:p>
            <a:r>
              <a:rPr lang="en-US" altLang="ja-JP" spc="400">
                <a:latin typeface="游ゴシック" panose="020B0400000000000000" pitchFamily="50" charset="-128"/>
                <a:ea typeface="游ゴシック" panose="020B0400000000000000" pitchFamily="50" charset="-128"/>
              </a:rPr>
              <a:t>#DT#SA.P3#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#DT#SZ#</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#DT#SZ.P1#</a:t>
            </a:r>
          </a:p>
          <a:p>
            <a:endParaRPr lang="en-US" altLang="ja-JP"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#DT#SB#</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#DT#SB.P1#</a:t>
            </a:r>
          </a:p>
          <a:p>
            <a:r>
              <a:rPr lang="en-US" altLang="ja-JP" spc="400">
                <a:latin typeface="游ゴシック" panose="020B0400000000000000" pitchFamily="50" charset="-128"/>
                <a:ea typeface="游ゴシック" panose="020B0400000000000000" pitchFamily="50" charset="-128"/>
              </a:rPr>
              <a:t>#DT#SB.PX#</a:t>
            </a:r>
          </a:p>
          <a:p>
            <a:r>
              <a:rPr lang="en-US" altLang="ja-JP" spc="400">
                <a:latin typeface="游ゴシック" panose="020B0400000000000000" pitchFamily="50" charset="-128"/>
                <a:ea typeface="游ゴシック" panose="020B0400000000000000" pitchFamily="50" charset="-128"/>
              </a:rPr>
              <a:t>#DT#SB.P2#</a:t>
            </a:r>
          </a:p>
          <a:p>
            <a:r>
              <a:rPr lang="en-US" altLang="ja-JP" spc="400">
                <a:latin typeface="游ゴシック" panose="020B0400000000000000" pitchFamily="50" charset="-128"/>
                <a:ea typeface="游ゴシック" panose="020B0400000000000000" pitchFamily="50" charset="-128"/>
              </a:rPr>
              <a:t>#DT#SB.P3#</a:t>
            </a:r>
          </a:p>
        </p:txBody>
      </p:sp>
      <p:sp>
        <p:nvSpPr>
          <p:cNvPr id="7" name="テキスト ボックス 6">
            <a:extLst>
              <a:ext uri="{FF2B5EF4-FFF2-40B4-BE49-F238E27FC236}">
                <a16:creationId xmlns:a16="http://schemas.microsoft.com/office/drawing/2014/main" id="{5BE0C8E3-3AE6-C6FE-CB36-A715E3E7CF00}"/>
              </a:ext>
            </a:extLst>
          </p:cNvPr>
          <p:cNvSpPr txBox="1"/>
          <p:nvPr/>
        </p:nvSpPr>
        <p:spPr bwMode="auto">
          <a:xfrm>
            <a:off x="3359696" y="1916535"/>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SOURCE</a:t>
            </a:r>
            <a:endParaRPr kumimoji="1" lang="ja-JP" altLang="en-US" kern="0">
              <a:latin typeface="BIZ UDPゴシック" panose="020B0400000000000000" pitchFamily="50" charset="-128"/>
              <a:ea typeface="BIZ UDPゴシック" panose="020B0400000000000000" pitchFamily="50" charset="-128"/>
            </a:endParaRPr>
          </a:p>
        </p:txBody>
      </p:sp>
      <p:sp>
        <p:nvSpPr>
          <p:cNvPr id="8" name="四角形: 角を丸くする 7">
            <a:extLst>
              <a:ext uri="{FF2B5EF4-FFF2-40B4-BE49-F238E27FC236}">
                <a16:creationId xmlns:a16="http://schemas.microsoft.com/office/drawing/2014/main" id="{5087083E-7814-6463-2FD0-83F1CC3DC15F}"/>
              </a:ext>
            </a:extLst>
          </p:cNvPr>
          <p:cNvSpPr/>
          <p:nvPr/>
        </p:nvSpPr>
        <p:spPr bwMode="auto">
          <a:xfrm>
            <a:off x="2817255" y="3562536"/>
            <a:ext cx="2126617" cy="858152"/>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9" name="直線矢印コネクタ 8">
            <a:extLst>
              <a:ext uri="{FF2B5EF4-FFF2-40B4-BE49-F238E27FC236}">
                <a16:creationId xmlns:a16="http://schemas.microsoft.com/office/drawing/2014/main" id="{C7FE3333-F586-4031-D538-29ED36AB4F03}"/>
              </a:ext>
            </a:extLst>
          </p:cNvPr>
          <p:cNvCxnSpPr>
            <a:endCxn id="8" idx="1"/>
          </p:cNvCxnSpPr>
          <p:nvPr/>
        </p:nvCxnSpPr>
        <p:spPr bwMode="auto">
          <a:xfrm>
            <a:off x="2279576" y="3991612"/>
            <a:ext cx="537679"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5704C529-BD58-C6BD-3A7B-F857B56F1C85}"/>
              </a:ext>
            </a:extLst>
          </p:cNvPr>
          <p:cNvCxnSpPr/>
          <p:nvPr/>
        </p:nvCxnSpPr>
        <p:spPr bwMode="auto">
          <a:xfrm>
            <a:off x="2279576" y="3131640"/>
            <a:ext cx="1944216"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17" name="テキスト ボックス 16">
            <a:extLst>
              <a:ext uri="{FF2B5EF4-FFF2-40B4-BE49-F238E27FC236}">
                <a16:creationId xmlns:a16="http://schemas.microsoft.com/office/drawing/2014/main" id="{37B7BE0B-4885-599B-0F4F-11470F1C4822}"/>
              </a:ext>
            </a:extLst>
          </p:cNvPr>
          <p:cNvSpPr txBox="1"/>
          <p:nvPr/>
        </p:nvSpPr>
        <p:spPr bwMode="auto">
          <a:xfrm>
            <a:off x="551384" y="3822334"/>
            <a:ext cx="169844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ja-JP" altLang="en-US" sz="1600" kern="0">
                <a:latin typeface="BIZ UDPゴシック" panose="020B0400000000000000" pitchFamily="50" charset="-128"/>
                <a:ea typeface="BIZ UDPゴシック" panose="020B0400000000000000" pitchFamily="50" charset="-128"/>
              </a:rPr>
              <a:t>１章（</a:t>
            </a:r>
            <a:r>
              <a:rPr kumimoji="1" lang="en-US" altLang="ja-JP" sz="1600" kern="0">
                <a:latin typeface="BIZ UDPゴシック" panose="020B0400000000000000" pitchFamily="50" charset="-128"/>
                <a:ea typeface="BIZ UDPゴシック" panose="020B0400000000000000" pitchFamily="50" charset="-128"/>
              </a:rPr>
              <a:t>SZ)</a:t>
            </a:r>
            <a:r>
              <a:rPr kumimoji="1" lang="ja-JP" altLang="en-US" sz="1600" kern="0">
                <a:latin typeface="BIZ UDPゴシック" panose="020B0400000000000000" pitchFamily="50" charset="-128"/>
                <a:ea typeface="BIZ UDPゴシック" panose="020B0400000000000000" pitchFamily="50" charset="-128"/>
              </a:rPr>
              <a:t>挿入</a:t>
            </a:r>
          </a:p>
        </p:txBody>
      </p:sp>
      <p:sp>
        <p:nvSpPr>
          <p:cNvPr id="18" name="テキスト ボックス 17">
            <a:extLst>
              <a:ext uri="{FF2B5EF4-FFF2-40B4-BE49-F238E27FC236}">
                <a16:creationId xmlns:a16="http://schemas.microsoft.com/office/drawing/2014/main" id="{B289D5AE-D6B1-1535-5AA1-A38B1B0C6573}"/>
              </a:ext>
            </a:extLst>
          </p:cNvPr>
          <p:cNvSpPr txBox="1"/>
          <p:nvPr/>
        </p:nvSpPr>
        <p:spPr bwMode="auto">
          <a:xfrm>
            <a:off x="695400" y="2875232"/>
            <a:ext cx="1698444"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ja-JP" altLang="en-US" sz="1600" kern="0">
                <a:latin typeface="BIZ UDPゴシック" panose="020B0400000000000000" pitchFamily="50" charset="-128"/>
                <a:ea typeface="BIZ UDPゴシック" panose="020B0400000000000000" pitchFamily="50" charset="-128"/>
              </a:rPr>
              <a:t>１スライド（</a:t>
            </a:r>
            <a:r>
              <a:rPr kumimoji="1" lang="en-US" altLang="ja-JP" sz="1600" kern="0">
                <a:latin typeface="BIZ UDPゴシック" panose="020B0400000000000000" pitchFamily="50" charset="-128"/>
                <a:ea typeface="BIZ UDPゴシック" panose="020B0400000000000000" pitchFamily="50" charset="-128"/>
              </a:rPr>
              <a:t>P2)</a:t>
            </a:r>
          </a:p>
          <a:p>
            <a:pPr algn="r" eaLnBrk="1"/>
            <a:r>
              <a:rPr kumimoji="1" lang="ja-JP" altLang="en-US" sz="1600" kern="0">
                <a:latin typeface="BIZ UDPゴシック" panose="020B0400000000000000" pitchFamily="50" charset="-128"/>
                <a:ea typeface="BIZ UDPゴシック" panose="020B0400000000000000" pitchFamily="50" charset="-128"/>
              </a:rPr>
              <a:t>削除</a:t>
            </a:r>
          </a:p>
        </p:txBody>
      </p:sp>
      <p:cxnSp>
        <p:nvCxnSpPr>
          <p:cNvPr id="19" name="直線矢印コネクタ 18">
            <a:extLst>
              <a:ext uri="{FF2B5EF4-FFF2-40B4-BE49-F238E27FC236}">
                <a16:creationId xmlns:a16="http://schemas.microsoft.com/office/drawing/2014/main" id="{9B8184BD-1B35-CEB1-6E69-1E3EB980BA04}"/>
              </a:ext>
            </a:extLst>
          </p:cNvPr>
          <p:cNvCxnSpPr/>
          <p:nvPr/>
        </p:nvCxnSpPr>
        <p:spPr bwMode="auto">
          <a:xfrm>
            <a:off x="2279576" y="5560662"/>
            <a:ext cx="432048"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20" name="テキスト ボックス 19">
            <a:extLst>
              <a:ext uri="{FF2B5EF4-FFF2-40B4-BE49-F238E27FC236}">
                <a16:creationId xmlns:a16="http://schemas.microsoft.com/office/drawing/2014/main" id="{9E6B6C21-6B85-A2C7-849C-507C3B3B5149}"/>
              </a:ext>
            </a:extLst>
          </p:cNvPr>
          <p:cNvSpPr txBox="1"/>
          <p:nvPr/>
        </p:nvSpPr>
        <p:spPr bwMode="auto">
          <a:xfrm>
            <a:off x="695400" y="5304254"/>
            <a:ext cx="1626436"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ja-JP" altLang="en-US" sz="1600" kern="0">
                <a:latin typeface="BIZ UDPゴシック" panose="020B0400000000000000" pitchFamily="50" charset="-128"/>
                <a:ea typeface="BIZ UDPゴシック" panose="020B0400000000000000" pitchFamily="50" charset="-128"/>
              </a:rPr>
              <a:t>１スライド（</a:t>
            </a:r>
            <a:r>
              <a:rPr kumimoji="1" lang="en-US" altLang="ja-JP" sz="1600" kern="0">
                <a:latin typeface="BIZ UDPゴシック" panose="020B0400000000000000" pitchFamily="50" charset="-128"/>
                <a:ea typeface="BIZ UDPゴシック" panose="020B0400000000000000" pitchFamily="50" charset="-128"/>
              </a:rPr>
              <a:t>PX)</a:t>
            </a:r>
            <a:r>
              <a:rPr kumimoji="1" lang="ja-JP" altLang="en-US" sz="1600" kern="0">
                <a:latin typeface="BIZ UDPゴシック" panose="020B0400000000000000" pitchFamily="50" charset="-128"/>
                <a:ea typeface="BIZ UDPゴシック" panose="020B0400000000000000" pitchFamily="50" charset="-128"/>
              </a:rPr>
              <a:t>挿入</a:t>
            </a:r>
          </a:p>
        </p:txBody>
      </p:sp>
      <p:sp>
        <p:nvSpPr>
          <p:cNvPr id="23" name="四角形: 角を丸くする 22">
            <a:extLst>
              <a:ext uri="{FF2B5EF4-FFF2-40B4-BE49-F238E27FC236}">
                <a16:creationId xmlns:a16="http://schemas.microsoft.com/office/drawing/2014/main" id="{C7AD1910-CA77-E8F6-1E14-927105105BE8}"/>
              </a:ext>
            </a:extLst>
          </p:cNvPr>
          <p:cNvSpPr/>
          <p:nvPr/>
        </p:nvSpPr>
        <p:spPr bwMode="auto">
          <a:xfrm>
            <a:off x="2817255" y="5411788"/>
            <a:ext cx="2414649" cy="330855"/>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8" name="テキスト ボックス 27">
            <a:extLst>
              <a:ext uri="{FF2B5EF4-FFF2-40B4-BE49-F238E27FC236}">
                <a16:creationId xmlns:a16="http://schemas.microsoft.com/office/drawing/2014/main" id="{7E64758E-68DE-B71B-8C48-DB1B9BACAAFB}"/>
              </a:ext>
            </a:extLst>
          </p:cNvPr>
          <p:cNvSpPr txBox="1"/>
          <p:nvPr/>
        </p:nvSpPr>
        <p:spPr bwMode="auto">
          <a:xfrm>
            <a:off x="8688288" y="2348880"/>
            <a:ext cx="2664296" cy="409342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pc="400">
                <a:latin typeface="游ゴシック" panose="020B0400000000000000" pitchFamily="50" charset="-128"/>
                <a:ea typeface="游ゴシック" panose="020B0400000000000000" pitchFamily="50" charset="-128"/>
              </a:rPr>
              <a:t>1</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1.1</a:t>
            </a:r>
          </a:p>
          <a:p>
            <a:r>
              <a:rPr lang="en-US" altLang="ja-JP" spc="400">
                <a:latin typeface="游ゴシック" panose="020B0400000000000000" pitchFamily="50" charset="-128"/>
                <a:ea typeface="游ゴシック" panose="020B0400000000000000" pitchFamily="50" charset="-128"/>
              </a:rPr>
              <a:t>1.2</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2.1</a:t>
            </a:r>
          </a:p>
          <a:p>
            <a:endParaRPr lang="en-US" altLang="ja-JP"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3</a:t>
            </a:r>
          </a:p>
          <a:p>
            <a:endParaRPr lang="en-US" altLang="ja-JP" sz="1000" spc="400">
              <a:latin typeface="游ゴシック" panose="020B0400000000000000" pitchFamily="50" charset="-128"/>
              <a:ea typeface="游ゴシック" panose="020B0400000000000000" pitchFamily="50" charset="-128"/>
            </a:endParaRPr>
          </a:p>
          <a:p>
            <a:r>
              <a:rPr lang="en-US" altLang="ja-JP" spc="400">
                <a:latin typeface="游ゴシック" panose="020B0400000000000000" pitchFamily="50" charset="-128"/>
                <a:ea typeface="游ゴシック" panose="020B0400000000000000" pitchFamily="50" charset="-128"/>
              </a:rPr>
              <a:t>3.1</a:t>
            </a:r>
          </a:p>
          <a:p>
            <a:r>
              <a:rPr lang="en-US" altLang="ja-JP" spc="400">
                <a:latin typeface="游ゴシック" panose="020B0400000000000000" pitchFamily="50" charset="-128"/>
                <a:ea typeface="游ゴシック" panose="020B0400000000000000" pitchFamily="50" charset="-128"/>
              </a:rPr>
              <a:t>3.2</a:t>
            </a:r>
          </a:p>
          <a:p>
            <a:r>
              <a:rPr lang="en-US" altLang="ja-JP" spc="400">
                <a:latin typeface="游ゴシック" panose="020B0400000000000000" pitchFamily="50" charset="-128"/>
                <a:ea typeface="游ゴシック" panose="020B0400000000000000" pitchFamily="50" charset="-128"/>
              </a:rPr>
              <a:t>3.3</a:t>
            </a:r>
          </a:p>
          <a:p>
            <a:r>
              <a:rPr lang="en-US" altLang="ja-JP" spc="400">
                <a:latin typeface="游ゴシック" panose="020B0400000000000000" pitchFamily="50" charset="-128"/>
                <a:ea typeface="游ゴシック" panose="020B0400000000000000" pitchFamily="50" charset="-128"/>
              </a:rPr>
              <a:t>3.4</a:t>
            </a:r>
          </a:p>
        </p:txBody>
      </p:sp>
      <p:sp>
        <p:nvSpPr>
          <p:cNvPr id="29" name="テキスト ボックス 28">
            <a:extLst>
              <a:ext uri="{FF2B5EF4-FFF2-40B4-BE49-F238E27FC236}">
                <a16:creationId xmlns:a16="http://schemas.microsoft.com/office/drawing/2014/main" id="{094ED1C2-CA2C-9374-C86B-0B721BFB2BCC}"/>
              </a:ext>
            </a:extLst>
          </p:cNvPr>
          <p:cNvSpPr txBox="1"/>
          <p:nvPr/>
        </p:nvSpPr>
        <p:spPr bwMode="auto">
          <a:xfrm>
            <a:off x="9336360" y="1916535"/>
            <a:ext cx="165618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変換結果</a:t>
            </a:r>
          </a:p>
        </p:txBody>
      </p:sp>
      <p:sp>
        <p:nvSpPr>
          <p:cNvPr id="30" name="四角形: 角を丸くする 29">
            <a:extLst>
              <a:ext uri="{FF2B5EF4-FFF2-40B4-BE49-F238E27FC236}">
                <a16:creationId xmlns:a16="http://schemas.microsoft.com/office/drawing/2014/main" id="{FB32222A-A227-17F1-BE74-E99CD4F5BC86}"/>
              </a:ext>
            </a:extLst>
          </p:cNvPr>
          <p:cNvSpPr/>
          <p:nvPr/>
        </p:nvSpPr>
        <p:spPr bwMode="auto">
          <a:xfrm>
            <a:off x="8721911" y="3562536"/>
            <a:ext cx="2126617" cy="858152"/>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31" name="四角形: 角を丸くする 30">
            <a:extLst>
              <a:ext uri="{FF2B5EF4-FFF2-40B4-BE49-F238E27FC236}">
                <a16:creationId xmlns:a16="http://schemas.microsoft.com/office/drawing/2014/main" id="{6164C095-1823-7E13-C06C-D6F5C7DCA643}"/>
              </a:ext>
            </a:extLst>
          </p:cNvPr>
          <p:cNvSpPr/>
          <p:nvPr/>
        </p:nvSpPr>
        <p:spPr bwMode="auto">
          <a:xfrm>
            <a:off x="8721911" y="5411788"/>
            <a:ext cx="2414649" cy="330855"/>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32" name="直線矢印コネクタ 31">
            <a:extLst>
              <a:ext uri="{FF2B5EF4-FFF2-40B4-BE49-F238E27FC236}">
                <a16:creationId xmlns:a16="http://schemas.microsoft.com/office/drawing/2014/main" id="{0392335E-A89C-5C97-ED6B-0C9820A51E82}"/>
              </a:ext>
            </a:extLst>
          </p:cNvPr>
          <p:cNvCxnSpPr/>
          <p:nvPr/>
        </p:nvCxnSpPr>
        <p:spPr bwMode="auto">
          <a:xfrm>
            <a:off x="5519936" y="3288051"/>
            <a:ext cx="2994588"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3" name="テキスト ボックス 32">
            <a:extLst>
              <a:ext uri="{FF2B5EF4-FFF2-40B4-BE49-F238E27FC236}">
                <a16:creationId xmlns:a16="http://schemas.microsoft.com/office/drawing/2014/main" id="{6E743E3E-2F9C-C19F-9C11-DF154A66357F}"/>
              </a:ext>
            </a:extLst>
          </p:cNvPr>
          <p:cNvSpPr txBox="1"/>
          <p:nvPr/>
        </p:nvSpPr>
        <p:spPr bwMode="auto">
          <a:xfrm>
            <a:off x="5909724" y="2678982"/>
            <a:ext cx="2361390"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P2</a:t>
            </a:r>
            <a:r>
              <a:rPr kumimoji="1" lang="ja-JP" altLang="en-US" sz="1600" kern="0">
                <a:latin typeface="BIZ UDPゴシック" panose="020B0400000000000000" pitchFamily="50" charset="-128"/>
                <a:ea typeface="BIZ UDPゴシック" panose="020B0400000000000000" pitchFamily="50" charset="-128"/>
              </a:rPr>
              <a:t>が削除されたので</a:t>
            </a:r>
            <a:r>
              <a:rPr kumimoji="1" lang="en-US" altLang="ja-JP" sz="1600" kern="0">
                <a:latin typeface="BIZ UDPゴシック" panose="020B0400000000000000" pitchFamily="50" charset="-128"/>
                <a:ea typeface="BIZ UDPゴシック" panose="020B0400000000000000" pitchFamily="50" charset="-128"/>
              </a:rPr>
              <a:t>P3</a:t>
            </a:r>
            <a:r>
              <a:rPr kumimoji="1" lang="ja-JP" altLang="en-US" sz="1600" kern="0">
                <a:latin typeface="BIZ UDPゴシック" panose="020B0400000000000000" pitchFamily="50" charset="-128"/>
                <a:ea typeface="BIZ UDPゴシック" panose="020B0400000000000000" pitchFamily="50" charset="-128"/>
              </a:rPr>
              <a:t>が</a:t>
            </a:r>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になる</a:t>
            </a:r>
          </a:p>
        </p:txBody>
      </p:sp>
      <p:cxnSp>
        <p:nvCxnSpPr>
          <p:cNvPr id="35" name="直線矢印コネクタ 34">
            <a:extLst>
              <a:ext uri="{FF2B5EF4-FFF2-40B4-BE49-F238E27FC236}">
                <a16:creationId xmlns:a16="http://schemas.microsoft.com/office/drawing/2014/main" id="{8F19AC87-DDE7-7360-9366-575625E97A3F}"/>
              </a:ext>
            </a:extLst>
          </p:cNvPr>
          <p:cNvCxnSpPr/>
          <p:nvPr/>
        </p:nvCxnSpPr>
        <p:spPr bwMode="auto">
          <a:xfrm>
            <a:off x="4583832" y="3840801"/>
            <a:ext cx="3930692"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6" name="テキスト ボックス 35">
            <a:extLst>
              <a:ext uri="{FF2B5EF4-FFF2-40B4-BE49-F238E27FC236}">
                <a16:creationId xmlns:a16="http://schemas.microsoft.com/office/drawing/2014/main" id="{6D8656FF-3207-C6AD-3CAB-DFFE8B3E4598}"/>
              </a:ext>
            </a:extLst>
          </p:cNvPr>
          <p:cNvSpPr txBox="1"/>
          <p:nvPr/>
        </p:nvSpPr>
        <p:spPr bwMode="auto">
          <a:xfrm>
            <a:off x="5909724" y="3477952"/>
            <a:ext cx="2361390"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SZ</a:t>
            </a:r>
            <a:r>
              <a:rPr kumimoji="1" lang="ja-JP" altLang="en-US" sz="1600" kern="0">
                <a:latin typeface="BIZ UDPゴシック" panose="020B0400000000000000" pitchFamily="50" charset="-128"/>
                <a:ea typeface="BIZ UDPゴシック" panose="020B0400000000000000" pitchFamily="50" charset="-128"/>
              </a:rPr>
              <a:t>が新たな２章になる</a:t>
            </a:r>
          </a:p>
        </p:txBody>
      </p:sp>
      <p:cxnSp>
        <p:nvCxnSpPr>
          <p:cNvPr id="37" name="直線矢印コネクタ 36">
            <a:extLst>
              <a:ext uri="{FF2B5EF4-FFF2-40B4-BE49-F238E27FC236}">
                <a16:creationId xmlns:a16="http://schemas.microsoft.com/office/drawing/2014/main" id="{609E98F8-EE57-92F0-5232-918860F8D29D}"/>
              </a:ext>
            </a:extLst>
          </p:cNvPr>
          <p:cNvCxnSpPr/>
          <p:nvPr/>
        </p:nvCxnSpPr>
        <p:spPr bwMode="auto">
          <a:xfrm>
            <a:off x="5519936" y="5584955"/>
            <a:ext cx="2994588"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8" name="テキスト ボックス 37">
            <a:extLst>
              <a:ext uri="{FF2B5EF4-FFF2-40B4-BE49-F238E27FC236}">
                <a16:creationId xmlns:a16="http://schemas.microsoft.com/office/drawing/2014/main" id="{7BEEF311-29DF-2FA4-CCA1-CC1EFD92E032}"/>
              </a:ext>
            </a:extLst>
          </p:cNvPr>
          <p:cNvSpPr txBox="1"/>
          <p:nvPr/>
        </p:nvSpPr>
        <p:spPr bwMode="auto">
          <a:xfrm>
            <a:off x="5661778" y="4912590"/>
            <a:ext cx="285728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PX</a:t>
            </a:r>
            <a:r>
              <a:rPr kumimoji="1" lang="ja-JP" altLang="en-US" sz="1600" kern="0">
                <a:latin typeface="BIZ UDPゴシック" panose="020B0400000000000000" pitchFamily="50" charset="-128"/>
                <a:ea typeface="BIZ UDPゴシック" panose="020B0400000000000000" pitchFamily="50" charset="-128"/>
              </a:rPr>
              <a:t>が新たな</a:t>
            </a:r>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になって後ろはその分ズレる</a:t>
            </a:r>
          </a:p>
        </p:txBody>
      </p:sp>
      <p:sp>
        <p:nvSpPr>
          <p:cNvPr id="39" name="テキスト ボックス 38">
            <a:extLst>
              <a:ext uri="{FF2B5EF4-FFF2-40B4-BE49-F238E27FC236}">
                <a16:creationId xmlns:a16="http://schemas.microsoft.com/office/drawing/2014/main" id="{CD5FD788-4DBC-5D42-F306-AF594E3BFC7B}"/>
              </a:ext>
            </a:extLst>
          </p:cNvPr>
          <p:cNvSpPr txBox="1"/>
          <p:nvPr/>
        </p:nvSpPr>
        <p:spPr bwMode="auto">
          <a:xfrm>
            <a:off x="4999817" y="6453336"/>
            <a:ext cx="5717441" cy="3077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400" kern="0">
                <a:latin typeface="BIZ UDPゴシック" panose="020B0400000000000000" pitchFamily="50" charset="-128"/>
                <a:ea typeface="BIZ UDPゴシック" panose="020B0400000000000000" pitchFamily="50" charset="-128"/>
              </a:rPr>
              <a:t>章コード・節コードとも辞書順ではなく、出現順にナンバリングされます</a:t>
            </a:r>
          </a:p>
        </p:txBody>
      </p:sp>
      <p:cxnSp>
        <p:nvCxnSpPr>
          <p:cNvPr id="40" name="直線矢印コネクタ 39">
            <a:extLst>
              <a:ext uri="{FF2B5EF4-FFF2-40B4-BE49-F238E27FC236}">
                <a16:creationId xmlns:a16="http://schemas.microsoft.com/office/drawing/2014/main" id="{C5149AC6-3420-EF58-2CF2-9B3849AC2122}"/>
              </a:ext>
            </a:extLst>
          </p:cNvPr>
          <p:cNvCxnSpPr/>
          <p:nvPr/>
        </p:nvCxnSpPr>
        <p:spPr bwMode="auto">
          <a:xfrm>
            <a:off x="4583832" y="4772477"/>
            <a:ext cx="3930692"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1" name="テキスト ボックス 40">
            <a:extLst>
              <a:ext uri="{FF2B5EF4-FFF2-40B4-BE49-F238E27FC236}">
                <a16:creationId xmlns:a16="http://schemas.microsoft.com/office/drawing/2014/main" id="{3B3EAC42-DF05-F03A-F203-5FAB0BB56834}"/>
              </a:ext>
            </a:extLst>
          </p:cNvPr>
          <p:cNvSpPr txBox="1"/>
          <p:nvPr/>
        </p:nvSpPr>
        <p:spPr bwMode="auto">
          <a:xfrm>
            <a:off x="5909724" y="4409628"/>
            <a:ext cx="2361390"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SB</a:t>
            </a:r>
            <a:r>
              <a:rPr kumimoji="1" lang="ja-JP" altLang="en-US" sz="1600" kern="0">
                <a:latin typeface="BIZ UDPゴシック" panose="020B0400000000000000" pitchFamily="50" charset="-128"/>
                <a:ea typeface="BIZ UDPゴシック" panose="020B0400000000000000" pitchFamily="50" charset="-128"/>
              </a:rPr>
              <a:t>は３章へとズレる</a:t>
            </a:r>
          </a:p>
        </p:txBody>
      </p:sp>
    </p:spTree>
    <p:extLst>
      <p:ext uri="{BB962C8B-B14F-4D97-AF65-F5344CB8AC3E}">
        <p14:creationId xmlns:p14="http://schemas.microsoft.com/office/powerpoint/2010/main" val="3369171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CF1EE-77CF-6A75-1E76-2BAD48007319}"/>
            </a:ext>
          </a:extLst>
        </p:cNvPr>
        <p:cNvGrpSpPr/>
        <p:nvPr/>
      </p:nvGrpSpPr>
      <p:grpSpPr>
        <a:xfrm>
          <a:off x="0" y="0"/>
          <a:ext cx="0" cy="0"/>
          <a:chOff x="0" y="0"/>
          <a:chExt cx="0" cy="0"/>
        </a:xfrm>
      </p:grpSpPr>
      <p:sp>
        <p:nvSpPr>
          <p:cNvPr id="14" name="テキスト ボックス 13">
            <a:extLst>
              <a:ext uri="{FF2B5EF4-FFF2-40B4-BE49-F238E27FC236}">
                <a16:creationId xmlns:a16="http://schemas.microsoft.com/office/drawing/2014/main" id="{E4F99145-E9DF-456D-7905-BD48BBC407A4}"/>
              </a:ext>
            </a:extLst>
          </p:cNvPr>
          <p:cNvSpPr txBox="1"/>
          <p:nvPr/>
        </p:nvSpPr>
        <p:spPr bwMode="auto">
          <a:xfrm>
            <a:off x="4151784" y="3232255"/>
            <a:ext cx="2448272" cy="280076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p:txBody>
      </p:sp>
      <p:sp>
        <p:nvSpPr>
          <p:cNvPr id="26" name="テキスト ボックス 25">
            <a:extLst>
              <a:ext uri="{FF2B5EF4-FFF2-40B4-BE49-F238E27FC236}">
                <a16:creationId xmlns:a16="http://schemas.microsoft.com/office/drawing/2014/main" id="{257FA2F8-A6AF-5A49-4A20-97C1D4E5AC8F}"/>
              </a:ext>
            </a:extLst>
          </p:cNvPr>
          <p:cNvSpPr txBox="1"/>
          <p:nvPr/>
        </p:nvSpPr>
        <p:spPr bwMode="auto">
          <a:xfrm>
            <a:off x="8821631" y="3232255"/>
            <a:ext cx="2448272" cy="280076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a:p>
            <a:endParaRPr lang="en-US" altLang="ja-JP" sz="1600">
              <a:latin typeface="游ゴシック" panose="020B0400000000000000" pitchFamily="50" charset="-128"/>
              <a:ea typeface="游ゴシック" panose="020B0400000000000000" pitchFamily="50" charset="-128"/>
            </a:endParaRPr>
          </a:p>
        </p:txBody>
      </p:sp>
      <p:sp>
        <p:nvSpPr>
          <p:cNvPr id="2" name="タイトル 1">
            <a:extLst>
              <a:ext uri="{FF2B5EF4-FFF2-40B4-BE49-F238E27FC236}">
                <a16:creationId xmlns:a16="http://schemas.microsoft.com/office/drawing/2014/main" id="{6192FDB2-07C1-8AEE-FC7C-3E0FCB5C1ACA}"/>
              </a:ext>
            </a:extLst>
          </p:cNvPr>
          <p:cNvSpPr>
            <a:spLocks noGrp="1"/>
          </p:cNvSpPr>
          <p:nvPr>
            <p:ph type="title"/>
          </p:nvPr>
        </p:nvSpPr>
        <p:spPr/>
        <p:txBody>
          <a:bodyPr/>
          <a:lstStyle/>
          <a:p>
            <a:r>
              <a:rPr lang="ja-JP" altLang="en-US"/>
              <a:t>変換例</a:t>
            </a:r>
            <a:r>
              <a:rPr lang="en-US" altLang="ja-JP"/>
              <a:t>(4) </a:t>
            </a:r>
            <a:r>
              <a:rPr lang="ja-JP" altLang="en-US"/>
              <a:t>目次生成</a:t>
            </a:r>
            <a:endParaRPr kumimoji="1" lang="ja-JP" altLang="en-US"/>
          </a:p>
        </p:txBody>
      </p:sp>
      <p:sp>
        <p:nvSpPr>
          <p:cNvPr id="4" name="スライド番号プレースホルダー 3">
            <a:extLst>
              <a:ext uri="{FF2B5EF4-FFF2-40B4-BE49-F238E27FC236}">
                <a16:creationId xmlns:a16="http://schemas.microsoft.com/office/drawing/2014/main" id="{51B75C68-6C5B-E63A-1529-40EA0FC39EBF}"/>
              </a:ext>
            </a:extLst>
          </p:cNvPr>
          <p:cNvSpPr>
            <a:spLocks noGrp="1"/>
          </p:cNvSpPr>
          <p:nvPr>
            <p:ph type="sldNum" sz="quarter" idx="12"/>
          </p:nvPr>
        </p:nvSpPr>
        <p:spPr/>
        <p:txBody>
          <a:bodyPr/>
          <a:lstStyle/>
          <a:p>
            <a:fld id="{D2D8002D-B5B0-4BAC-B1F6-782DDCCE6D9C}" type="slidenum">
              <a:rPr lang="ja-JP" altLang="en-US" smtClean="0"/>
              <a:pPr/>
              <a:t>8</a:t>
            </a:fld>
            <a:endParaRPr lang="ja-JP" altLang="en-US"/>
          </a:p>
        </p:txBody>
      </p:sp>
      <p:sp>
        <p:nvSpPr>
          <p:cNvPr id="5" name="フッター プレースホルダー 4">
            <a:extLst>
              <a:ext uri="{FF2B5EF4-FFF2-40B4-BE49-F238E27FC236}">
                <a16:creationId xmlns:a16="http://schemas.microsoft.com/office/drawing/2014/main" id="{69800776-EDFF-676E-BFDC-5A56181EFD9D}"/>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CDC41AF7-1CA3-FF83-208A-12C2CB45A6B4}"/>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目次を自動生成することができます</a:t>
            </a:r>
            <a:endParaRPr lang="en-US" altLang="ja-JP" kern="0">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0DE20F6F-B27B-70B3-D519-BDED0885D273}"/>
              </a:ext>
            </a:extLst>
          </p:cNvPr>
          <p:cNvSpPr txBox="1"/>
          <p:nvPr/>
        </p:nvSpPr>
        <p:spPr bwMode="auto">
          <a:xfrm>
            <a:off x="750191" y="3232255"/>
            <a:ext cx="2448272" cy="270843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rtlCol="0" anchor="t" anchorCtr="0" compatLnSpc="1">
            <a:prstTxWarp prst="textNoShape">
              <a:avLst/>
            </a:prstTxWarp>
            <a:spAutoFit/>
          </a:bodyPr>
          <a:lstStyle/>
          <a:p>
            <a:r>
              <a:rPr lang="en-US" altLang="ja-JP" sz="1600">
                <a:latin typeface="游ゴシック" panose="020B0400000000000000" pitchFamily="50" charset="-128"/>
                <a:ea typeface="游ゴシック" panose="020B0400000000000000" pitchFamily="50" charset="-128"/>
              </a:rPr>
              <a:t>#DT#SA#</a:t>
            </a:r>
            <a:r>
              <a:rPr lang="ja-JP" altLang="en-US" sz="1600">
                <a:latin typeface="游ゴシック" panose="020B0400000000000000" pitchFamily="50" charset="-128"/>
                <a:ea typeface="游ゴシック" panose="020B0400000000000000" pitchFamily="50" charset="-128"/>
              </a:rPr>
              <a:t>　日本列島</a:t>
            </a:r>
            <a:endParaRPr lang="en-US" altLang="ja-JP" sz="1600">
              <a:latin typeface="游ゴシック" panose="020B0400000000000000" pitchFamily="50" charset="-128"/>
              <a:ea typeface="游ゴシック" panose="020B0400000000000000" pitchFamily="50" charset="-128"/>
            </a:endParaRPr>
          </a:p>
          <a:p>
            <a:endParaRPr lang="en-US" altLang="ja-JP" sz="8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#DT#SA.P1#</a:t>
            </a:r>
            <a:r>
              <a:rPr lang="ja-JP" altLang="en-US" sz="1600">
                <a:latin typeface="游ゴシック" panose="020B0400000000000000" pitchFamily="50" charset="-128"/>
                <a:ea typeface="游ゴシック" panose="020B0400000000000000" pitchFamily="50" charset="-128"/>
              </a:rPr>
              <a:t>　本州</a:t>
            </a:r>
            <a:endParaRPr lang="en-US" altLang="ja-JP" sz="16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#DT#SA.P2#</a:t>
            </a:r>
            <a:r>
              <a:rPr lang="ja-JP" altLang="en-US" sz="1600">
                <a:latin typeface="游ゴシック" panose="020B0400000000000000" pitchFamily="50" charset="-128"/>
                <a:ea typeface="游ゴシック" panose="020B0400000000000000" pitchFamily="50" charset="-128"/>
              </a:rPr>
              <a:t>　九州</a:t>
            </a:r>
            <a:endParaRPr lang="en-US" altLang="ja-JP" sz="16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#DT#SA.P3#</a:t>
            </a:r>
            <a:r>
              <a:rPr lang="ja-JP" altLang="en-US" sz="1600">
                <a:latin typeface="游ゴシック" panose="020B0400000000000000" pitchFamily="50" charset="-128"/>
                <a:ea typeface="游ゴシック" panose="020B0400000000000000" pitchFamily="50" charset="-128"/>
              </a:rPr>
              <a:t>　四国</a:t>
            </a:r>
            <a:endParaRPr lang="en-US" altLang="ja-JP" sz="16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#DT#SA.P4#</a:t>
            </a:r>
            <a:r>
              <a:rPr lang="ja-JP" altLang="en-US" sz="1600">
                <a:latin typeface="游ゴシック" panose="020B0400000000000000" pitchFamily="50" charset="-128"/>
                <a:ea typeface="游ゴシック" panose="020B0400000000000000" pitchFamily="50" charset="-128"/>
              </a:rPr>
              <a:t>　北海道</a:t>
            </a:r>
            <a:endParaRPr lang="en-US" altLang="ja-JP" sz="1600">
              <a:latin typeface="游ゴシック" panose="020B0400000000000000" pitchFamily="50" charset="-128"/>
              <a:ea typeface="游ゴシック" panose="020B0400000000000000" pitchFamily="50" charset="-128"/>
            </a:endParaRPr>
          </a:p>
          <a:p>
            <a:endParaRPr lang="en-US" altLang="ja-JP" sz="10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#DT#SB#</a:t>
            </a:r>
            <a:r>
              <a:rPr lang="ja-JP" altLang="en-US" sz="1600">
                <a:latin typeface="游ゴシック" panose="020B0400000000000000" pitchFamily="50" charset="-128"/>
                <a:ea typeface="游ゴシック" panose="020B0400000000000000" pitchFamily="50" charset="-128"/>
              </a:rPr>
              <a:t>　三大都市</a:t>
            </a:r>
            <a:endParaRPr lang="en-US" altLang="ja-JP" sz="1600">
              <a:latin typeface="游ゴシック" panose="020B0400000000000000" pitchFamily="50" charset="-128"/>
              <a:ea typeface="游ゴシック" panose="020B0400000000000000" pitchFamily="50" charset="-128"/>
            </a:endParaRPr>
          </a:p>
          <a:p>
            <a:endParaRPr lang="en-US" altLang="ja-JP" sz="8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#DT#SB.P1#</a:t>
            </a:r>
            <a:r>
              <a:rPr lang="ja-JP" altLang="en-US" sz="1600">
                <a:latin typeface="游ゴシック" panose="020B0400000000000000" pitchFamily="50" charset="-128"/>
                <a:ea typeface="游ゴシック" panose="020B0400000000000000" pitchFamily="50" charset="-128"/>
              </a:rPr>
              <a:t>　東京</a:t>
            </a:r>
            <a:endParaRPr lang="en-US" altLang="ja-JP" sz="16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#DT#SB.P2#</a:t>
            </a:r>
            <a:r>
              <a:rPr lang="ja-JP" altLang="en-US" sz="1600">
                <a:latin typeface="游ゴシック" panose="020B0400000000000000" pitchFamily="50" charset="-128"/>
                <a:ea typeface="游ゴシック" panose="020B0400000000000000" pitchFamily="50" charset="-128"/>
              </a:rPr>
              <a:t>　大阪</a:t>
            </a:r>
            <a:endParaRPr lang="en-US" altLang="ja-JP" sz="1600">
              <a:latin typeface="游ゴシック" panose="020B0400000000000000" pitchFamily="50" charset="-128"/>
              <a:ea typeface="游ゴシック" panose="020B0400000000000000" pitchFamily="50" charset="-128"/>
            </a:endParaRPr>
          </a:p>
          <a:p>
            <a:r>
              <a:rPr lang="en-US" altLang="ja-JP" sz="1600">
                <a:latin typeface="游ゴシック" panose="020B0400000000000000" pitchFamily="50" charset="-128"/>
                <a:ea typeface="游ゴシック" panose="020B0400000000000000" pitchFamily="50" charset="-128"/>
              </a:rPr>
              <a:t>#DT#SB.P3#</a:t>
            </a:r>
            <a:r>
              <a:rPr lang="ja-JP" altLang="en-US" sz="1600">
                <a:latin typeface="游ゴシック" panose="020B0400000000000000" pitchFamily="50" charset="-128"/>
                <a:ea typeface="游ゴシック" panose="020B0400000000000000" pitchFamily="50" charset="-128"/>
              </a:rPr>
              <a:t>　名古屋</a:t>
            </a:r>
            <a:endParaRPr lang="en-US" altLang="ja-JP" sz="1600">
              <a:latin typeface="游ゴシック" panose="020B0400000000000000" pitchFamily="50" charset="-128"/>
              <a:ea typeface="游ゴシック" panose="020B0400000000000000" pitchFamily="50" charset="-128"/>
            </a:endParaRPr>
          </a:p>
        </p:txBody>
      </p:sp>
      <p:sp>
        <p:nvSpPr>
          <p:cNvPr id="7" name="テキスト ボックス 6">
            <a:extLst>
              <a:ext uri="{FF2B5EF4-FFF2-40B4-BE49-F238E27FC236}">
                <a16:creationId xmlns:a16="http://schemas.microsoft.com/office/drawing/2014/main" id="{BCD04D2C-A318-87B7-0970-8179892DCA85}"/>
              </a:ext>
            </a:extLst>
          </p:cNvPr>
          <p:cNvSpPr txBox="1"/>
          <p:nvPr/>
        </p:nvSpPr>
        <p:spPr bwMode="auto">
          <a:xfrm>
            <a:off x="1307468" y="2853973"/>
            <a:ext cx="165618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SOURCE</a:t>
            </a:r>
            <a:endParaRPr kumimoji="1" lang="ja-JP" altLang="en-US" sz="1600" kern="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FFFC1B0E-5030-8CB4-95D4-1177F67A8656}"/>
              </a:ext>
            </a:extLst>
          </p:cNvPr>
          <p:cNvSpPr txBox="1"/>
          <p:nvPr/>
        </p:nvSpPr>
        <p:spPr bwMode="auto">
          <a:xfrm>
            <a:off x="4437869" y="3533691"/>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#RLISTIT#SA</a:t>
            </a:r>
          </a:p>
        </p:txBody>
      </p:sp>
      <p:sp>
        <p:nvSpPr>
          <p:cNvPr id="11" name="テキスト ボックス 10">
            <a:extLst>
              <a:ext uri="{FF2B5EF4-FFF2-40B4-BE49-F238E27FC236}">
                <a16:creationId xmlns:a16="http://schemas.microsoft.com/office/drawing/2014/main" id="{E9519365-FBF3-7B2C-2E9F-899902C2E06D}"/>
              </a:ext>
            </a:extLst>
          </p:cNvPr>
          <p:cNvSpPr txBox="1"/>
          <p:nvPr/>
        </p:nvSpPr>
        <p:spPr bwMode="auto">
          <a:xfrm>
            <a:off x="911425" y="1820142"/>
            <a:ext cx="2448270"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このような </a:t>
            </a:r>
            <a:r>
              <a:rPr kumimoji="1" lang="en-US" altLang="ja-JP" sz="1600" kern="0">
                <a:latin typeface="BIZ UDPゴシック" panose="020B0400000000000000" pitchFamily="50" charset="-128"/>
                <a:ea typeface="BIZ UDPゴシック" panose="020B0400000000000000" pitchFamily="50" charset="-128"/>
              </a:rPr>
              <a:t>#DT# </a:t>
            </a:r>
            <a:r>
              <a:rPr kumimoji="1" lang="ja-JP" altLang="en-US" sz="1600" kern="0">
                <a:latin typeface="BIZ UDPゴシック" panose="020B0400000000000000" pitchFamily="50" charset="-128"/>
                <a:ea typeface="BIZ UDPゴシック" panose="020B0400000000000000" pitchFamily="50" charset="-128"/>
              </a:rPr>
              <a:t>タグがあるとして・・・・</a:t>
            </a:r>
          </a:p>
        </p:txBody>
      </p:sp>
      <p:cxnSp>
        <p:nvCxnSpPr>
          <p:cNvPr id="12" name="直線矢印コネクタ 11">
            <a:extLst>
              <a:ext uri="{FF2B5EF4-FFF2-40B4-BE49-F238E27FC236}">
                <a16:creationId xmlns:a16="http://schemas.microsoft.com/office/drawing/2014/main" id="{8DE7AD50-9FC2-1E3E-63CE-D2B4786FAE17}"/>
              </a:ext>
            </a:extLst>
          </p:cNvPr>
          <p:cNvCxnSpPr/>
          <p:nvPr/>
        </p:nvCxnSpPr>
        <p:spPr bwMode="auto">
          <a:xfrm>
            <a:off x="1847528" y="24939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13" name="テキスト ボックス 12">
            <a:extLst>
              <a:ext uri="{FF2B5EF4-FFF2-40B4-BE49-F238E27FC236}">
                <a16:creationId xmlns:a16="http://schemas.microsoft.com/office/drawing/2014/main" id="{0AC5D63B-985A-1724-D222-CEB65247C8EA}"/>
              </a:ext>
            </a:extLst>
          </p:cNvPr>
          <p:cNvSpPr txBox="1"/>
          <p:nvPr/>
        </p:nvSpPr>
        <p:spPr bwMode="auto">
          <a:xfrm>
            <a:off x="4172791" y="3225413"/>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#RIT#SA#</a:t>
            </a:r>
          </a:p>
        </p:txBody>
      </p:sp>
      <p:sp>
        <p:nvSpPr>
          <p:cNvPr id="16" name="テキスト ボックス 15">
            <a:extLst>
              <a:ext uri="{FF2B5EF4-FFF2-40B4-BE49-F238E27FC236}">
                <a16:creationId xmlns:a16="http://schemas.microsoft.com/office/drawing/2014/main" id="{179348C4-6447-64A8-E455-4A0E95FC12C0}"/>
              </a:ext>
            </a:extLst>
          </p:cNvPr>
          <p:cNvSpPr txBox="1"/>
          <p:nvPr/>
        </p:nvSpPr>
        <p:spPr bwMode="auto">
          <a:xfrm>
            <a:off x="4432875" y="5049413"/>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#RLISTIT#SB</a:t>
            </a:r>
          </a:p>
        </p:txBody>
      </p:sp>
      <p:sp>
        <p:nvSpPr>
          <p:cNvPr id="21" name="テキスト ボックス 20">
            <a:extLst>
              <a:ext uri="{FF2B5EF4-FFF2-40B4-BE49-F238E27FC236}">
                <a16:creationId xmlns:a16="http://schemas.microsoft.com/office/drawing/2014/main" id="{E407195C-1464-C1BC-B88C-CEDE9297D276}"/>
              </a:ext>
            </a:extLst>
          </p:cNvPr>
          <p:cNvSpPr txBox="1"/>
          <p:nvPr/>
        </p:nvSpPr>
        <p:spPr bwMode="auto">
          <a:xfrm>
            <a:off x="4167797" y="4741135"/>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#RIT#SB#</a:t>
            </a:r>
          </a:p>
        </p:txBody>
      </p:sp>
      <p:sp>
        <p:nvSpPr>
          <p:cNvPr id="22" name="テキスト ボックス 21">
            <a:extLst>
              <a:ext uri="{FF2B5EF4-FFF2-40B4-BE49-F238E27FC236}">
                <a16:creationId xmlns:a16="http://schemas.microsoft.com/office/drawing/2014/main" id="{70F9758E-CBAE-4A87-13CF-BD3242EC1DD1}"/>
              </a:ext>
            </a:extLst>
          </p:cNvPr>
          <p:cNvSpPr txBox="1"/>
          <p:nvPr/>
        </p:nvSpPr>
        <p:spPr bwMode="auto">
          <a:xfrm>
            <a:off x="4676875" y="2853973"/>
            <a:ext cx="165618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SOURCE</a:t>
            </a:r>
            <a:endParaRPr kumimoji="1" lang="ja-JP" altLang="en-US" sz="1600" kern="0">
              <a:latin typeface="BIZ UDPゴシック" panose="020B0400000000000000" pitchFamily="50" charset="-128"/>
              <a:ea typeface="BIZ UDPゴシック" panose="020B0400000000000000" pitchFamily="50" charset="-128"/>
            </a:endParaRPr>
          </a:p>
        </p:txBody>
      </p:sp>
      <p:sp>
        <p:nvSpPr>
          <p:cNvPr id="24" name="テキスト ボックス 23">
            <a:extLst>
              <a:ext uri="{FF2B5EF4-FFF2-40B4-BE49-F238E27FC236}">
                <a16:creationId xmlns:a16="http://schemas.microsoft.com/office/drawing/2014/main" id="{DE3686BE-E276-1B39-7C34-FDD994AE373D}"/>
              </a:ext>
            </a:extLst>
          </p:cNvPr>
          <p:cNvSpPr txBox="1"/>
          <p:nvPr/>
        </p:nvSpPr>
        <p:spPr bwMode="auto">
          <a:xfrm>
            <a:off x="9107716" y="3533691"/>
            <a:ext cx="2088232" cy="122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lang="en-US" altLang="ja-JP" sz="1600" kern="0">
                <a:latin typeface="BIZ UDPゴシック" panose="020B0400000000000000" pitchFamily="50" charset="-128"/>
                <a:ea typeface="BIZ UDPゴシック" panose="020B0400000000000000" pitchFamily="50" charset="-128"/>
              </a:rPr>
              <a:t>1.1</a:t>
            </a:r>
            <a:r>
              <a:rPr lang="ja-JP" altLang="en-US" sz="1600" kern="0">
                <a:latin typeface="BIZ UDPゴシック" panose="020B0400000000000000" pitchFamily="50" charset="-128"/>
                <a:ea typeface="BIZ UDPゴシック" panose="020B0400000000000000" pitchFamily="50" charset="-128"/>
              </a:rPr>
              <a:t>　本州</a:t>
            </a:r>
          </a:p>
          <a:p>
            <a:pPr>
              <a:lnSpc>
                <a:spcPct val="120000"/>
              </a:lnSpc>
            </a:pPr>
            <a:r>
              <a:rPr lang="en-US" altLang="ja-JP" sz="1600" kern="0">
                <a:latin typeface="BIZ UDPゴシック" panose="020B0400000000000000" pitchFamily="50" charset="-128"/>
                <a:ea typeface="BIZ UDPゴシック" panose="020B0400000000000000" pitchFamily="50" charset="-128"/>
              </a:rPr>
              <a:t>1.2</a:t>
            </a:r>
            <a:r>
              <a:rPr lang="ja-JP" altLang="en-US" sz="1600" kern="0">
                <a:latin typeface="BIZ UDPゴシック" panose="020B0400000000000000" pitchFamily="50" charset="-128"/>
                <a:ea typeface="BIZ UDPゴシック" panose="020B0400000000000000" pitchFamily="50" charset="-128"/>
              </a:rPr>
              <a:t>　九州</a:t>
            </a:r>
          </a:p>
          <a:p>
            <a:pPr>
              <a:lnSpc>
                <a:spcPct val="120000"/>
              </a:lnSpc>
            </a:pPr>
            <a:r>
              <a:rPr lang="en-US" altLang="ja-JP" sz="1600" kern="0">
                <a:latin typeface="BIZ UDPゴシック" panose="020B0400000000000000" pitchFamily="50" charset="-128"/>
                <a:ea typeface="BIZ UDPゴシック" panose="020B0400000000000000" pitchFamily="50" charset="-128"/>
              </a:rPr>
              <a:t>1.3</a:t>
            </a:r>
            <a:r>
              <a:rPr lang="ja-JP" altLang="en-US" sz="1600" kern="0">
                <a:latin typeface="BIZ UDPゴシック" panose="020B0400000000000000" pitchFamily="50" charset="-128"/>
                <a:ea typeface="BIZ UDPゴシック" panose="020B0400000000000000" pitchFamily="50" charset="-128"/>
              </a:rPr>
              <a:t>　四国</a:t>
            </a:r>
          </a:p>
          <a:p>
            <a:pPr>
              <a:lnSpc>
                <a:spcPct val="120000"/>
              </a:lnSpc>
            </a:pPr>
            <a:r>
              <a:rPr lang="ja-JP" altLang="en-US" sz="1600" kern="0">
                <a:latin typeface="BIZ UDPゴシック" panose="020B0400000000000000" pitchFamily="50" charset="-128"/>
                <a:ea typeface="BIZ UDPゴシック" panose="020B0400000000000000" pitchFamily="50" charset="-128"/>
              </a:rPr>
              <a:t>１．４　北海道</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25" name="テキスト ボックス 24">
            <a:extLst>
              <a:ext uri="{FF2B5EF4-FFF2-40B4-BE49-F238E27FC236}">
                <a16:creationId xmlns:a16="http://schemas.microsoft.com/office/drawing/2014/main" id="{1D0F0370-BC27-0579-C418-F909CEE4DAD7}"/>
              </a:ext>
            </a:extLst>
          </p:cNvPr>
          <p:cNvSpPr txBox="1"/>
          <p:nvPr/>
        </p:nvSpPr>
        <p:spPr bwMode="auto">
          <a:xfrm>
            <a:off x="8842638" y="3225413"/>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1</a:t>
            </a:r>
            <a:r>
              <a:rPr kumimoji="1" lang="ja-JP" altLang="en-US" sz="1600" kern="0">
                <a:latin typeface="BIZ UDPゴシック" panose="020B0400000000000000" pitchFamily="50" charset="-128"/>
                <a:ea typeface="BIZ UDPゴシック" panose="020B0400000000000000" pitchFamily="50" charset="-128"/>
              </a:rPr>
              <a:t>　日本列島</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27" name="テキスト ボックス 26">
            <a:extLst>
              <a:ext uri="{FF2B5EF4-FFF2-40B4-BE49-F238E27FC236}">
                <a16:creationId xmlns:a16="http://schemas.microsoft.com/office/drawing/2014/main" id="{E42A7B9C-1F2D-A581-745D-1E72B4D5F1CB}"/>
              </a:ext>
            </a:extLst>
          </p:cNvPr>
          <p:cNvSpPr txBox="1"/>
          <p:nvPr/>
        </p:nvSpPr>
        <p:spPr bwMode="auto">
          <a:xfrm>
            <a:off x="9102722" y="5049413"/>
            <a:ext cx="2088232" cy="934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ja-JP" altLang="en-US" sz="1600" kern="0">
                <a:latin typeface="BIZ UDPゴシック" panose="020B0400000000000000" pitchFamily="50" charset="-128"/>
                <a:ea typeface="BIZ UDPゴシック" panose="020B0400000000000000" pitchFamily="50" charset="-128"/>
              </a:rPr>
              <a:t>２．１　東京</a:t>
            </a:r>
            <a:endParaRPr kumimoji="1" lang="en-US" altLang="ja-JP" sz="1600" kern="0">
              <a:latin typeface="BIZ UDPゴシック" panose="020B0400000000000000" pitchFamily="50" charset="-128"/>
              <a:ea typeface="BIZ UDPゴシック" panose="020B0400000000000000" pitchFamily="50" charset="-128"/>
            </a:endParaRPr>
          </a:p>
          <a:p>
            <a:pPr>
              <a:lnSpc>
                <a:spcPct val="120000"/>
              </a:lnSpc>
            </a:pPr>
            <a:r>
              <a:rPr kumimoji="1" lang="ja-JP" altLang="en-US" sz="1600" kern="0">
                <a:latin typeface="BIZ UDPゴシック" panose="020B0400000000000000" pitchFamily="50" charset="-128"/>
                <a:ea typeface="BIZ UDPゴシック" panose="020B0400000000000000" pitchFamily="50" charset="-128"/>
              </a:rPr>
              <a:t>２．２　大阪</a:t>
            </a:r>
            <a:endParaRPr kumimoji="1" lang="en-US" altLang="ja-JP" sz="1600" kern="0">
              <a:latin typeface="BIZ UDPゴシック" panose="020B0400000000000000" pitchFamily="50" charset="-128"/>
              <a:ea typeface="BIZ UDPゴシック" panose="020B0400000000000000" pitchFamily="50" charset="-128"/>
            </a:endParaRPr>
          </a:p>
          <a:p>
            <a:pPr>
              <a:lnSpc>
                <a:spcPct val="120000"/>
              </a:lnSpc>
            </a:pPr>
            <a:r>
              <a:rPr kumimoji="1" lang="ja-JP" altLang="en-US" sz="1600" kern="0">
                <a:latin typeface="BIZ UDPゴシック" panose="020B0400000000000000" pitchFamily="50" charset="-128"/>
                <a:ea typeface="BIZ UDPゴシック" panose="020B0400000000000000" pitchFamily="50" charset="-128"/>
              </a:rPr>
              <a:t>２．３　名古屋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4" name="テキスト ボックス 33">
            <a:extLst>
              <a:ext uri="{FF2B5EF4-FFF2-40B4-BE49-F238E27FC236}">
                <a16:creationId xmlns:a16="http://schemas.microsoft.com/office/drawing/2014/main" id="{A079C429-3700-6F08-770D-CB48D6E62CC2}"/>
              </a:ext>
            </a:extLst>
          </p:cNvPr>
          <p:cNvSpPr txBox="1"/>
          <p:nvPr/>
        </p:nvSpPr>
        <p:spPr bwMode="auto">
          <a:xfrm>
            <a:off x="8837644" y="4741135"/>
            <a:ext cx="2088232"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ja-JP" altLang="en-US" sz="1600" kern="0">
                <a:latin typeface="BIZ UDPゴシック" panose="020B0400000000000000" pitchFamily="50" charset="-128"/>
                <a:ea typeface="BIZ UDPゴシック" panose="020B0400000000000000" pitchFamily="50" charset="-128"/>
              </a:rPr>
              <a:t>２　三大都市</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テキスト ボックス 38">
            <a:extLst>
              <a:ext uri="{FF2B5EF4-FFF2-40B4-BE49-F238E27FC236}">
                <a16:creationId xmlns:a16="http://schemas.microsoft.com/office/drawing/2014/main" id="{1E1A7057-A321-DFF5-8734-16E40E526474}"/>
              </a:ext>
            </a:extLst>
          </p:cNvPr>
          <p:cNvSpPr txBox="1"/>
          <p:nvPr/>
        </p:nvSpPr>
        <p:spPr bwMode="auto">
          <a:xfrm>
            <a:off x="9346722" y="2853973"/>
            <a:ext cx="165618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変換結果</a:t>
            </a:r>
          </a:p>
        </p:txBody>
      </p:sp>
      <p:sp>
        <p:nvSpPr>
          <p:cNvPr id="40" name="テキスト ボックス 39">
            <a:extLst>
              <a:ext uri="{FF2B5EF4-FFF2-40B4-BE49-F238E27FC236}">
                <a16:creationId xmlns:a16="http://schemas.microsoft.com/office/drawing/2014/main" id="{541AC726-D805-ED42-0554-7056F77F8486}"/>
              </a:ext>
            </a:extLst>
          </p:cNvPr>
          <p:cNvSpPr txBox="1"/>
          <p:nvPr/>
        </p:nvSpPr>
        <p:spPr bwMode="auto">
          <a:xfrm>
            <a:off x="3863752" y="1820142"/>
            <a:ext cx="3024336"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#RIT# </a:t>
            </a:r>
            <a:r>
              <a:rPr kumimoji="1" lang="ja-JP" altLang="en-US" sz="1600" kern="0">
                <a:latin typeface="BIZ UDPゴシック" panose="020B0400000000000000" pitchFamily="50" charset="-128"/>
                <a:ea typeface="BIZ UDPゴシック" panose="020B0400000000000000" pitchFamily="50" charset="-128"/>
              </a:rPr>
              <a:t>および </a:t>
            </a:r>
            <a:r>
              <a:rPr kumimoji="1" lang="en-US" altLang="ja-JP" sz="1600" kern="0">
                <a:latin typeface="BIZ UDPゴシック" panose="020B0400000000000000" pitchFamily="50" charset="-128"/>
                <a:ea typeface="BIZ UDPゴシック" panose="020B0400000000000000" pitchFamily="50" charset="-128"/>
              </a:rPr>
              <a:t>#RLISTIT# </a:t>
            </a:r>
            <a:r>
              <a:rPr kumimoji="1" lang="ja-JP" altLang="en-US" sz="1600" kern="0">
                <a:latin typeface="BIZ UDPゴシック" panose="020B0400000000000000" pitchFamily="50" charset="-128"/>
                <a:ea typeface="BIZ UDPゴシック" panose="020B0400000000000000" pitchFamily="50" charset="-128"/>
              </a:rPr>
              <a:t>というタグで目次を生成できる</a:t>
            </a:r>
          </a:p>
        </p:txBody>
      </p:sp>
      <p:cxnSp>
        <p:nvCxnSpPr>
          <p:cNvPr id="41" name="直線矢印コネクタ 40">
            <a:extLst>
              <a:ext uri="{FF2B5EF4-FFF2-40B4-BE49-F238E27FC236}">
                <a16:creationId xmlns:a16="http://schemas.microsoft.com/office/drawing/2014/main" id="{1C7400B8-55FD-A1DB-6EB7-E2F3C2917E4B}"/>
              </a:ext>
            </a:extLst>
          </p:cNvPr>
          <p:cNvCxnSpPr/>
          <p:nvPr/>
        </p:nvCxnSpPr>
        <p:spPr bwMode="auto">
          <a:xfrm>
            <a:off x="5231903" y="2493933"/>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42" name="四角形: 角を丸くする 41">
            <a:extLst>
              <a:ext uri="{FF2B5EF4-FFF2-40B4-BE49-F238E27FC236}">
                <a16:creationId xmlns:a16="http://schemas.microsoft.com/office/drawing/2014/main" id="{F620F3B6-3A41-6FE2-64BE-C5DAFEC109C5}"/>
              </a:ext>
            </a:extLst>
          </p:cNvPr>
          <p:cNvSpPr/>
          <p:nvPr/>
        </p:nvSpPr>
        <p:spPr bwMode="auto">
          <a:xfrm>
            <a:off x="4167797" y="4741135"/>
            <a:ext cx="2353310" cy="776097"/>
          </a:xfrm>
          <a:prstGeom prst="roundRect">
            <a:avLst/>
          </a:prstGeom>
          <a:no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43" name="直線矢印コネクタ 42">
            <a:extLst>
              <a:ext uri="{FF2B5EF4-FFF2-40B4-BE49-F238E27FC236}">
                <a16:creationId xmlns:a16="http://schemas.microsoft.com/office/drawing/2014/main" id="{67750897-F966-8849-F523-9E14C0408344}"/>
              </a:ext>
            </a:extLst>
          </p:cNvPr>
          <p:cNvCxnSpPr/>
          <p:nvPr/>
        </p:nvCxnSpPr>
        <p:spPr bwMode="auto">
          <a:xfrm>
            <a:off x="5591944" y="4885157"/>
            <a:ext cx="3210612" cy="0"/>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4" name="テキスト ボックス 43">
            <a:extLst>
              <a:ext uri="{FF2B5EF4-FFF2-40B4-BE49-F238E27FC236}">
                <a16:creationId xmlns:a16="http://schemas.microsoft.com/office/drawing/2014/main" id="{7EE35285-B011-885C-873A-2234749CF452}"/>
              </a:ext>
            </a:extLst>
          </p:cNvPr>
          <p:cNvSpPr txBox="1"/>
          <p:nvPr/>
        </p:nvSpPr>
        <p:spPr bwMode="auto">
          <a:xfrm>
            <a:off x="6738320" y="4280517"/>
            <a:ext cx="2361390"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#SB# </a:t>
            </a:r>
            <a:r>
              <a:rPr kumimoji="1" lang="ja-JP" altLang="en-US" sz="1600" kern="0">
                <a:latin typeface="BIZ UDPゴシック" panose="020B0400000000000000" pitchFamily="50" charset="-128"/>
                <a:ea typeface="BIZ UDPゴシック" panose="020B0400000000000000" pitchFamily="50" charset="-128"/>
              </a:rPr>
              <a:t>の章タイトル</a:t>
            </a:r>
            <a:endParaRPr kumimoji="1" lang="en-US" altLang="ja-JP" sz="1600" kern="0">
              <a:latin typeface="BIZ UDPゴシック" panose="020B0400000000000000" pitchFamily="50" charset="-128"/>
              <a:ea typeface="BIZ UDPゴシック" panose="020B0400000000000000" pitchFamily="50" charset="-128"/>
            </a:endParaRPr>
          </a:p>
          <a:p>
            <a:pPr eaLnBrk="1"/>
            <a:r>
              <a:rPr kumimoji="1" lang="ja-JP" altLang="en-US" sz="1600" kern="0">
                <a:latin typeface="BIZ UDPゴシック" panose="020B0400000000000000" pitchFamily="50" charset="-128"/>
                <a:ea typeface="BIZ UDPゴシック" panose="020B0400000000000000" pitchFamily="50" charset="-128"/>
              </a:rPr>
              <a:t>に変換される</a:t>
            </a:r>
          </a:p>
        </p:txBody>
      </p:sp>
      <p:sp>
        <p:nvSpPr>
          <p:cNvPr id="46" name="テキスト ボックス 45">
            <a:extLst>
              <a:ext uri="{FF2B5EF4-FFF2-40B4-BE49-F238E27FC236}">
                <a16:creationId xmlns:a16="http://schemas.microsoft.com/office/drawing/2014/main" id="{33E1E3A3-3C9E-1F1D-B06C-D739A6C32EE2}"/>
              </a:ext>
            </a:extLst>
          </p:cNvPr>
          <p:cNvSpPr txBox="1"/>
          <p:nvPr/>
        </p:nvSpPr>
        <p:spPr bwMode="auto">
          <a:xfrm>
            <a:off x="6712622" y="5414035"/>
            <a:ext cx="2361390"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#SB# </a:t>
            </a:r>
            <a:r>
              <a:rPr kumimoji="1" lang="ja-JP" altLang="en-US" sz="1600" kern="0">
                <a:latin typeface="BIZ UDPゴシック" panose="020B0400000000000000" pitchFamily="50" charset="-128"/>
                <a:ea typeface="BIZ UDPゴシック" panose="020B0400000000000000" pitchFamily="50" charset="-128"/>
              </a:rPr>
              <a:t>の節タイトル</a:t>
            </a:r>
            <a:endParaRPr kumimoji="1" lang="en-US" altLang="ja-JP" sz="1600" kern="0">
              <a:latin typeface="BIZ UDPゴシック" panose="020B0400000000000000" pitchFamily="50" charset="-128"/>
              <a:ea typeface="BIZ UDPゴシック" panose="020B0400000000000000" pitchFamily="50" charset="-128"/>
            </a:endParaRPr>
          </a:p>
          <a:p>
            <a:pPr eaLnBrk="1"/>
            <a:r>
              <a:rPr kumimoji="1" lang="ja-JP" altLang="en-US" sz="1600" kern="0">
                <a:latin typeface="BIZ UDPゴシック" panose="020B0400000000000000" pitchFamily="50" charset="-128"/>
                <a:ea typeface="BIZ UDPゴシック" panose="020B0400000000000000" pitchFamily="50" charset="-128"/>
              </a:rPr>
              <a:t>リストに変換される</a:t>
            </a:r>
          </a:p>
        </p:txBody>
      </p:sp>
      <p:cxnSp>
        <p:nvCxnSpPr>
          <p:cNvPr id="47" name="直線矢印コネクタ 46">
            <a:extLst>
              <a:ext uri="{FF2B5EF4-FFF2-40B4-BE49-F238E27FC236}">
                <a16:creationId xmlns:a16="http://schemas.microsoft.com/office/drawing/2014/main" id="{DBADE9F6-AC72-7004-968C-A7167F70BF9C}"/>
              </a:ext>
            </a:extLst>
          </p:cNvPr>
          <p:cNvCxnSpPr/>
          <p:nvPr/>
        </p:nvCxnSpPr>
        <p:spPr bwMode="auto">
          <a:xfrm>
            <a:off x="6256029" y="5221807"/>
            <a:ext cx="2726429" cy="171098"/>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49" name="四角形: 角を丸くする 48">
            <a:extLst>
              <a:ext uri="{FF2B5EF4-FFF2-40B4-BE49-F238E27FC236}">
                <a16:creationId xmlns:a16="http://schemas.microsoft.com/office/drawing/2014/main" id="{88FCBC66-DB43-0367-141C-EB41207495D7}"/>
              </a:ext>
            </a:extLst>
          </p:cNvPr>
          <p:cNvSpPr/>
          <p:nvPr/>
        </p:nvSpPr>
        <p:spPr bwMode="auto">
          <a:xfrm>
            <a:off x="8982458" y="5093678"/>
            <a:ext cx="1643251" cy="890157"/>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0" name="テキスト ボックス 49">
            <a:extLst>
              <a:ext uri="{FF2B5EF4-FFF2-40B4-BE49-F238E27FC236}">
                <a16:creationId xmlns:a16="http://schemas.microsoft.com/office/drawing/2014/main" id="{72A6D62B-C340-234E-93FD-103D82C9FA34}"/>
              </a:ext>
            </a:extLst>
          </p:cNvPr>
          <p:cNvSpPr txBox="1"/>
          <p:nvPr/>
        </p:nvSpPr>
        <p:spPr bwMode="auto">
          <a:xfrm>
            <a:off x="4367808" y="6237312"/>
            <a:ext cx="6843379"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600" kern="0">
                <a:latin typeface="BIZ UDPゴシック" panose="020B0400000000000000" pitchFamily="50" charset="-128"/>
                <a:ea typeface="BIZ UDPゴシック" panose="020B0400000000000000" pitchFamily="50" charset="-128"/>
              </a:rPr>
              <a:t>注：全章分の一括生成はできません。</a:t>
            </a:r>
            <a:r>
              <a:rPr kumimoji="1" lang="ja-JP" altLang="en-US" sz="1600" kern="0">
                <a:latin typeface="BIZ UDPゴシック" panose="020B0400000000000000" pitchFamily="50" charset="-128"/>
                <a:ea typeface="BIZ UDPゴシック" panose="020B0400000000000000" pitchFamily="50" charset="-128"/>
              </a:rPr>
              <a:t>１章ごとに指定する必要があります。</a:t>
            </a:r>
          </a:p>
        </p:txBody>
      </p:sp>
    </p:spTree>
    <p:extLst>
      <p:ext uri="{BB962C8B-B14F-4D97-AF65-F5344CB8AC3E}">
        <p14:creationId xmlns:p14="http://schemas.microsoft.com/office/powerpoint/2010/main" val="3626561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2D42E-BB57-66D2-464B-0789E0087F9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425F09-610C-EA66-7A8A-BB6ECBDF777B}"/>
              </a:ext>
            </a:extLst>
          </p:cNvPr>
          <p:cNvSpPr>
            <a:spLocks noGrp="1"/>
          </p:cNvSpPr>
          <p:nvPr>
            <p:ph type="title"/>
          </p:nvPr>
        </p:nvSpPr>
        <p:spPr/>
        <p:txBody>
          <a:bodyPr/>
          <a:lstStyle/>
          <a:p>
            <a:r>
              <a:rPr lang="ja-JP" altLang="en-US"/>
              <a:t>変換例</a:t>
            </a:r>
            <a:r>
              <a:rPr lang="en-US" altLang="ja-JP"/>
              <a:t>(5) </a:t>
            </a:r>
            <a:r>
              <a:rPr lang="ja-JP" altLang="en-US"/>
              <a:t>スライド番号つき目次生成</a:t>
            </a:r>
            <a:endParaRPr kumimoji="1" lang="ja-JP" altLang="en-US"/>
          </a:p>
        </p:txBody>
      </p:sp>
      <p:sp>
        <p:nvSpPr>
          <p:cNvPr id="4" name="スライド番号プレースホルダー 3">
            <a:extLst>
              <a:ext uri="{FF2B5EF4-FFF2-40B4-BE49-F238E27FC236}">
                <a16:creationId xmlns:a16="http://schemas.microsoft.com/office/drawing/2014/main" id="{A0F78664-FA66-E52F-6C2C-D983D23CE6E7}"/>
              </a:ext>
            </a:extLst>
          </p:cNvPr>
          <p:cNvSpPr>
            <a:spLocks noGrp="1"/>
          </p:cNvSpPr>
          <p:nvPr>
            <p:ph type="sldNum" sz="quarter" idx="12"/>
          </p:nvPr>
        </p:nvSpPr>
        <p:spPr/>
        <p:txBody>
          <a:bodyPr/>
          <a:lstStyle/>
          <a:p>
            <a:fld id="{D2D8002D-B5B0-4BAC-B1F6-782DDCCE6D9C}" type="slidenum">
              <a:rPr lang="ja-JP" altLang="en-US" smtClean="0"/>
              <a:pPr/>
              <a:t>9</a:t>
            </a:fld>
            <a:endParaRPr lang="ja-JP" altLang="en-US"/>
          </a:p>
        </p:txBody>
      </p:sp>
      <p:sp>
        <p:nvSpPr>
          <p:cNvPr id="5" name="フッター プレースホルダー 4">
            <a:extLst>
              <a:ext uri="{FF2B5EF4-FFF2-40B4-BE49-F238E27FC236}">
                <a16:creationId xmlns:a16="http://schemas.microsoft.com/office/drawing/2014/main" id="{301C2C32-C07A-DC20-C9EF-8042D385010E}"/>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A390546A-27C2-2C22-045B-B527F6551D26}"/>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少し手間がかかりますがスライド番号つきの目次生成も可能です。</a:t>
            </a:r>
            <a:endParaRPr lang="en-US" altLang="ja-JP"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1AE8696C-2A59-0C2F-FBCC-7FAD96DB35D3}"/>
              </a:ext>
            </a:extLst>
          </p:cNvPr>
          <p:cNvSpPr txBox="1"/>
          <p:nvPr/>
        </p:nvSpPr>
        <p:spPr bwMode="auto">
          <a:xfrm>
            <a:off x="2049595" y="2857273"/>
            <a:ext cx="3548340"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#RLISTIT#SA#</a:t>
            </a:r>
          </a:p>
        </p:txBody>
      </p:sp>
      <p:sp>
        <p:nvSpPr>
          <p:cNvPr id="9" name="テキスト ボックス 8">
            <a:extLst>
              <a:ext uri="{FF2B5EF4-FFF2-40B4-BE49-F238E27FC236}">
                <a16:creationId xmlns:a16="http://schemas.microsoft.com/office/drawing/2014/main" id="{FAF48C41-093A-7040-6078-95ABFF4B2CC2}"/>
              </a:ext>
            </a:extLst>
          </p:cNvPr>
          <p:cNvSpPr txBox="1"/>
          <p:nvPr/>
        </p:nvSpPr>
        <p:spPr bwMode="auto">
          <a:xfrm>
            <a:off x="5288487" y="2857273"/>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#RLISTSN#SA#</a:t>
            </a:r>
          </a:p>
        </p:txBody>
      </p:sp>
      <p:sp>
        <p:nvSpPr>
          <p:cNvPr id="15" name="テキスト ボックス 14">
            <a:extLst>
              <a:ext uri="{FF2B5EF4-FFF2-40B4-BE49-F238E27FC236}">
                <a16:creationId xmlns:a16="http://schemas.microsoft.com/office/drawing/2014/main" id="{8F22F95F-AFB1-7BB9-D74F-23E965E70F94}"/>
              </a:ext>
            </a:extLst>
          </p:cNvPr>
          <p:cNvSpPr txBox="1"/>
          <p:nvPr/>
        </p:nvSpPr>
        <p:spPr bwMode="auto">
          <a:xfrm>
            <a:off x="968007" y="1837229"/>
            <a:ext cx="489654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SA</a:t>
            </a:r>
            <a:r>
              <a:rPr kumimoji="1" lang="ja-JP" altLang="en-US" sz="1600" kern="0">
                <a:latin typeface="BIZ UDPゴシック" panose="020B0400000000000000" pitchFamily="50" charset="-128"/>
                <a:ea typeface="BIZ UDPゴシック" panose="020B0400000000000000" pitchFamily="50" charset="-128"/>
              </a:rPr>
              <a:t>に属す</a:t>
            </a:r>
            <a:r>
              <a:rPr kumimoji="1" lang="ja-JP" altLang="en-US" sz="1600" kern="0">
                <a:solidFill>
                  <a:srgbClr val="FF0000"/>
                </a:solidFill>
                <a:latin typeface="BIZ UDPゴシック" panose="020B0400000000000000" pitchFamily="50" charset="-128"/>
                <a:ea typeface="BIZ UDPゴシック" panose="020B0400000000000000" pitchFamily="50" charset="-128"/>
              </a:rPr>
              <a:t>章</a:t>
            </a:r>
            <a:r>
              <a:rPr kumimoji="1" lang="ja-JP" altLang="en-US" sz="1600" kern="0">
                <a:latin typeface="BIZ UDPゴシック" panose="020B0400000000000000" pitchFamily="50" charset="-128"/>
                <a:ea typeface="BIZ UDPゴシック" panose="020B0400000000000000" pitchFamily="50" charset="-128"/>
              </a:rPr>
              <a:t>の章番号＋タイトルに変換</a:t>
            </a:r>
          </a:p>
        </p:txBody>
      </p:sp>
      <p:sp>
        <p:nvSpPr>
          <p:cNvPr id="17" name="テキスト ボックス 16">
            <a:extLst>
              <a:ext uri="{FF2B5EF4-FFF2-40B4-BE49-F238E27FC236}">
                <a16:creationId xmlns:a16="http://schemas.microsoft.com/office/drawing/2014/main" id="{90D056C5-5013-B0B0-112A-F383519F6A55}"/>
              </a:ext>
            </a:extLst>
          </p:cNvPr>
          <p:cNvSpPr txBox="1"/>
          <p:nvPr/>
        </p:nvSpPr>
        <p:spPr bwMode="auto">
          <a:xfrm>
            <a:off x="5375920" y="1837229"/>
            <a:ext cx="489654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en-US" altLang="ja-JP" sz="1600" kern="0">
                <a:latin typeface="BIZ UDPゴシック" panose="020B0400000000000000" pitchFamily="50" charset="-128"/>
                <a:ea typeface="BIZ UDPゴシック" panose="020B0400000000000000" pitchFamily="50" charset="-128"/>
              </a:rPr>
              <a:t>SA</a:t>
            </a:r>
            <a:r>
              <a:rPr kumimoji="1" lang="ja-JP" altLang="en-US" sz="1600" kern="0">
                <a:latin typeface="BIZ UDPゴシック" panose="020B0400000000000000" pitchFamily="50" charset="-128"/>
                <a:ea typeface="BIZ UDPゴシック" panose="020B0400000000000000" pitchFamily="50" charset="-128"/>
              </a:rPr>
              <a:t>に属す</a:t>
            </a:r>
            <a:r>
              <a:rPr kumimoji="1" lang="ja-JP" altLang="en-US" sz="1600" kern="0">
                <a:solidFill>
                  <a:srgbClr val="FF0000"/>
                </a:solidFill>
                <a:latin typeface="BIZ UDPゴシック" panose="020B0400000000000000" pitchFamily="50" charset="-128"/>
                <a:ea typeface="BIZ UDPゴシック" panose="020B0400000000000000" pitchFamily="50" charset="-128"/>
              </a:rPr>
              <a:t>章</a:t>
            </a:r>
            <a:r>
              <a:rPr kumimoji="1" lang="ja-JP" altLang="en-US" sz="1600" kern="0">
                <a:latin typeface="BIZ UDPゴシック" panose="020B0400000000000000" pitchFamily="50" charset="-128"/>
                <a:ea typeface="BIZ UDPゴシック" panose="020B0400000000000000" pitchFamily="50" charset="-128"/>
              </a:rPr>
              <a:t>のスライド番号</a:t>
            </a:r>
            <a:r>
              <a:rPr lang="ja-JP" altLang="en-US" sz="1600" kern="0">
                <a:latin typeface="BIZ UDPゴシック" panose="020B0400000000000000" pitchFamily="50" charset="-128"/>
                <a:ea typeface="BIZ UDPゴシック" panose="020B0400000000000000" pitchFamily="50" charset="-128"/>
              </a:rPr>
              <a:t>に変換</a:t>
            </a:r>
            <a:endParaRPr kumimoji="1" lang="ja-JP" altLang="en-US" sz="1600" kern="0">
              <a:latin typeface="BIZ UDPゴシック" panose="020B0400000000000000" pitchFamily="50" charset="-128"/>
              <a:ea typeface="BIZ UDPゴシック" panose="020B0400000000000000" pitchFamily="50" charset="-128"/>
            </a:endParaRPr>
          </a:p>
        </p:txBody>
      </p:sp>
      <p:cxnSp>
        <p:nvCxnSpPr>
          <p:cNvPr id="18" name="直線矢印コネクタ 17">
            <a:extLst>
              <a:ext uri="{FF2B5EF4-FFF2-40B4-BE49-F238E27FC236}">
                <a16:creationId xmlns:a16="http://schemas.microsoft.com/office/drawing/2014/main" id="{8F62C181-C7AD-C7EC-0F6F-7D36108C7816}"/>
              </a:ext>
            </a:extLst>
          </p:cNvPr>
          <p:cNvCxnSpPr/>
          <p:nvPr/>
        </p:nvCxnSpPr>
        <p:spPr bwMode="auto">
          <a:xfrm>
            <a:off x="2264151" y="2219170"/>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19" name="直線矢印コネクタ 18">
            <a:extLst>
              <a:ext uri="{FF2B5EF4-FFF2-40B4-BE49-F238E27FC236}">
                <a16:creationId xmlns:a16="http://schemas.microsoft.com/office/drawing/2014/main" id="{97B43B47-B928-E613-786C-8B2B1BF8EE1C}"/>
              </a:ext>
            </a:extLst>
          </p:cNvPr>
          <p:cNvCxnSpPr/>
          <p:nvPr/>
        </p:nvCxnSpPr>
        <p:spPr bwMode="auto">
          <a:xfrm>
            <a:off x="6872663" y="2227495"/>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20" name="テキスト ボックス 19">
            <a:extLst>
              <a:ext uri="{FF2B5EF4-FFF2-40B4-BE49-F238E27FC236}">
                <a16:creationId xmlns:a16="http://schemas.microsoft.com/office/drawing/2014/main" id="{F1E3D96D-CDCB-28BC-D984-5F1D9B3AB2FD}"/>
              </a:ext>
            </a:extLst>
          </p:cNvPr>
          <p:cNvSpPr txBox="1"/>
          <p:nvPr/>
        </p:nvSpPr>
        <p:spPr bwMode="auto">
          <a:xfrm>
            <a:off x="1784517" y="2548995"/>
            <a:ext cx="3548340"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nSpc>
                <a:spcPct val="120000"/>
              </a:lnSpc>
            </a:pPr>
            <a:r>
              <a:rPr kumimoji="1" lang="en-US" altLang="ja-JP" sz="1600" kern="0">
                <a:latin typeface="BIZ UDPゴシック" panose="020B0400000000000000" pitchFamily="50" charset="-128"/>
                <a:ea typeface="BIZ UDPゴシック" panose="020B0400000000000000" pitchFamily="50" charset="-128"/>
              </a:rPr>
              <a:t>#RIT#SA#</a:t>
            </a:r>
          </a:p>
        </p:txBody>
      </p:sp>
      <p:sp>
        <p:nvSpPr>
          <p:cNvPr id="23" name="テキスト ボックス 22">
            <a:extLst>
              <a:ext uri="{FF2B5EF4-FFF2-40B4-BE49-F238E27FC236}">
                <a16:creationId xmlns:a16="http://schemas.microsoft.com/office/drawing/2014/main" id="{C870ED76-3482-AF3B-A621-208A20E36F92}"/>
              </a:ext>
            </a:extLst>
          </p:cNvPr>
          <p:cNvSpPr txBox="1"/>
          <p:nvPr/>
        </p:nvSpPr>
        <p:spPr bwMode="auto">
          <a:xfrm>
            <a:off x="5288487" y="2548995"/>
            <a:ext cx="2347084" cy="34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20000"/>
              </a:lnSpc>
              <a:defRPr sz="1200" kern="0">
                <a:latin typeface="BIZ UDPゴシック" panose="020B0400000000000000" pitchFamily="50" charset="-128"/>
                <a:ea typeface="BIZ UDPゴシック" panose="020B0400000000000000" pitchFamily="50" charset="-128"/>
              </a:defRPr>
            </a:lvl1pPr>
          </a:lstStyle>
          <a:p>
            <a:pPr algn="r"/>
            <a:r>
              <a:rPr lang="en-US" altLang="ja-JP" sz="1600"/>
              <a:t>#RN#SA#</a:t>
            </a:r>
          </a:p>
        </p:txBody>
      </p:sp>
      <p:sp>
        <p:nvSpPr>
          <p:cNvPr id="28" name="正方形/長方形 27">
            <a:extLst>
              <a:ext uri="{FF2B5EF4-FFF2-40B4-BE49-F238E27FC236}">
                <a16:creationId xmlns:a16="http://schemas.microsoft.com/office/drawing/2014/main" id="{9B83C421-5424-3CA8-E599-073E1CB138DF}"/>
              </a:ext>
            </a:extLst>
          </p:cNvPr>
          <p:cNvSpPr/>
          <p:nvPr/>
        </p:nvSpPr>
        <p:spPr bwMode="auto">
          <a:xfrm>
            <a:off x="1688088" y="2516407"/>
            <a:ext cx="6120679" cy="716947"/>
          </a:xfrm>
          <a:prstGeom prst="rect">
            <a:avLst/>
          </a:prstGeom>
          <a:no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9" name="テキスト ボックス 28">
            <a:extLst>
              <a:ext uri="{FF2B5EF4-FFF2-40B4-BE49-F238E27FC236}">
                <a16:creationId xmlns:a16="http://schemas.microsoft.com/office/drawing/2014/main" id="{141621ED-9781-121B-C591-D3746DAF1926}"/>
              </a:ext>
            </a:extLst>
          </p:cNvPr>
          <p:cNvSpPr txBox="1"/>
          <p:nvPr/>
        </p:nvSpPr>
        <p:spPr bwMode="auto">
          <a:xfrm>
            <a:off x="968007" y="3492649"/>
            <a:ext cx="489654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SA</a:t>
            </a:r>
            <a:r>
              <a:rPr kumimoji="1" lang="ja-JP" altLang="en-US" sz="1600" kern="0">
                <a:latin typeface="BIZ UDPゴシック" panose="020B0400000000000000" pitchFamily="50" charset="-128"/>
                <a:ea typeface="BIZ UDPゴシック" panose="020B0400000000000000" pitchFamily="50" charset="-128"/>
              </a:rPr>
              <a:t>に属す</a:t>
            </a:r>
            <a:r>
              <a:rPr kumimoji="1" lang="ja-JP" altLang="en-US" sz="1600" kern="0">
                <a:solidFill>
                  <a:srgbClr val="FF0000"/>
                </a:solidFill>
                <a:latin typeface="BIZ UDPゴシック" panose="020B0400000000000000" pitchFamily="50" charset="-128"/>
                <a:ea typeface="BIZ UDPゴシック" panose="020B0400000000000000" pitchFamily="50" charset="-128"/>
              </a:rPr>
              <a:t>節</a:t>
            </a:r>
            <a:r>
              <a:rPr kumimoji="1" lang="ja-JP" altLang="en-US" sz="1600" kern="0">
                <a:latin typeface="BIZ UDPゴシック" panose="020B0400000000000000" pitchFamily="50" charset="-128"/>
                <a:ea typeface="BIZ UDPゴシック" panose="020B0400000000000000" pitchFamily="50" charset="-128"/>
              </a:rPr>
              <a:t>の章節番号＋タイトル一覧</a:t>
            </a:r>
          </a:p>
        </p:txBody>
      </p:sp>
      <p:sp>
        <p:nvSpPr>
          <p:cNvPr id="30" name="テキスト ボックス 29">
            <a:extLst>
              <a:ext uri="{FF2B5EF4-FFF2-40B4-BE49-F238E27FC236}">
                <a16:creationId xmlns:a16="http://schemas.microsoft.com/office/drawing/2014/main" id="{721AB3FC-CB2E-2A34-8391-AC141F3A5E27}"/>
              </a:ext>
            </a:extLst>
          </p:cNvPr>
          <p:cNvSpPr txBox="1"/>
          <p:nvPr/>
        </p:nvSpPr>
        <p:spPr bwMode="auto">
          <a:xfrm>
            <a:off x="5303912" y="3533538"/>
            <a:ext cx="4896544"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SA</a:t>
            </a:r>
            <a:r>
              <a:rPr kumimoji="1" lang="ja-JP" altLang="en-US" sz="1600" kern="0">
                <a:latin typeface="BIZ UDPゴシック" panose="020B0400000000000000" pitchFamily="50" charset="-128"/>
                <a:ea typeface="BIZ UDPゴシック" panose="020B0400000000000000" pitchFamily="50" charset="-128"/>
              </a:rPr>
              <a:t>に属す</a:t>
            </a:r>
            <a:r>
              <a:rPr kumimoji="1" lang="ja-JP" altLang="en-US" sz="1600" kern="0">
                <a:solidFill>
                  <a:srgbClr val="FF0000"/>
                </a:solidFill>
                <a:latin typeface="BIZ UDPゴシック" panose="020B0400000000000000" pitchFamily="50" charset="-128"/>
                <a:ea typeface="BIZ UDPゴシック" panose="020B0400000000000000" pitchFamily="50" charset="-128"/>
              </a:rPr>
              <a:t>節</a:t>
            </a:r>
            <a:r>
              <a:rPr kumimoji="1" lang="ja-JP" altLang="en-US" sz="1600" kern="0">
                <a:latin typeface="BIZ UDPゴシック" panose="020B0400000000000000" pitchFamily="50" charset="-128"/>
                <a:ea typeface="BIZ UDPゴシック" panose="020B0400000000000000" pitchFamily="50" charset="-128"/>
              </a:rPr>
              <a:t>のスライド番号一覧</a:t>
            </a:r>
          </a:p>
        </p:txBody>
      </p:sp>
      <p:cxnSp>
        <p:nvCxnSpPr>
          <p:cNvPr id="31" name="直線矢印コネクタ 30">
            <a:extLst>
              <a:ext uri="{FF2B5EF4-FFF2-40B4-BE49-F238E27FC236}">
                <a16:creationId xmlns:a16="http://schemas.microsoft.com/office/drawing/2014/main" id="{D4609AC0-D2D6-9B26-BC84-FB0460346D58}"/>
              </a:ext>
            </a:extLst>
          </p:cNvPr>
          <p:cNvCxnSpPr/>
          <p:nvPr/>
        </p:nvCxnSpPr>
        <p:spPr bwMode="auto">
          <a:xfrm flipV="1">
            <a:off x="2840215" y="3140051"/>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32" name="直線矢印コネクタ 31">
            <a:extLst>
              <a:ext uri="{FF2B5EF4-FFF2-40B4-BE49-F238E27FC236}">
                <a16:creationId xmlns:a16="http://schemas.microsoft.com/office/drawing/2014/main" id="{898514F6-568F-51FA-988C-36AE5F01104B}"/>
              </a:ext>
            </a:extLst>
          </p:cNvPr>
          <p:cNvCxnSpPr/>
          <p:nvPr/>
        </p:nvCxnSpPr>
        <p:spPr bwMode="auto">
          <a:xfrm flipV="1">
            <a:off x="6368607" y="3148376"/>
            <a:ext cx="0" cy="36004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35" name="テキスト ボックス 34">
            <a:extLst>
              <a:ext uri="{FF2B5EF4-FFF2-40B4-BE49-F238E27FC236}">
                <a16:creationId xmlns:a16="http://schemas.microsoft.com/office/drawing/2014/main" id="{C32722DC-838D-9E61-3A6C-0FE14197FCAF}"/>
              </a:ext>
            </a:extLst>
          </p:cNvPr>
          <p:cNvSpPr txBox="1"/>
          <p:nvPr/>
        </p:nvSpPr>
        <p:spPr bwMode="auto">
          <a:xfrm>
            <a:off x="9048328" y="1986513"/>
            <a:ext cx="2532768"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285750" indent="-285750" eaLnBrk="1">
              <a:buFont typeface="Arial" panose="020B0604020202020204" pitchFamily="34" charset="0"/>
              <a:buChar char="•"/>
            </a:pPr>
            <a:r>
              <a:rPr lang="en-US" altLang="ja-JP" sz="1400" kern="0">
                <a:latin typeface="BIZ UDPゴシック" panose="020B0400000000000000" pitchFamily="50" charset="-128"/>
                <a:ea typeface="BIZ UDPゴシック" panose="020B0400000000000000" pitchFamily="50" charset="-128"/>
              </a:rPr>
              <a:t>#RLISTIT# </a:t>
            </a:r>
            <a:r>
              <a:rPr lang="ja-JP" altLang="en-US" sz="1400" kern="0">
                <a:latin typeface="BIZ UDPゴシック" panose="020B0400000000000000" pitchFamily="50" charset="-128"/>
                <a:ea typeface="BIZ UDPゴシック" panose="020B0400000000000000" pitchFamily="50" charset="-128"/>
              </a:rPr>
              <a:t>と </a:t>
            </a:r>
            <a:r>
              <a:rPr lang="en-US" altLang="ja-JP" sz="1400" kern="0">
                <a:latin typeface="BIZ UDPゴシック" panose="020B0400000000000000" pitchFamily="50" charset="-128"/>
                <a:ea typeface="BIZ UDPゴシック" panose="020B0400000000000000" pitchFamily="50" charset="-128"/>
              </a:rPr>
              <a:t>#RLISTSN# </a:t>
            </a:r>
            <a:r>
              <a:rPr lang="ja-JP" altLang="en-US" sz="1400" kern="0">
                <a:latin typeface="BIZ UDPゴシック" panose="020B0400000000000000" pitchFamily="50" charset="-128"/>
                <a:ea typeface="BIZ UDPゴシック" panose="020B0400000000000000" pitchFamily="50" charset="-128"/>
              </a:rPr>
              <a:t>は「節」の一覧を出すので、通常は複数行になります</a:t>
            </a:r>
            <a:endParaRPr lang="en-US" altLang="ja-JP" sz="1400" kern="0">
              <a:latin typeface="BIZ UDPゴシック" panose="020B0400000000000000" pitchFamily="50" charset="-128"/>
              <a:ea typeface="BIZ UDPゴシック" panose="020B0400000000000000" pitchFamily="50" charset="-128"/>
            </a:endParaRPr>
          </a:p>
          <a:p>
            <a:pPr marL="285750" indent="-285750" eaLnBrk="1">
              <a:buFont typeface="Arial" panose="020B0604020202020204" pitchFamily="34" charset="0"/>
              <a:buChar char="•"/>
            </a:pPr>
            <a:endParaRPr lang="en-US" altLang="ja-JP" sz="1400" kern="0">
              <a:latin typeface="BIZ UDPゴシック" panose="020B0400000000000000" pitchFamily="50" charset="-128"/>
              <a:ea typeface="BIZ UDPゴシック" panose="020B0400000000000000" pitchFamily="50" charset="-128"/>
            </a:endParaRPr>
          </a:p>
          <a:p>
            <a:pPr marL="285750" indent="-285750" eaLnBrk="1">
              <a:buFont typeface="Arial" panose="020B0604020202020204" pitchFamily="34" charset="0"/>
              <a:buChar char="•"/>
            </a:pPr>
            <a:r>
              <a:rPr lang="ja-JP" altLang="en-US" sz="1400" kern="0">
                <a:latin typeface="BIZ UDPゴシック" panose="020B0400000000000000" pitchFamily="50" charset="-128"/>
                <a:ea typeface="BIZ UDPゴシック" panose="020B0400000000000000" pitchFamily="50" charset="-128"/>
              </a:rPr>
              <a:t>全章分の一括生成はできません。１章ごとに指定する必要があります。</a:t>
            </a:r>
            <a:endParaRPr lang="en-US" altLang="ja-JP" sz="1400" kern="0">
              <a:latin typeface="BIZ UDPゴシック" panose="020B0400000000000000" pitchFamily="50" charset="-128"/>
              <a:ea typeface="BIZ UDPゴシック" panose="020B0400000000000000" pitchFamily="50" charset="-128"/>
            </a:endParaRPr>
          </a:p>
        </p:txBody>
      </p:sp>
      <p:pic>
        <p:nvPicPr>
          <p:cNvPr id="37" name="図 36">
            <a:extLst>
              <a:ext uri="{FF2B5EF4-FFF2-40B4-BE49-F238E27FC236}">
                <a16:creationId xmlns:a16="http://schemas.microsoft.com/office/drawing/2014/main" id="{032ED670-823E-4C25-5E2E-45CFA0700239}"/>
              </a:ext>
            </a:extLst>
          </p:cNvPr>
          <p:cNvPicPr>
            <a:picLocks noChangeAspect="1"/>
          </p:cNvPicPr>
          <p:nvPr/>
        </p:nvPicPr>
        <p:blipFill>
          <a:blip r:embed="rId2"/>
          <a:stretch>
            <a:fillRect/>
          </a:stretch>
        </p:blipFill>
        <p:spPr>
          <a:xfrm>
            <a:off x="3251070" y="4770065"/>
            <a:ext cx="5196180" cy="1723400"/>
          </a:xfrm>
          <a:prstGeom prst="rect">
            <a:avLst/>
          </a:prstGeom>
          <a:ln w="19050">
            <a:solidFill>
              <a:schemeClr val="tx1">
                <a:lumMod val="50000"/>
                <a:lumOff val="50000"/>
              </a:schemeClr>
            </a:solidFill>
          </a:ln>
        </p:spPr>
      </p:pic>
      <p:sp>
        <p:nvSpPr>
          <p:cNvPr id="45" name="テキスト ボックス 44">
            <a:extLst>
              <a:ext uri="{FF2B5EF4-FFF2-40B4-BE49-F238E27FC236}">
                <a16:creationId xmlns:a16="http://schemas.microsoft.com/office/drawing/2014/main" id="{0FB775DF-B46A-A373-E00F-15061EBE584F}"/>
              </a:ext>
            </a:extLst>
          </p:cNvPr>
          <p:cNvSpPr txBox="1"/>
          <p:nvPr/>
        </p:nvSpPr>
        <p:spPr bwMode="auto">
          <a:xfrm>
            <a:off x="4369568" y="4371695"/>
            <a:ext cx="3570726"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目次生成結果のイメージ</a:t>
            </a:r>
          </a:p>
        </p:txBody>
      </p:sp>
      <p:sp>
        <p:nvSpPr>
          <p:cNvPr id="48" name="テキスト ボックス 47">
            <a:extLst>
              <a:ext uri="{FF2B5EF4-FFF2-40B4-BE49-F238E27FC236}">
                <a16:creationId xmlns:a16="http://schemas.microsoft.com/office/drawing/2014/main" id="{E5481C01-D13D-EBFC-653F-91187AD4D373}"/>
              </a:ext>
            </a:extLst>
          </p:cNvPr>
          <p:cNvSpPr txBox="1"/>
          <p:nvPr/>
        </p:nvSpPr>
        <p:spPr bwMode="auto">
          <a:xfrm>
            <a:off x="623392" y="4788091"/>
            <a:ext cx="1815625"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#RIT# </a:t>
            </a:r>
            <a:r>
              <a:rPr kumimoji="1" lang="ja-JP" altLang="en-US" sz="1600" kern="0">
                <a:latin typeface="BIZ UDPゴシック" panose="020B0400000000000000" pitchFamily="50" charset="-128"/>
                <a:ea typeface="BIZ UDPゴシック" panose="020B0400000000000000" pitchFamily="50" charset="-128"/>
              </a:rPr>
              <a:t>を変換</a:t>
            </a:r>
          </a:p>
        </p:txBody>
      </p:sp>
      <p:sp>
        <p:nvSpPr>
          <p:cNvPr id="51" name="テキスト ボックス 50">
            <a:extLst>
              <a:ext uri="{FF2B5EF4-FFF2-40B4-BE49-F238E27FC236}">
                <a16:creationId xmlns:a16="http://schemas.microsoft.com/office/drawing/2014/main" id="{BD18955B-CE61-C5EC-9A0C-44159B47FE63}"/>
              </a:ext>
            </a:extLst>
          </p:cNvPr>
          <p:cNvSpPr txBox="1"/>
          <p:nvPr/>
        </p:nvSpPr>
        <p:spPr bwMode="auto">
          <a:xfrm>
            <a:off x="9277218" y="4788091"/>
            <a:ext cx="1815625" cy="338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#RN# </a:t>
            </a:r>
            <a:r>
              <a:rPr kumimoji="1" lang="ja-JP" altLang="en-US" sz="1600" kern="0">
                <a:latin typeface="BIZ UDPゴシック" panose="020B0400000000000000" pitchFamily="50" charset="-128"/>
                <a:ea typeface="BIZ UDPゴシック" panose="020B0400000000000000" pitchFamily="50" charset="-128"/>
              </a:rPr>
              <a:t>を変換</a:t>
            </a:r>
          </a:p>
        </p:txBody>
      </p:sp>
      <p:sp>
        <p:nvSpPr>
          <p:cNvPr id="52" name="テキスト ボックス 51">
            <a:extLst>
              <a:ext uri="{FF2B5EF4-FFF2-40B4-BE49-F238E27FC236}">
                <a16:creationId xmlns:a16="http://schemas.microsoft.com/office/drawing/2014/main" id="{CF18C5F0-536C-EBBD-5FAE-500ED6730AE4}"/>
              </a:ext>
            </a:extLst>
          </p:cNvPr>
          <p:cNvSpPr txBox="1"/>
          <p:nvPr/>
        </p:nvSpPr>
        <p:spPr bwMode="auto">
          <a:xfrm>
            <a:off x="623392" y="5589009"/>
            <a:ext cx="1640759"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#RLISTIT# </a:t>
            </a:r>
            <a:r>
              <a:rPr kumimoji="1" lang="ja-JP" altLang="en-US" sz="1600" kern="0">
                <a:latin typeface="BIZ UDPゴシック" panose="020B0400000000000000" pitchFamily="50" charset="-128"/>
                <a:ea typeface="BIZ UDPゴシック" panose="020B0400000000000000" pitchFamily="50" charset="-128"/>
              </a:rPr>
              <a:t>を変換</a:t>
            </a:r>
          </a:p>
        </p:txBody>
      </p:sp>
      <p:sp>
        <p:nvSpPr>
          <p:cNvPr id="53" name="テキスト ボックス 52">
            <a:extLst>
              <a:ext uri="{FF2B5EF4-FFF2-40B4-BE49-F238E27FC236}">
                <a16:creationId xmlns:a16="http://schemas.microsoft.com/office/drawing/2014/main" id="{95025312-3BE1-483C-EDBD-47826718146E}"/>
              </a:ext>
            </a:extLst>
          </p:cNvPr>
          <p:cNvSpPr txBox="1"/>
          <p:nvPr/>
        </p:nvSpPr>
        <p:spPr bwMode="auto">
          <a:xfrm>
            <a:off x="9277219" y="5589009"/>
            <a:ext cx="1643318"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600" kern="0">
                <a:latin typeface="BIZ UDPゴシック" panose="020B0400000000000000" pitchFamily="50" charset="-128"/>
                <a:ea typeface="BIZ UDPゴシック" panose="020B0400000000000000" pitchFamily="50" charset="-128"/>
              </a:rPr>
              <a:t>#RLISTSN# </a:t>
            </a:r>
            <a:r>
              <a:rPr kumimoji="1" lang="ja-JP" altLang="en-US" sz="1600" kern="0">
                <a:latin typeface="BIZ UDPゴシック" panose="020B0400000000000000" pitchFamily="50" charset="-128"/>
                <a:ea typeface="BIZ UDPゴシック" panose="020B0400000000000000" pitchFamily="50" charset="-128"/>
              </a:rPr>
              <a:t>を変換</a:t>
            </a:r>
          </a:p>
        </p:txBody>
      </p:sp>
      <p:sp>
        <p:nvSpPr>
          <p:cNvPr id="54" name="右中かっこ 53">
            <a:extLst>
              <a:ext uri="{FF2B5EF4-FFF2-40B4-BE49-F238E27FC236}">
                <a16:creationId xmlns:a16="http://schemas.microsoft.com/office/drawing/2014/main" id="{0363F56B-6091-7879-50A9-F9752D8252AD}"/>
              </a:ext>
            </a:extLst>
          </p:cNvPr>
          <p:cNvSpPr/>
          <p:nvPr/>
        </p:nvSpPr>
        <p:spPr bwMode="auto">
          <a:xfrm flipH="1">
            <a:off x="2900668" y="5269329"/>
            <a:ext cx="293504" cy="1224136"/>
          </a:xfrm>
          <a:prstGeom prst="rightBrace">
            <a:avLst>
              <a:gd name="adj1" fmla="val 56454"/>
              <a:gd name="adj2" fmla="val 50299"/>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cxnSp>
        <p:nvCxnSpPr>
          <p:cNvPr id="56" name="直線矢印コネクタ 55">
            <a:extLst>
              <a:ext uri="{FF2B5EF4-FFF2-40B4-BE49-F238E27FC236}">
                <a16:creationId xmlns:a16="http://schemas.microsoft.com/office/drawing/2014/main" id="{1D5B2302-3BC3-CCBF-649A-915709897367}"/>
              </a:ext>
            </a:extLst>
          </p:cNvPr>
          <p:cNvCxnSpPr/>
          <p:nvPr/>
        </p:nvCxnSpPr>
        <p:spPr bwMode="auto">
          <a:xfrm>
            <a:off x="2269868" y="4957369"/>
            <a:ext cx="777552" cy="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59" name="直線矢印コネクタ 58">
            <a:extLst>
              <a:ext uri="{FF2B5EF4-FFF2-40B4-BE49-F238E27FC236}">
                <a16:creationId xmlns:a16="http://schemas.microsoft.com/office/drawing/2014/main" id="{D2104119-9204-6E64-7C7D-F2F090FE7813}"/>
              </a:ext>
            </a:extLst>
          </p:cNvPr>
          <p:cNvCxnSpPr>
            <a:stCxn id="52" idx="3"/>
            <a:endCxn id="54" idx="1"/>
          </p:cNvCxnSpPr>
          <p:nvPr/>
        </p:nvCxnSpPr>
        <p:spPr bwMode="auto">
          <a:xfrm>
            <a:off x="2264151" y="5881398"/>
            <a:ext cx="636517" cy="3659"/>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66" name="右中かっこ 65">
            <a:extLst>
              <a:ext uri="{FF2B5EF4-FFF2-40B4-BE49-F238E27FC236}">
                <a16:creationId xmlns:a16="http://schemas.microsoft.com/office/drawing/2014/main" id="{03FC5E7C-C664-03FF-B162-461E5846A74B}"/>
              </a:ext>
            </a:extLst>
          </p:cNvPr>
          <p:cNvSpPr/>
          <p:nvPr/>
        </p:nvSpPr>
        <p:spPr bwMode="auto">
          <a:xfrm>
            <a:off x="8565709" y="5269329"/>
            <a:ext cx="293504" cy="1224136"/>
          </a:xfrm>
          <a:prstGeom prst="rightBrace">
            <a:avLst>
              <a:gd name="adj1" fmla="val 56454"/>
              <a:gd name="adj2" fmla="val 50299"/>
            </a:avLst>
          </a:prstGeom>
          <a:noFill/>
          <a:ln w="28575" cap="flat" cmpd="sng" algn="ctr">
            <a:solidFill>
              <a:srgbClr val="FF0000"/>
            </a:solidFill>
            <a:prstDash val="solid"/>
            <a:round/>
            <a:headEnd type="none" w="med" len="med"/>
            <a:tailEnd type="none" w="med" len="med"/>
          </a:ln>
          <a:effectLst/>
        </p:spPr>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E7EB5297-221D-4464-038D-D007C0873DE2}"/>
              </a:ext>
            </a:extLst>
          </p:cNvPr>
          <p:cNvCxnSpPr>
            <a:stCxn id="53" idx="1"/>
            <a:endCxn id="66" idx="1"/>
          </p:cNvCxnSpPr>
          <p:nvPr/>
        </p:nvCxnSpPr>
        <p:spPr bwMode="auto">
          <a:xfrm flipH="1">
            <a:off x="8859213" y="5881398"/>
            <a:ext cx="418006" cy="3659"/>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70" name="直線矢印コネクタ 69">
            <a:extLst>
              <a:ext uri="{FF2B5EF4-FFF2-40B4-BE49-F238E27FC236}">
                <a16:creationId xmlns:a16="http://schemas.microsoft.com/office/drawing/2014/main" id="{383D7B2E-D4F1-9D39-4251-896960878ABE}"/>
              </a:ext>
            </a:extLst>
          </p:cNvPr>
          <p:cNvCxnSpPr/>
          <p:nvPr/>
        </p:nvCxnSpPr>
        <p:spPr bwMode="auto">
          <a:xfrm flipH="1">
            <a:off x="8556784" y="4957369"/>
            <a:ext cx="777552" cy="0"/>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72" name="直線コネクタ 71">
            <a:extLst>
              <a:ext uri="{FF2B5EF4-FFF2-40B4-BE49-F238E27FC236}">
                <a16:creationId xmlns:a16="http://schemas.microsoft.com/office/drawing/2014/main" id="{0DD17982-1770-4810-0D5E-74571C51A77E}"/>
              </a:ext>
            </a:extLst>
          </p:cNvPr>
          <p:cNvCxnSpPr/>
          <p:nvPr/>
        </p:nvCxnSpPr>
        <p:spPr bwMode="auto">
          <a:xfrm>
            <a:off x="424760" y="4128889"/>
            <a:ext cx="11482206" cy="0"/>
          </a:xfrm>
          <a:prstGeom prst="line">
            <a:avLst/>
          </a:prstGeom>
          <a:solidFill>
            <a:srgbClr val="CCFFFF"/>
          </a:solidFill>
          <a:ln w="28575" cap="flat" cmpd="sng" algn="ctr">
            <a:solidFill>
              <a:schemeClr val="tx1">
                <a:lumMod val="75000"/>
                <a:lumOff val="25000"/>
              </a:schemeClr>
            </a:solidFill>
            <a:prstDash val="solid"/>
            <a:round/>
            <a:headEnd type="none" w="med" len="med"/>
            <a:tailEnd type="none" w="med" len="med"/>
          </a:ln>
          <a:effectLst/>
        </p:spPr>
      </p:cxnSp>
    </p:spTree>
    <p:extLst>
      <p:ext uri="{BB962C8B-B14F-4D97-AF65-F5344CB8AC3E}">
        <p14:creationId xmlns:p14="http://schemas.microsoft.com/office/powerpoint/2010/main" val="2751183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EEB8A-D189-6D01-9F39-B36119761C9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CAF5367-1720-5AD0-7BFC-AA9D815990A6}"/>
              </a:ext>
            </a:extLst>
          </p:cNvPr>
          <p:cNvSpPr>
            <a:spLocks noGrp="1"/>
          </p:cNvSpPr>
          <p:nvPr>
            <p:ph type="title"/>
          </p:nvPr>
        </p:nvSpPr>
        <p:spPr/>
        <p:txBody>
          <a:bodyPr/>
          <a:lstStyle/>
          <a:p>
            <a:r>
              <a:rPr lang="ja-JP" altLang="en-US"/>
              <a:t>変換例</a:t>
            </a:r>
            <a:r>
              <a:rPr lang="en-US" altLang="ja-JP"/>
              <a:t>(6) DT</a:t>
            </a:r>
            <a:r>
              <a:rPr lang="ja-JP" altLang="en-US"/>
              <a:t>タグの参照引用が可能</a:t>
            </a:r>
            <a:endParaRPr kumimoji="1" lang="ja-JP" altLang="en-US"/>
          </a:p>
        </p:txBody>
      </p:sp>
      <p:sp>
        <p:nvSpPr>
          <p:cNvPr id="4" name="スライド番号プレースホルダー 3">
            <a:extLst>
              <a:ext uri="{FF2B5EF4-FFF2-40B4-BE49-F238E27FC236}">
                <a16:creationId xmlns:a16="http://schemas.microsoft.com/office/drawing/2014/main" id="{A109329B-8210-F596-DF36-24721553D16D}"/>
              </a:ext>
            </a:extLst>
          </p:cNvPr>
          <p:cNvSpPr>
            <a:spLocks noGrp="1"/>
          </p:cNvSpPr>
          <p:nvPr>
            <p:ph type="sldNum" sz="quarter" idx="12"/>
          </p:nvPr>
        </p:nvSpPr>
        <p:spPr/>
        <p:txBody>
          <a:bodyPr/>
          <a:lstStyle/>
          <a:p>
            <a:fld id="{D2D8002D-B5B0-4BAC-B1F6-782DDCCE6D9C}" type="slidenum">
              <a:rPr lang="ja-JP" altLang="en-US" smtClean="0"/>
              <a:pPr/>
              <a:t>10</a:t>
            </a:fld>
            <a:endParaRPr lang="ja-JP" altLang="en-US"/>
          </a:p>
        </p:txBody>
      </p:sp>
      <p:sp>
        <p:nvSpPr>
          <p:cNvPr id="5" name="フッター プレースホルダー 4">
            <a:extLst>
              <a:ext uri="{FF2B5EF4-FFF2-40B4-BE49-F238E27FC236}">
                <a16:creationId xmlns:a16="http://schemas.microsoft.com/office/drawing/2014/main" id="{083FF18C-FE0E-AC05-0375-7F4B31A89872}"/>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AA2D0EF9-0B84-3B7A-ED54-3EB0A691B00B}"/>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DT</a:t>
            </a:r>
            <a:r>
              <a:rPr lang="ja-JP" altLang="en-US" kern="0">
                <a:latin typeface="BIZ UDPゴシック" panose="020B0400000000000000" pitchFamily="50" charset="-128"/>
                <a:ea typeface="BIZ UDPゴシック" panose="020B0400000000000000" pitchFamily="50" charset="-128"/>
              </a:rPr>
              <a:t>タグの章・節番号とタイトル文字列を </a:t>
            </a:r>
            <a:r>
              <a:rPr lang="en-US" altLang="ja-JP" kern="0">
                <a:latin typeface="BIZ UDPゴシック" panose="020B0400000000000000" pitchFamily="50" charset="-128"/>
                <a:ea typeface="BIZ UDPゴシック" panose="020B0400000000000000" pitchFamily="50" charset="-128"/>
              </a:rPr>
              <a:t>R</a:t>
            </a:r>
            <a:r>
              <a:rPr lang="ja-JP" altLang="en-US" kern="0">
                <a:latin typeface="BIZ UDPゴシック" panose="020B0400000000000000" pitchFamily="50" charset="-128"/>
                <a:ea typeface="BIZ UDPゴシック" panose="020B0400000000000000" pitchFamily="50" charset="-128"/>
              </a:rPr>
              <a:t>タグで引用できます（</a:t>
            </a:r>
            <a:r>
              <a:rPr lang="en-US" altLang="ja-JP" kern="0">
                <a:latin typeface="BIZ UDPゴシック" panose="020B0400000000000000" pitchFamily="50" charset="-128"/>
                <a:ea typeface="BIZ UDPゴシック" panose="020B0400000000000000" pitchFamily="50" charset="-128"/>
              </a:rPr>
              <a:t>R=</a:t>
            </a:r>
            <a:r>
              <a:rPr lang="ja-JP" altLang="en-US" kern="0">
                <a:latin typeface="BIZ UDPゴシック" panose="020B0400000000000000" pitchFamily="50" charset="-128"/>
                <a:ea typeface="BIZ UDPゴシック" panose="020B0400000000000000" pitchFamily="50" charset="-128"/>
              </a:rPr>
              <a:t>参照の意</a:t>
            </a:r>
            <a:r>
              <a:rPr lang="en-US" altLang="ja-JP" kern="0">
                <a:latin typeface="BIZ UDPゴシック" panose="020B0400000000000000" pitchFamily="50" charset="-128"/>
                <a:ea typeface="BIZ UDPゴシック" panose="020B0400000000000000" pitchFamily="50" charset="-128"/>
              </a:rPr>
              <a:t>)</a:t>
            </a:r>
          </a:p>
        </p:txBody>
      </p:sp>
      <p:pic>
        <p:nvPicPr>
          <p:cNvPr id="7" name="図 6">
            <a:extLst>
              <a:ext uri="{FF2B5EF4-FFF2-40B4-BE49-F238E27FC236}">
                <a16:creationId xmlns:a16="http://schemas.microsoft.com/office/drawing/2014/main" id="{9BF31033-71C5-EDB2-35B0-0F8A82A20220}"/>
              </a:ext>
            </a:extLst>
          </p:cNvPr>
          <p:cNvPicPr>
            <a:picLocks noChangeAspect="1"/>
          </p:cNvPicPr>
          <p:nvPr/>
        </p:nvPicPr>
        <p:blipFill>
          <a:blip r:embed="rId2"/>
          <a:stretch>
            <a:fillRect/>
          </a:stretch>
        </p:blipFill>
        <p:spPr>
          <a:xfrm>
            <a:off x="1474644" y="2937199"/>
            <a:ext cx="4294480" cy="2800515"/>
          </a:xfrm>
          <a:prstGeom prst="rect">
            <a:avLst/>
          </a:prstGeom>
          <a:ln>
            <a:solidFill>
              <a:schemeClr val="tx1">
                <a:lumMod val="75000"/>
                <a:lumOff val="25000"/>
              </a:schemeClr>
            </a:solidFill>
          </a:ln>
        </p:spPr>
      </p:pic>
      <p:sp>
        <p:nvSpPr>
          <p:cNvPr id="3" name="正方形/長方形 2">
            <a:extLst>
              <a:ext uri="{FF2B5EF4-FFF2-40B4-BE49-F238E27FC236}">
                <a16:creationId xmlns:a16="http://schemas.microsoft.com/office/drawing/2014/main" id="{42D2A68F-75B3-0847-6A2B-CBA5D4218287}"/>
              </a:ext>
            </a:extLst>
          </p:cNvPr>
          <p:cNvSpPr/>
          <p:nvPr/>
        </p:nvSpPr>
        <p:spPr bwMode="auto">
          <a:xfrm>
            <a:off x="1568255" y="3034841"/>
            <a:ext cx="4154861" cy="40011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lang="en-US" altLang="ja-JP" sz="1800">
                <a:latin typeface="BIZ UDPゴシック" panose="020B0400000000000000" pitchFamily="50" charset="-128"/>
                <a:ea typeface="BIZ UDPゴシック" panose="020B0400000000000000" pitchFamily="50" charset="-128"/>
              </a:rPr>
              <a:t>#DT#SA.P1#) </a:t>
            </a:r>
            <a:r>
              <a:rPr lang="ja-JP" altLang="en-US" sz="1800">
                <a:latin typeface="BIZ UDPゴシック" panose="020B0400000000000000" pitchFamily="50" charset="-128"/>
                <a:ea typeface="BIZ UDPゴシック" panose="020B0400000000000000" pitchFamily="50" charset="-128"/>
              </a:rPr>
              <a:t>引用元タイトル</a:t>
            </a:r>
            <a:endParaRPr kumimoji="1" lang="ja-JP" altLang="en-US" sz="1800">
              <a:latin typeface="BIZ UDPゴシック" panose="020B0400000000000000" pitchFamily="50" charset="-128"/>
              <a:ea typeface="BIZ UDPゴシック" panose="020B0400000000000000" pitchFamily="50" charset="-128"/>
            </a:endParaRPr>
          </a:p>
        </p:txBody>
      </p:sp>
      <p:sp>
        <p:nvSpPr>
          <p:cNvPr id="10" name="テキスト ボックス 9">
            <a:extLst>
              <a:ext uri="{FF2B5EF4-FFF2-40B4-BE49-F238E27FC236}">
                <a16:creationId xmlns:a16="http://schemas.microsoft.com/office/drawing/2014/main" id="{E9885C46-7375-9394-94D6-CC718963F558}"/>
              </a:ext>
            </a:extLst>
          </p:cNvPr>
          <p:cNvSpPr txBox="1"/>
          <p:nvPr/>
        </p:nvSpPr>
        <p:spPr bwMode="auto">
          <a:xfrm>
            <a:off x="1631507" y="2061920"/>
            <a:ext cx="3546391"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引用されるスライドの</a:t>
            </a:r>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タグが </a:t>
            </a:r>
            <a:r>
              <a:rPr kumimoji="1" lang="en-US" altLang="ja-JP" sz="1600" kern="0">
                <a:latin typeface="BIZ UDPゴシック" panose="020B0400000000000000" pitchFamily="50" charset="-128"/>
                <a:ea typeface="BIZ UDPゴシック" panose="020B0400000000000000" pitchFamily="50" charset="-128"/>
              </a:rPr>
              <a:t>1.1 </a:t>
            </a:r>
            <a:r>
              <a:rPr kumimoji="1" lang="ja-JP" altLang="en-US" sz="1600" kern="0">
                <a:latin typeface="BIZ UDPゴシック" panose="020B0400000000000000" pitchFamily="50" charset="-128"/>
                <a:ea typeface="BIZ UDPゴシック" panose="020B0400000000000000" pitchFamily="50" charset="-128"/>
              </a:rPr>
              <a:t>としてナンバリングされる場合</a:t>
            </a:r>
          </a:p>
        </p:txBody>
      </p:sp>
      <p:sp>
        <p:nvSpPr>
          <p:cNvPr id="11" name="テキスト ボックス 10">
            <a:extLst>
              <a:ext uri="{FF2B5EF4-FFF2-40B4-BE49-F238E27FC236}">
                <a16:creationId xmlns:a16="http://schemas.microsoft.com/office/drawing/2014/main" id="{986BCEC3-EE12-D39E-35A7-B1098C9FBB0B}"/>
              </a:ext>
            </a:extLst>
          </p:cNvPr>
          <p:cNvSpPr txBox="1"/>
          <p:nvPr/>
        </p:nvSpPr>
        <p:spPr bwMode="auto">
          <a:xfrm>
            <a:off x="344119" y="3900930"/>
            <a:ext cx="12241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引用元</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スライド</a:t>
            </a:r>
          </a:p>
        </p:txBody>
      </p:sp>
      <p:sp>
        <p:nvSpPr>
          <p:cNvPr id="12" name="四角形: 角を丸くする 11">
            <a:extLst>
              <a:ext uri="{FF2B5EF4-FFF2-40B4-BE49-F238E27FC236}">
                <a16:creationId xmlns:a16="http://schemas.microsoft.com/office/drawing/2014/main" id="{2D18164D-3182-9975-FDBF-829DDB6A6B63}"/>
              </a:ext>
            </a:extLst>
          </p:cNvPr>
          <p:cNvSpPr/>
          <p:nvPr/>
        </p:nvSpPr>
        <p:spPr bwMode="auto">
          <a:xfrm>
            <a:off x="1890971" y="3014826"/>
            <a:ext cx="1785323" cy="400112"/>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cxnSp>
        <p:nvCxnSpPr>
          <p:cNvPr id="13" name="直線矢印コネクタ 12">
            <a:extLst>
              <a:ext uri="{FF2B5EF4-FFF2-40B4-BE49-F238E27FC236}">
                <a16:creationId xmlns:a16="http://schemas.microsoft.com/office/drawing/2014/main" id="{33B613C1-3AB6-92FB-C97A-B8929A5B8C5D}"/>
              </a:ext>
            </a:extLst>
          </p:cNvPr>
          <p:cNvCxnSpPr/>
          <p:nvPr/>
        </p:nvCxnSpPr>
        <p:spPr bwMode="auto">
          <a:xfrm>
            <a:off x="2783632" y="2658600"/>
            <a:ext cx="0" cy="376241"/>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sp>
        <p:nvSpPr>
          <p:cNvPr id="21" name="テキスト ボックス 20">
            <a:extLst>
              <a:ext uri="{FF2B5EF4-FFF2-40B4-BE49-F238E27FC236}">
                <a16:creationId xmlns:a16="http://schemas.microsoft.com/office/drawing/2014/main" id="{D2F4044D-87F7-6572-F926-0A9C96373DB2}"/>
              </a:ext>
            </a:extLst>
          </p:cNvPr>
          <p:cNvSpPr txBox="1"/>
          <p:nvPr/>
        </p:nvSpPr>
        <p:spPr bwMode="auto">
          <a:xfrm>
            <a:off x="6473956" y="3900930"/>
            <a:ext cx="1224136"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latin typeface="BIZ UDPゴシック" panose="020B0400000000000000" pitchFamily="50" charset="-128"/>
                <a:ea typeface="BIZ UDPゴシック" panose="020B0400000000000000" pitchFamily="50" charset="-128"/>
              </a:rPr>
              <a:t>引用先</a:t>
            </a:r>
            <a:endParaRPr kumimoji="1" lang="en-US" altLang="ja-JP" kern="0">
              <a:latin typeface="BIZ UDPゴシック" panose="020B0400000000000000" pitchFamily="50" charset="-128"/>
              <a:ea typeface="BIZ UDPゴシック" panose="020B0400000000000000" pitchFamily="50" charset="-128"/>
            </a:endParaRPr>
          </a:p>
          <a:p>
            <a:pPr algn="l" eaLnBrk="1"/>
            <a:r>
              <a:rPr kumimoji="1" lang="ja-JP" altLang="en-US" kern="0">
                <a:latin typeface="BIZ UDPゴシック" panose="020B0400000000000000" pitchFamily="50" charset="-128"/>
                <a:ea typeface="BIZ UDPゴシック" panose="020B0400000000000000" pitchFamily="50" charset="-128"/>
              </a:rPr>
              <a:t>スライド</a:t>
            </a:r>
          </a:p>
        </p:txBody>
      </p:sp>
      <p:sp>
        <p:nvSpPr>
          <p:cNvPr id="22" name="正方形/長方形 21">
            <a:extLst>
              <a:ext uri="{FF2B5EF4-FFF2-40B4-BE49-F238E27FC236}">
                <a16:creationId xmlns:a16="http://schemas.microsoft.com/office/drawing/2014/main" id="{F63BC6A1-F314-8991-CF29-92EFB9DCB9D8}"/>
              </a:ext>
            </a:extLst>
          </p:cNvPr>
          <p:cNvSpPr/>
          <p:nvPr/>
        </p:nvSpPr>
        <p:spPr bwMode="auto">
          <a:xfrm>
            <a:off x="7536160" y="2937199"/>
            <a:ext cx="3960440" cy="280051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4" name="正方形/長方形 23">
            <a:extLst>
              <a:ext uri="{FF2B5EF4-FFF2-40B4-BE49-F238E27FC236}">
                <a16:creationId xmlns:a16="http://schemas.microsoft.com/office/drawing/2014/main" id="{04D038B3-6743-C5BB-03BA-4320C78912E8}"/>
              </a:ext>
            </a:extLst>
          </p:cNvPr>
          <p:cNvSpPr/>
          <p:nvPr/>
        </p:nvSpPr>
        <p:spPr bwMode="auto">
          <a:xfrm>
            <a:off x="7658342" y="3034841"/>
            <a:ext cx="3777146" cy="40011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lang="en-US" altLang="ja-JP" sz="1800">
                <a:latin typeface="BIZ UDPゴシック" panose="020B0400000000000000" pitchFamily="50" charset="-128"/>
                <a:ea typeface="BIZ UDPゴシック" panose="020B0400000000000000" pitchFamily="50" charset="-128"/>
              </a:rPr>
              <a:t>#DT#SX.PX#) </a:t>
            </a:r>
            <a:r>
              <a:rPr lang="ja-JP" altLang="en-US" sz="1800">
                <a:latin typeface="BIZ UDPゴシック" panose="020B0400000000000000" pitchFamily="50" charset="-128"/>
                <a:ea typeface="BIZ UDPゴシック" panose="020B0400000000000000" pitchFamily="50" charset="-128"/>
              </a:rPr>
              <a:t>引用先スライド</a:t>
            </a:r>
            <a:endParaRPr kumimoji="1" lang="ja-JP" altLang="en-US" sz="180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E0DCBFC7-AFBD-DE4F-7E54-619EEED4D985}"/>
              </a:ext>
            </a:extLst>
          </p:cNvPr>
          <p:cNvSpPr/>
          <p:nvPr/>
        </p:nvSpPr>
        <p:spPr bwMode="auto">
          <a:xfrm>
            <a:off x="7860023" y="3986165"/>
            <a:ext cx="3017594" cy="400112"/>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lang="ja-JP" altLang="en-US" sz="1800">
                <a:latin typeface="BIZ UDPゴシック" panose="020B0400000000000000" pitchFamily="50" charset="-128"/>
                <a:ea typeface="BIZ UDPゴシック" panose="020B0400000000000000" pitchFamily="50" charset="-128"/>
              </a:rPr>
              <a:t>参照： </a:t>
            </a:r>
            <a:r>
              <a:rPr lang="en-US" altLang="ja-JP" sz="1800">
                <a:latin typeface="BIZ UDPゴシック" panose="020B0400000000000000" pitchFamily="50" charset="-128"/>
                <a:ea typeface="BIZ UDPゴシック" panose="020B0400000000000000" pitchFamily="50" charset="-128"/>
              </a:rPr>
              <a:t>#RIT#SA.P1#</a:t>
            </a:r>
            <a:endParaRPr kumimoji="1" lang="ja-JP" altLang="en-US" sz="180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2A397A4B-0E81-C9D5-B3F5-3A4727A940E3}"/>
              </a:ext>
            </a:extLst>
          </p:cNvPr>
          <p:cNvSpPr txBox="1"/>
          <p:nvPr/>
        </p:nvSpPr>
        <p:spPr bwMode="auto">
          <a:xfrm>
            <a:off x="7198522" y="5788191"/>
            <a:ext cx="4937022"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引用先スライドでは </a:t>
            </a:r>
            <a:r>
              <a:rPr kumimoji="1" lang="en-US" altLang="ja-JP" sz="1600" kern="0">
                <a:latin typeface="BIZ UDPゴシック" panose="020B0400000000000000" pitchFamily="50" charset="-128"/>
                <a:ea typeface="BIZ UDPゴシック" panose="020B0400000000000000" pitchFamily="50" charset="-128"/>
              </a:rPr>
              <a:t>#RIT#</a:t>
            </a:r>
            <a:r>
              <a:rPr kumimoji="1" lang="ja-JP" altLang="en-US" sz="1600" kern="0">
                <a:latin typeface="BIZ UDPゴシック" panose="020B0400000000000000" pitchFamily="50" charset="-128"/>
                <a:ea typeface="BIZ UDPゴシック" panose="020B0400000000000000" pitchFamily="50" charset="-128"/>
              </a:rPr>
              <a:t>タグを書くことにより、最終的な章節番号＋タイトルへと変換されます</a:t>
            </a:r>
          </a:p>
        </p:txBody>
      </p:sp>
      <p:sp>
        <p:nvSpPr>
          <p:cNvPr id="27" name="四角形: 角を丸くする 26">
            <a:extLst>
              <a:ext uri="{FF2B5EF4-FFF2-40B4-BE49-F238E27FC236}">
                <a16:creationId xmlns:a16="http://schemas.microsoft.com/office/drawing/2014/main" id="{59696C91-B292-0C1C-E061-CA003663F813}"/>
              </a:ext>
            </a:extLst>
          </p:cNvPr>
          <p:cNvSpPr/>
          <p:nvPr/>
        </p:nvSpPr>
        <p:spPr bwMode="auto">
          <a:xfrm>
            <a:off x="8760296" y="3989205"/>
            <a:ext cx="1957060" cy="400112"/>
          </a:xfrm>
          <a:prstGeom prst="roundRect">
            <a:avLst>
              <a:gd name="adj" fmla="val 25200"/>
            </a:avLst>
          </a:prstGeom>
          <a:solidFill>
            <a:schemeClr val="bg1">
              <a:alpha val="0"/>
            </a:schemeClr>
          </a:solidFill>
          <a:ln w="28575" cap="flat" cmpd="sng" algn="ctr">
            <a:solidFill>
              <a:srgbClr val="FF0000"/>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33" name="テキスト ボックス 32">
            <a:extLst>
              <a:ext uri="{FF2B5EF4-FFF2-40B4-BE49-F238E27FC236}">
                <a16:creationId xmlns:a16="http://schemas.microsoft.com/office/drawing/2014/main" id="{9A2227DF-BC5B-CAFA-4CAE-1E6F8084525B}"/>
              </a:ext>
            </a:extLst>
          </p:cNvPr>
          <p:cNvSpPr txBox="1"/>
          <p:nvPr/>
        </p:nvSpPr>
        <p:spPr bwMode="auto">
          <a:xfrm>
            <a:off x="7763080" y="2061920"/>
            <a:ext cx="3672408"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sz="1600" kern="0">
                <a:latin typeface="BIZ UDPゴシック" panose="020B0400000000000000" pitchFamily="50" charset="-128"/>
                <a:ea typeface="BIZ UDPゴシック" panose="020B0400000000000000" pitchFamily="50" charset="-128"/>
              </a:rPr>
              <a:t>こちらは　「１．１</a:t>
            </a:r>
            <a:r>
              <a:rPr kumimoji="1" lang="en-US" altLang="ja-JP" sz="1600" kern="0">
                <a:latin typeface="BIZ UDPゴシック" panose="020B0400000000000000" pitchFamily="50" charset="-128"/>
                <a:ea typeface="BIZ UDPゴシック" panose="020B0400000000000000" pitchFamily="50" charset="-128"/>
              </a:rPr>
              <a:t>) </a:t>
            </a:r>
            <a:r>
              <a:rPr kumimoji="1" lang="ja-JP" altLang="en-US" sz="1600" kern="0">
                <a:latin typeface="BIZ UDPゴシック" panose="020B0400000000000000" pitchFamily="50" charset="-128"/>
                <a:ea typeface="BIZ UDPゴシック" panose="020B0400000000000000" pitchFamily="50" charset="-128"/>
              </a:rPr>
              <a:t>引用元タイトル」 に</a:t>
            </a:r>
            <a:endParaRPr kumimoji="1" lang="en-US" altLang="ja-JP" sz="1600" kern="0">
              <a:latin typeface="BIZ UDPゴシック" panose="020B0400000000000000" pitchFamily="50" charset="-128"/>
              <a:ea typeface="BIZ UDPゴシック" panose="020B0400000000000000" pitchFamily="50" charset="-128"/>
            </a:endParaRPr>
          </a:p>
          <a:p>
            <a:pPr algn="l" eaLnBrk="1"/>
            <a:r>
              <a:rPr kumimoji="1" lang="ja-JP" altLang="en-US" sz="1600" kern="0">
                <a:latin typeface="BIZ UDPゴシック" panose="020B0400000000000000" pitchFamily="50" charset="-128"/>
                <a:ea typeface="BIZ UDPゴシック" panose="020B0400000000000000" pitchFamily="50" charset="-128"/>
              </a:rPr>
              <a:t>変換される</a:t>
            </a:r>
          </a:p>
        </p:txBody>
      </p:sp>
      <p:cxnSp>
        <p:nvCxnSpPr>
          <p:cNvPr id="34" name="直線矢印コネクタ 33">
            <a:extLst>
              <a:ext uri="{FF2B5EF4-FFF2-40B4-BE49-F238E27FC236}">
                <a16:creationId xmlns:a16="http://schemas.microsoft.com/office/drawing/2014/main" id="{74BAD580-3A9F-44F0-65AD-AD11B9A51834}"/>
              </a:ext>
            </a:extLst>
          </p:cNvPr>
          <p:cNvCxnSpPr/>
          <p:nvPr/>
        </p:nvCxnSpPr>
        <p:spPr bwMode="auto">
          <a:xfrm>
            <a:off x="8598365" y="2646697"/>
            <a:ext cx="770455" cy="1339468"/>
          </a:xfrm>
          <a:prstGeom prst="straightConnector1">
            <a:avLst/>
          </a:prstGeom>
          <a:solidFill>
            <a:srgbClr val="CCFFFF"/>
          </a:solidFill>
          <a:ln w="38100" cap="flat" cmpd="sng" algn="ctr">
            <a:solidFill>
              <a:srgbClr val="FF0000"/>
            </a:solidFill>
            <a:prstDash val="solid"/>
            <a:round/>
            <a:headEnd type="none" w="med" len="med"/>
            <a:tailEnd type="triangle"/>
          </a:ln>
          <a:effectLst/>
        </p:spPr>
      </p:cxnSp>
      <p:cxnSp>
        <p:nvCxnSpPr>
          <p:cNvPr id="39" name="直線コネクタ 38">
            <a:extLst>
              <a:ext uri="{FF2B5EF4-FFF2-40B4-BE49-F238E27FC236}">
                <a16:creationId xmlns:a16="http://schemas.microsoft.com/office/drawing/2014/main" id="{F85EC72D-73EE-803C-908C-18E4BEC6C86B}"/>
              </a:ext>
            </a:extLst>
          </p:cNvPr>
          <p:cNvCxnSpPr>
            <a:stCxn id="10" idx="3"/>
            <a:endCxn id="33" idx="1"/>
          </p:cNvCxnSpPr>
          <p:nvPr/>
        </p:nvCxnSpPr>
        <p:spPr bwMode="auto">
          <a:xfrm>
            <a:off x="5177898" y="2354309"/>
            <a:ext cx="2585182" cy="0"/>
          </a:xfrm>
          <a:prstGeom prst="line">
            <a:avLst/>
          </a:prstGeom>
          <a:solidFill>
            <a:srgbClr val="CCFFFF"/>
          </a:solidFill>
          <a:ln w="28575" cap="flat" cmpd="sng" algn="ctr">
            <a:solidFill>
              <a:schemeClr val="tx1">
                <a:lumMod val="75000"/>
                <a:lumOff val="25000"/>
              </a:schemeClr>
            </a:solidFill>
            <a:prstDash val="sysDash"/>
            <a:round/>
            <a:headEnd type="none" w="med" len="med"/>
            <a:tailEnd type="none" w="med" len="med"/>
          </a:ln>
          <a:effectLst/>
        </p:spPr>
      </p:cxnSp>
    </p:spTree>
    <p:extLst>
      <p:ext uri="{BB962C8B-B14F-4D97-AF65-F5344CB8AC3E}">
        <p14:creationId xmlns:p14="http://schemas.microsoft.com/office/powerpoint/2010/main" val="19693765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932F5-F04B-2663-14C3-21418413F30A}"/>
            </a:ext>
          </a:extLst>
        </p:cNvPr>
        <p:cNvGrpSpPr/>
        <p:nvPr/>
      </p:nvGrpSpPr>
      <p:grpSpPr>
        <a:xfrm>
          <a:off x="0" y="0"/>
          <a:ext cx="0" cy="0"/>
          <a:chOff x="0" y="0"/>
          <a:chExt cx="0" cy="0"/>
        </a:xfrm>
      </p:grpSpPr>
      <p:graphicFrame>
        <p:nvGraphicFramePr>
          <p:cNvPr id="29" name="表 28">
            <a:extLst>
              <a:ext uri="{FF2B5EF4-FFF2-40B4-BE49-F238E27FC236}">
                <a16:creationId xmlns:a16="http://schemas.microsoft.com/office/drawing/2014/main" id="{AF1BD1EC-FD0E-A2D4-4624-B11050746199}"/>
              </a:ext>
            </a:extLst>
          </p:cNvPr>
          <p:cNvGraphicFramePr>
            <a:graphicFrameLocks noGrp="1"/>
          </p:cNvGraphicFramePr>
          <p:nvPr>
            <p:extLst>
              <p:ext uri="{D42A27DB-BD31-4B8C-83A1-F6EECF244321}">
                <p14:modId xmlns:p14="http://schemas.microsoft.com/office/powerpoint/2010/main" val="2500159001"/>
              </p:ext>
            </p:extLst>
          </p:nvPr>
        </p:nvGraphicFramePr>
        <p:xfrm>
          <a:off x="3359696" y="3861048"/>
          <a:ext cx="8127999" cy="259588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463709558"/>
                    </a:ext>
                  </a:extLst>
                </a:gridCol>
                <a:gridCol w="2709333">
                  <a:extLst>
                    <a:ext uri="{9D8B030D-6E8A-4147-A177-3AD203B41FA5}">
                      <a16:colId xmlns:a16="http://schemas.microsoft.com/office/drawing/2014/main" val="866830421"/>
                    </a:ext>
                  </a:extLst>
                </a:gridCol>
                <a:gridCol w="2709333">
                  <a:extLst>
                    <a:ext uri="{9D8B030D-6E8A-4147-A177-3AD203B41FA5}">
                      <a16:colId xmlns:a16="http://schemas.microsoft.com/office/drawing/2014/main" val="3242915501"/>
                    </a:ext>
                  </a:extLst>
                </a:gridCol>
              </a:tblGrid>
              <a:tr h="370840">
                <a:tc>
                  <a:txBody>
                    <a:bodyPr/>
                    <a:lstStyle/>
                    <a:p>
                      <a:pPr algn="ctr"/>
                      <a:r>
                        <a:rPr kumimoji="1" lang="en-US" altLang="ja-JP" b="1">
                          <a:latin typeface="BIZ UDPゴシック" panose="020B0400000000000000" pitchFamily="50" charset="-128"/>
                          <a:ea typeface="BIZ UDPゴシック" panose="020B0400000000000000" pitchFamily="50" charset="-128"/>
                        </a:rPr>
                        <a:t>R</a:t>
                      </a:r>
                      <a:r>
                        <a:rPr kumimoji="1" lang="ja-JP" altLang="en-US" b="1">
                          <a:latin typeface="BIZ UDPゴシック" panose="020B0400000000000000" pitchFamily="50" charset="-128"/>
                          <a:ea typeface="BIZ UDPゴシック" panose="020B0400000000000000" pitchFamily="50" charset="-128"/>
                        </a:rPr>
                        <a:t>タグ記載例</a:t>
                      </a:r>
                    </a:p>
                  </a:txBody>
                  <a:tcPr>
                    <a:solidFill>
                      <a:schemeClr val="accent3">
                        <a:lumMod val="40000"/>
                        <a:lumOff val="60000"/>
                      </a:schemeClr>
                    </a:solidFill>
                  </a:tcPr>
                </a:tc>
                <a:tc>
                  <a:txBody>
                    <a:bodyPr/>
                    <a:lstStyle/>
                    <a:p>
                      <a:pPr algn="ctr"/>
                      <a:r>
                        <a:rPr kumimoji="1" lang="ja-JP" altLang="en-US" b="1">
                          <a:latin typeface="BIZ UDPゴシック" panose="020B0400000000000000" pitchFamily="50" charset="-128"/>
                          <a:ea typeface="BIZ UDPゴシック" panose="020B0400000000000000" pitchFamily="50" charset="-128"/>
                        </a:rPr>
                        <a:t>変換結果</a:t>
                      </a:r>
                    </a:p>
                  </a:txBody>
                  <a:tcPr>
                    <a:solidFill>
                      <a:schemeClr val="accent3">
                        <a:lumMod val="40000"/>
                        <a:lumOff val="60000"/>
                      </a:schemeClr>
                    </a:solidFill>
                  </a:tcPr>
                </a:tc>
                <a:tc>
                  <a:txBody>
                    <a:bodyPr/>
                    <a:lstStyle/>
                    <a:p>
                      <a:pPr algn="ctr"/>
                      <a:r>
                        <a:rPr kumimoji="1" lang="ja-JP" altLang="en-US" b="1">
                          <a:latin typeface="BIZ UDPゴシック" panose="020B0400000000000000" pitchFamily="50" charset="-128"/>
                          <a:ea typeface="BIZ UDPゴシック" panose="020B0400000000000000" pitchFamily="50" charset="-128"/>
                        </a:rPr>
                        <a:t>意味あい</a:t>
                      </a:r>
                    </a:p>
                  </a:txBody>
                  <a:tcPr>
                    <a:solidFill>
                      <a:schemeClr val="accent3">
                        <a:lumMod val="40000"/>
                        <a:lumOff val="60000"/>
                      </a:schemeClr>
                    </a:solidFill>
                  </a:tcPr>
                </a:tc>
                <a:extLst>
                  <a:ext uri="{0D108BD9-81ED-4DB2-BD59-A6C34878D82A}">
                    <a16:rowId xmlns:a16="http://schemas.microsoft.com/office/drawing/2014/main" val="27762217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kern="0" spc="400" baseline="0">
                          <a:latin typeface="BIZ UDゴシック" panose="020B0400000000000000" pitchFamily="49" charset="-128"/>
                          <a:ea typeface="BIZ UDゴシック" panose="020B0400000000000000" pitchFamily="49" charset="-128"/>
                        </a:rPr>
                        <a:t>#RI#SA.P1#</a:t>
                      </a:r>
                      <a:endParaRPr kumimoji="1" lang="ja-JP" altLang="en-US" b="1" spc="400" baseline="0">
                        <a:latin typeface="BIZ UDゴシック" panose="020B0400000000000000" pitchFamily="49" charset="-128"/>
                        <a:ea typeface="BIZ UDゴシック" panose="020B0400000000000000" pitchFamily="49" charset="-128"/>
                      </a:endParaRPr>
                    </a:p>
                  </a:txBody>
                  <a:tcPr/>
                </a:tc>
                <a:tc>
                  <a:txBody>
                    <a:bodyPr/>
                    <a:lstStyle/>
                    <a:p>
                      <a:r>
                        <a:rPr kumimoji="1" lang="en-US" altLang="ja-JP" b="1">
                          <a:latin typeface="BIZ UDPゴシック" panose="020B0400000000000000" pitchFamily="50" charset="-128"/>
                          <a:ea typeface="BIZ UDPゴシック" panose="020B0400000000000000" pitchFamily="50" charset="-128"/>
                        </a:rPr>
                        <a:t>1.1</a:t>
                      </a:r>
                      <a:endParaRPr kumimoji="1" lang="ja-JP" altLang="en-US" b="1">
                        <a:latin typeface="BIZ UDPゴシック" panose="020B0400000000000000" pitchFamily="50" charset="-128"/>
                        <a:ea typeface="BIZ UDPゴシック" panose="020B0400000000000000" pitchFamily="50" charset="-128"/>
                      </a:endParaRPr>
                    </a:p>
                  </a:txBody>
                  <a:tcPr/>
                </a:tc>
                <a:tc>
                  <a:txBody>
                    <a:bodyPr/>
                    <a:lstStyle/>
                    <a:p>
                      <a:r>
                        <a:rPr kumimoji="1" lang="ja-JP" altLang="en-US" kern="0">
                          <a:latin typeface="BIZ UDPゴシック" panose="020B0400000000000000" pitchFamily="50" charset="-128"/>
                          <a:ea typeface="BIZ UDPゴシック" panose="020B0400000000000000" pitchFamily="50" charset="-128"/>
                        </a:rPr>
                        <a:t>章節番号</a:t>
                      </a:r>
                      <a:endParaRPr kumimoji="1" lang="ja-JP" altLang="en-US" b="1">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392015864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kern="0" spc="400" baseline="0">
                          <a:latin typeface="BIZ UDゴシック" panose="020B0400000000000000" pitchFamily="49" charset="-128"/>
                          <a:ea typeface="BIZ UDゴシック" panose="020B0400000000000000" pitchFamily="49" charset="-128"/>
                        </a:rPr>
                        <a:t>#RT#SA.P1#</a:t>
                      </a:r>
                      <a:endParaRPr kumimoji="1" lang="ja-JP" altLang="en-US" b="1" spc="400" baseline="0">
                        <a:latin typeface="BIZ UDゴシック" panose="020B0400000000000000" pitchFamily="49" charset="-128"/>
                        <a:ea typeface="BIZ UDゴシック" panose="020B0400000000000000" pitchFamily="49" charset="-128"/>
                      </a:endParaRPr>
                    </a:p>
                  </a:txBody>
                  <a:tcPr/>
                </a:tc>
                <a:tc>
                  <a:txBody>
                    <a:bodyPr/>
                    <a:lstStyle/>
                    <a:p>
                      <a:r>
                        <a:rPr kumimoji="1" lang="ja-JP" altLang="en-US" b="1">
                          <a:latin typeface="BIZ UDPゴシック" panose="020B0400000000000000" pitchFamily="50" charset="-128"/>
                          <a:ea typeface="BIZ UDPゴシック" panose="020B0400000000000000" pitchFamily="50" charset="-128"/>
                        </a:rPr>
                        <a:t>引用元タイトル</a:t>
                      </a:r>
                    </a:p>
                  </a:txBody>
                  <a:tcPr/>
                </a:tc>
                <a:tc>
                  <a:txBody>
                    <a:bodyPr/>
                    <a:lstStyle/>
                    <a:p>
                      <a:r>
                        <a:rPr kumimoji="1" lang="ja-JP" altLang="en-US" kern="0">
                          <a:latin typeface="BIZ UDPゴシック" panose="020B0400000000000000" pitchFamily="50" charset="-128"/>
                          <a:ea typeface="BIZ UDPゴシック" panose="020B0400000000000000" pitchFamily="50" charset="-128"/>
                        </a:rPr>
                        <a:t>タイトル</a:t>
                      </a:r>
                      <a:endParaRPr kumimoji="1" lang="ja-JP" altLang="en-US" b="1">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12924429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kern="0" spc="400" baseline="0">
                          <a:latin typeface="BIZ UDゴシック" panose="020B0400000000000000" pitchFamily="49" charset="-128"/>
                          <a:ea typeface="BIZ UDゴシック" panose="020B0400000000000000" pitchFamily="49" charset="-128"/>
                        </a:rPr>
                        <a:t>#RIT#SA.P1#</a:t>
                      </a:r>
                      <a:endParaRPr kumimoji="1" lang="ja-JP" altLang="en-US" b="1" spc="400" baseline="0">
                        <a:latin typeface="BIZ UDゴシック" panose="020B0400000000000000" pitchFamily="49" charset="-128"/>
                        <a:ea typeface="BIZ UDゴシック" panose="020B0400000000000000" pitchFamily="49" charset="-128"/>
                      </a:endParaRPr>
                    </a:p>
                  </a:txBody>
                  <a:tcPr/>
                </a:tc>
                <a:tc>
                  <a:txBody>
                    <a:bodyPr/>
                    <a:lstStyle/>
                    <a:p>
                      <a:r>
                        <a:rPr kumimoji="1" lang="en-US" altLang="ja-JP" b="1">
                          <a:latin typeface="BIZ UDPゴシック" panose="020B0400000000000000" pitchFamily="50" charset="-128"/>
                          <a:ea typeface="BIZ UDPゴシック" panose="020B0400000000000000" pitchFamily="50" charset="-128"/>
                        </a:rPr>
                        <a:t>1.1)</a:t>
                      </a:r>
                      <a:r>
                        <a:rPr kumimoji="1" lang="ja-JP" altLang="en-US" b="1">
                          <a:latin typeface="BIZ UDPゴシック" panose="020B0400000000000000" pitchFamily="50" charset="-128"/>
                          <a:ea typeface="BIZ UDPゴシック" panose="020B0400000000000000" pitchFamily="50" charset="-128"/>
                        </a:rPr>
                        <a:t>　引用元タイトル</a:t>
                      </a:r>
                    </a:p>
                  </a:txBody>
                  <a:tcPr/>
                </a:tc>
                <a:tc>
                  <a:txBody>
                    <a:bodyPr/>
                    <a:lstStyle/>
                    <a:p>
                      <a:r>
                        <a:rPr kumimoji="1" lang="ja-JP" altLang="en-US" kern="0">
                          <a:latin typeface="BIZ UDPゴシック" panose="020B0400000000000000" pitchFamily="50" charset="-128"/>
                          <a:ea typeface="BIZ UDPゴシック" panose="020B0400000000000000" pitchFamily="50" charset="-128"/>
                        </a:rPr>
                        <a:t>章節番号＋タイトル</a:t>
                      </a:r>
                      <a:endParaRPr kumimoji="1" lang="ja-JP" altLang="en-US" b="1">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111302476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kern="0" spc="400" baseline="0">
                          <a:latin typeface="BIZ UDゴシック" panose="020B0400000000000000" pitchFamily="49" charset="-128"/>
                          <a:ea typeface="BIZ UDゴシック" panose="020B0400000000000000" pitchFamily="49" charset="-128"/>
                        </a:rPr>
                        <a:t>#RN#SA.P1#</a:t>
                      </a:r>
                      <a:endParaRPr kumimoji="1" lang="ja-JP" altLang="en-US" b="1" spc="400" baseline="0">
                        <a:latin typeface="BIZ UDゴシック" panose="020B0400000000000000" pitchFamily="49" charset="-128"/>
                        <a:ea typeface="BIZ UDゴシック" panose="020B0400000000000000" pitchFamily="49" charset="-128"/>
                      </a:endParaRPr>
                    </a:p>
                  </a:txBody>
                  <a:tcPr/>
                </a:tc>
                <a:tc>
                  <a:txBody>
                    <a:bodyPr/>
                    <a:lstStyle/>
                    <a:p>
                      <a:r>
                        <a:rPr kumimoji="1" lang="en-US" altLang="ja-JP" b="1">
                          <a:latin typeface="BIZ UDPゴシック" panose="020B0400000000000000" pitchFamily="50" charset="-128"/>
                          <a:ea typeface="BIZ UDPゴシック" panose="020B0400000000000000" pitchFamily="50" charset="-128"/>
                        </a:rPr>
                        <a:t>3</a:t>
                      </a:r>
                      <a:endParaRPr kumimoji="1" lang="ja-JP" altLang="en-US" b="1">
                        <a:latin typeface="BIZ UDPゴシック" panose="020B0400000000000000" pitchFamily="50" charset="-128"/>
                        <a:ea typeface="BIZ UDPゴシック" panose="020B0400000000000000" pitchFamily="50" charset="-128"/>
                      </a:endParaRPr>
                    </a:p>
                  </a:txBody>
                  <a:tcPr/>
                </a:tc>
                <a:tc>
                  <a:txBody>
                    <a:bodyPr/>
                    <a:lstStyle/>
                    <a:p>
                      <a:r>
                        <a:rPr kumimoji="1" lang="ja-JP" altLang="en-US" kern="0">
                          <a:latin typeface="BIZ UDPゴシック" panose="020B0400000000000000" pitchFamily="50" charset="-128"/>
                          <a:ea typeface="BIZ UDPゴシック" panose="020B0400000000000000" pitchFamily="50" charset="-128"/>
                        </a:rPr>
                        <a:t>スライド番号</a:t>
                      </a:r>
                      <a:endParaRPr kumimoji="1" lang="ja-JP" altLang="en-US" b="1">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31283747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spc="400" baseline="0">
                          <a:latin typeface="BIZ UDゴシック" panose="020B0400000000000000" pitchFamily="49" charset="-128"/>
                          <a:ea typeface="BIZ UDゴシック" panose="020B0400000000000000" pitchFamily="49" charset="-128"/>
                        </a:rPr>
                        <a:t>#RLISTIT#SA#</a:t>
                      </a:r>
                      <a:endParaRPr kumimoji="1" lang="ja-JP" altLang="en-US" b="1" spc="400" baseline="0">
                        <a:latin typeface="BIZ UDゴシック" panose="020B0400000000000000" pitchFamily="49" charset="-128"/>
                        <a:ea typeface="BIZ UDゴシック" panose="020B0400000000000000" pitchFamily="49" charset="-128"/>
                      </a:endParaRPr>
                    </a:p>
                  </a:txBody>
                  <a:tcPr/>
                </a:tc>
                <a:tc gridSpan="2">
                  <a:txBody>
                    <a:bodyPr/>
                    <a:lstStyle/>
                    <a:p>
                      <a:r>
                        <a:rPr kumimoji="1" lang="ja-JP" altLang="en-US" b="1">
                          <a:latin typeface="BIZ UDPゴシック" panose="020B0400000000000000" pitchFamily="50" charset="-128"/>
                          <a:ea typeface="BIZ UDPゴシック" panose="020B0400000000000000" pitchFamily="50" charset="-128"/>
                        </a:rPr>
                        <a:t>目次生成用、</a:t>
                      </a:r>
                      <a:r>
                        <a:rPr kumimoji="1" lang="ja-JP" altLang="en-US" sz="1800" b="1">
                          <a:latin typeface="BIZ UDPゴシック" panose="020B0400000000000000" pitchFamily="50" charset="-128"/>
                          <a:ea typeface="BIZ UDPゴシック" panose="020B0400000000000000" pitchFamily="50" charset="-128"/>
                        </a:rPr>
                        <a:t>変換例</a:t>
                      </a:r>
                      <a:r>
                        <a:rPr kumimoji="1" lang="en-US" altLang="ja-JP" sz="1800" b="1">
                          <a:latin typeface="BIZ UDPゴシック" panose="020B0400000000000000" pitchFamily="50" charset="-128"/>
                          <a:ea typeface="BIZ UDPゴシック" panose="020B0400000000000000" pitchFamily="50" charset="-128"/>
                        </a:rPr>
                        <a:t>(5)</a:t>
                      </a:r>
                      <a:r>
                        <a:rPr kumimoji="1" lang="ja-JP" altLang="en-US" sz="1800" b="1">
                          <a:latin typeface="BIZ UDPゴシック" panose="020B0400000000000000" pitchFamily="50" charset="-128"/>
                          <a:ea typeface="BIZ UDPゴシック" panose="020B0400000000000000" pitchFamily="50" charset="-128"/>
                        </a:rPr>
                        <a:t>を参照</a:t>
                      </a:r>
                      <a:endParaRPr kumimoji="1" lang="ja-JP" altLang="en-US" b="1">
                        <a:latin typeface="BIZ UDPゴシック" panose="020B0400000000000000" pitchFamily="50" charset="-128"/>
                        <a:ea typeface="BIZ UDPゴシック" panose="020B0400000000000000" pitchFamily="50" charset="-128"/>
                      </a:endParaRPr>
                    </a:p>
                  </a:txBody>
                  <a:tcPr/>
                </a:tc>
                <a:tc hMerge="1">
                  <a:txBody>
                    <a:bodyPr/>
                    <a:lstStyle/>
                    <a:p>
                      <a:endParaRPr kumimoji="1" lang="ja-JP" altLang="en-US" b="1">
                        <a:latin typeface="BIZ UDPゴシック" panose="020B0400000000000000" pitchFamily="50" charset="-128"/>
                        <a:ea typeface="BIZ UDPゴシック" panose="020B0400000000000000" pitchFamily="50" charset="-128"/>
                      </a:endParaRPr>
                    </a:p>
                  </a:txBody>
                  <a:tcPr/>
                </a:tc>
                <a:extLst>
                  <a:ext uri="{0D108BD9-81ED-4DB2-BD59-A6C34878D82A}">
                    <a16:rowId xmlns:a16="http://schemas.microsoft.com/office/drawing/2014/main" val="390723353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b="1" spc="400" baseline="0">
                          <a:latin typeface="BIZ UDゴシック" panose="020B0400000000000000" pitchFamily="49" charset="-128"/>
                          <a:ea typeface="BIZ UDゴシック" panose="020B0400000000000000" pitchFamily="49" charset="-128"/>
                        </a:rPr>
                        <a:t>#RLISTSN#SA#</a:t>
                      </a:r>
                      <a:endParaRPr kumimoji="1" lang="ja-JP" altLang="en-US" b="1" spc="400" baseline="0">
                        <a:latin typeface="BIZ UDゴシック" panose="020B0400000000000000" pitchFamily="49" charset="-128"/>
                        <a:ea typeface="BIZ UDゴシック" panose="020B0400000000000000" pitchFamily="49" charset="-128"/>
                      </a:endParaRPr>
                    </a:p>
                  </a:txBody>
                  <a:tcPr/>
                </a:tc>
                <a:tc gridSpan="2">
                  <a:txBody>
                    <a:bodyPr/>
                    <a:lstStyle/>
                    <a:p>
                      <a:r>
                        <a:rPr kumimoji="1" lang="ja-JP" altLang="en-US" b="1">
                          <a:latin typeface="BIZ UDPゴシック" panose="020B0400000000000000" pitchFamily="50" charset="-128"/>
                          <a:ea typeface="BIZ UDPゴシック" panose="020B0400000000000000" pitchFamily="50" charset="-128"/>
                        </a:rPr>
                        <a:t>目次生成用、</a:t>
                      </a:r>
                      <a:r>
                        <a:rPr kumimoji="1" lang="ja-JP" altLang="en-US" sz="1800" b="1">
                          <a:latin typeface="BIZ UDPゴシック" panose="020B0400000000000000" pitchFamily="50" charset="-128"/>
                          <a:ea typeface="BIZ UDPゴシック" panose="020B0400000000000000" pitchFamily="50" charset="-128"/>
                        </a:rPr>
                        <a:t>変換例</a:t>
                      </a:r>
                      <a:r>
                        <a:rPr kumimoji="1" lang="en-US" altLang="ja-JP" sz="1800" b="1">
                          <a:latin typeface="BIZ UDPゴシック" panose="020B0400000000000000" pitchFamily="50" charset="-128"/>
                          <a:ea typeface="BIZ UDPゴシック" panose="020B0400000000000000" pitchFamily="50" charset="-128"/>
                        </a:rPr>
                        <a:t>(5)</a:t>
                      </a:r>
                      <a:r>
                        <a:rPr kumimoji="1" lang="ja-JP" altLang="en-US" sz="1800" b="1">
                          <a:latin typeface="BIZ UDPゴシック" panose="020B0400000000000000" pitchFamily="50" charset="-128"/>
                          <a:ea typeface="BIZ UDPゴシック" panose="020B0400000000000000" pitchFamily="50" charset="-128"/>
                        </a:rPr>
                        <a:t>を参照</a:t>
                      </a:r>
                      <a:endParaRPr kumimoji="1" lang="ja-JP" altLang="en-US" b="1">
                        <a:latin typeface="BIZ UDPゴシック" panose="020B0400000000000000" pitchFamily="50" charset="-128"/>
                        <a:ea typeface="BIZ UDPゴシック" panose="020B0400000000000000" pitchFamily="50" charset="-128"/>
                      </a:endParaRPr>
                    </a:p>
                  </a:txBody>
                  <a:tcPr/>
                </a:tc>
                <a:tc hMerge="1">
                  <a:txBody>
                    <a:bodyPr/>
                    <a:lstStyle/>
                    <a:p>
                      <a:endParaRPr kumimoji="1" lang="ja-JP" altLang="en-US"/>
                    </a:p>
                  </a:txBody>
                  <a:tcPr/>
                </a:tc>
                <a:extLst>
                  <a:ext uri="{0D108BD9-81ED-4DB2-BD59-A6C34878D82A}">
                    <a16:rowId xmlns:a16="http://schemas.microsoft.com/office/drawing/2014/main" val="2785385430"/>
                  </a:ext>
                </a:extLst>
              </a:tr>
            </a:tbl>
          </a:graphicData>
        </a:graphic>
      </p:graphicFrame>
      <p:sp>
        <p:nvSpPr>
          <p:cNvPr id="2" name="タイトル 1">
            <a:extLst>
              <a:ext uri="{FF2B5EF4-FFF2-40B4-BE49-F238E27FC236}">
                <a16:creationId xmlns:a16="http://schemas.microsoft.com/office/drawing/2014/main" id="{25214BDD-0BC6-E38B-8E00-2898854FA313}"/>
              </a:ext>
            </a:extLst>
          </p:cNvPr>
          <p:cNvSpPr>
            <a:spLocks noGrp="1"/>
          </p:cNvSpPr>
          <p:nvPr>
            <p:ph type="title"/>
          </p:nvPr>
        </p:nvSpPr>
        <p:spPr/>
        <p:txBody>
          <a:bodyPr/>
          <a:lstStyle/>
          <a:p>
            <a:r>
              <a:rPr lang="ja-JP" altLang="en-US"/>
              <a:t>変換例</a:t>
            </a:r>
            <a:r>
              <a:rPr lang="en-US" altLang="ja-JP"/>
              <a:t>(7) </a:t>
            </a:r>
            <a:r>
              <a:rPr lang="ja-JP" altLang="en-US"/>
              <a:t>引用タグ（</a:t>
            </a:r>
            <a:r>
              <a:rPr lang="en-US" altLang="ja-JP"/>
              <a:t>R</a:t>
            </a:r>
            <a:r>
              <a:rPr lang="ja-JP" altLang="en-US"/>
              <a:t>）の使用例</a:t>
            </a:r>
            <a:endParaRPr kumimoji="1" lang="ja-JP" altLang="en-US"/>
          </a:p>
        </p:txBody>
      </p:sp>
      <p:sp>
        <p:nvSpPr>
          <p:cNvPr id="4" name="スライド番号プレースホルダー 3">
            <a:extLst>
              <a:ext uri="{FF2B5EF4-FFF2-40B4-BE49-F238E27FC236}">
                <a16:creationId xmlns:a16="http://schemas.microsoft.com/office/drawing/2014/main" id="{7AC01ED9-8C5E-69C1-C7AA-995501FC583A}"/>
              </a:ext>
            </a:extLst>
          </p:cNvPr>
          <p:cNvSpPr>
            <a:spLocks noGrp="1"/>
          </p:cNvSpPr>
          <p:nvPr>
            <p:ph type="sldNum" sz="quarter" idx="12"/>
          </p:nvPr>
        </p:nvSpPr>
        <p:spPr/>
        <p:txBody>
          <a:bodyPr/>
          <a:lstStyle/>
          <a:p>
            <a:fld id="{D2D8002D-B5B0-4BAC-B1F6-782DDCCE6D9C}" type="slidenum">
              <a:rPr lang="ja-JP" altLang="en-US" smtClean="0"/>
              <a:pPr/>
              <a:t>11</a:t>
            </a:fld>
            <a:endParaRPr lang="ja-JP" altLang="en-US"/>
          </a:p>
        </p:txBody>
      </p:sp>
      <p:sp>
        <p:nvSpPr>
          <p:cNvPr id="5" name="フッター プレースホルダー 4">
            <a:extLst>
              <a:ext uri="{FF2B5EF4-FFF2-40B4-BE49-F238E27FC236}">
                <a16:creationId xmlns:a16="http://schemas.microsoft.com/office/drawing/2014/main" id="{D19B2061-FB25-FE1B-5387-794CFB446F06}"/>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6BC1FEAA-CC39-8DE6-A8E0-1C09C1FEDE2F}"/>
              </a:ext>
            </a:extLst>
          </p:cNvPr>
          <p:cNvSpPr txBox="1"/>
          <p:nvPr/>
        </p:nvSpPr>
        <p:spPr bwMode="auto">
          <a:xfrm>
            <a:off x="1127453" y="1196752"/>
            <a:ext cx="95770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R</a:t>
            </a:r>
            <a:r>
              <a:rPr lang="ja-JP" altLang="en-US" kern="0">
                <a:latin typeface="BIZ UDPゴシック" panose="020B0400000000000000" pitchFamily="50" charset="-128"/>
                <a:ea typeface="BIZ UDPゴシック" panose="020B0400000000000000" pitchFamily="50" charset="-128"/>
              </a:rPr>
              <a:t>タグにはいくつかのバリエーションがあります。</a:t>
            </a:r>
            <a:endParaRPr lang="en-US" altLang="ja-JP" kern="0">
              <a:latin typeface="BIZ UDPゴシック" panose="020B0400000000000000" pitchFamily="50" charset="-128"/>
              <a:ea typeface="BIZ UDPゴシック" panose="020B0400000000000000" pitchFamily="50" charset="-128"/>
            </a:endParaRPr>
          </a:p>
        </p:txBody>
      </p:sp>
      <p:sp>
        <p:nvSpPr>
          <p:cNvPr id="23" name="正方形/長方形 22">
            <a:extLst>
              <a:ext uri="{FF2B5EF4-FFF2-40B4-BE49-F238E27FC236}">
                <a16:creationId xmlns:a16="http://schemas.microsoft.com/office/drawing/2014/main" id="{6BFFE242-71DD-508D-83C3-1CC08E0475B2}"/>
              </a:ext>
            </a:extLst>
          </p:cNvPr>
          <p:cNvSpPr/>
          <p:nvPr/>
        </p:nvSpPr>
        <p:spPr bwMode="auto">
          <a:xfrm>
            <a:off x="3359696" y="2030797"/>
            <a:ext cx="4154861" cy="40011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lang="en-US" altLang="ja-JP" sz="1800">
                <a:latin typeface="BIZ UDPゴシック" panose="020B0400000000000000" pitchFamily="50" charset="-128"/>
                <a:ea typeface="BIZ UDPゴシック" panose="020B0400000000000000" pitchFamily="50" charset="-128"/>
              </a:rPr>
              <a:t>#DT#SA.P1#) </a:t>
            </a:r>
            <a:r>
              <a:rPr lang="ja-JP" altLang="en-US" sz="1800">
                <a:latin typeface="BIZ UDPゴシック" panose="020B0400000000000000" pitchFamily="50" charset="-128"/>
                <a:ea typeface="BIZ UDPゴシック" panose="020B0400000000000000" pitchFamily="50" charset="-128"/>
              </a:rPr>
              <a:t>引用元タイトル</a:t>
            </a:r>
            <a:endParaRPr kumimoji="1" lang="ja-JP" altLang="en-US" sz="1800">
              <a:latin typeface="BIZ UDPゴシック" panose="020B0400000000000000" pitchFamily="50" charset="-128"/>
              <a:ea typeface="BIZ UDPゴシック" panose="020B0400000000000000" pitchFamily="50" charset="-128"/>
            </a:endParaRPr>
          </a:p>
        </p:txBody>
      </p:sp>
      <p:cxnSp>
        <p:nvCxnSpPr>
          <p:cNvPr id="31" name="直線矢印コネクタ 30">
            <a:extLst>
              <a:ext uri="{FF2B5EF4-FFF2-40B4-BE49-F238E27FC236}">
                <a16:creationId xmlns:a16="http://schemas.microsoft.com/office/drawing/2014/main" id="{099F8440-DBB9-1AB7-077D-356FE7A81565}"/>
              </a:ext>
            </a:extLst>
          </p:cNvPr>
          <p:cNvCxnSpPr/>
          <p:nvPr/>
        </p:nvCxnSpPr>
        <p:spPr bwMode="auto">
          <a:xfrm>
            <a:off x="5663947" y="2492896"/>
            <a:ext cx="0" cy="43275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2" name="テキスト ボックス 31">
            <a:extLst>
              <a:ext uri="{FF2B5EF4-FFF2-40B4-BE49-F238E27FC236}">
                <a16:creationId xmlns:a16="http://schemas.microsoft.com/office/drawing/2014/main" id="{7C7F86A6-460D-2413-226A-3DA2C2B27BC7}"/>
              </a:ext>
            </a:extLst>
          </p:cNvPr>
          <p:cNvSpPr txBox="1"/>
          <p:nvPr/>
        </p:nvSpPr>
        <p:spPr bwMode="auto">
          <a:xfrm>
            <a:off x="695400" y="2030797"/>
            <a:ext cx="2499983"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ja-JP" altLang="en-US" kern="0">
                <a:latin typeface="BIZ UDPゴシック" panose="020B0400000000000000" pitchFamily="50" charset="-128"/>
                <a:ea typeface="BIZ UDPゴシック" panose="020B0400000000000000" pitchFamily="50" charset="-128"/>
              </a:rPr>
              <a:t>元の</a:t>
            </a:r>
            <a:r>
              <a:rPr lang="en-US" altLang="ja-JP" kern="0">
                <a:latin typeface="BIZ UDPゴシック" panose="020B0400000000000000" pitchFamily="50" charset="-128"/>
                <a:ea typeface="BIZ UDPゴシック" panose="020B0400000000000000" pitchFamily="50" charset="-128"/>
              </a:rPr>
              <a:t>DT</a:t>
            </a:r>
            <a:r>
              <a:rPr lang="ja-JP" altLang="en-US" kern="0">
                <a:latin typeface="BIZ UDPゴシック" panose="020B0400000000000000" pitchFamily="50" charset="-128"/>
                <a:ea typeface="BIZ UDPゴシック" panose="020B0400000000000000" pitchFamily="50" charset="-128"/>
              </a:rPr>
              <a:t>タグ</a:t>
            </a:r>
            <a:endParaRPr kumimoji="1" lang="ja-JP" altLang="en-US" kern="0">
              <a:latin typeface="BIZ UDPゴシック" panose="020B0400000000000000" pitchFamily="50" charset="-128"/>
              <a:ea typeface="BIZ UDPゴシック" panose="020B0400000000000000" pitchFamily="50" charset="-128"/>
            </a:endParaRPr>
          </a:p>
        </p:txBody>
      </p:sp>
      <p:sp>
        <p:nvSpPr>
          <p:cNvPr id="35" name="正方形/長方形 34">
            <a:extLst>
              <a:ext uri="{FF2B5EF4-FFF2-40B4-BE49-F238E27FC236}">
                <a16:creationId xmlns:a16="http://schemas.microsoft.com/office/drawing/2014/main" id="{B3A6E316-ADEF-81AA-0301-4CC5F203278E}"/>
              </a:ext>
            </a:extLst>
          </p:cNvPr>
          <p:cNvSpPr/>
          <p:nvPr/>
        </p:nvSpPr>
        <p:spPr bwMode="auto">
          <a:xfrm>
            <a:off x="3359696" y="2924944"/>
            <a:ext cx="4154861" cy="400112"/>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lang="en-US" altLang="ja-JP" sz="1800">
                <a:latin typeface="BIZ UDPゴシック" panose="020B0400000000000000" pitchFamily="50" charset="-128"/>
                <a:ea typeface="BIZ UDPゴシック" panose="020B0400000000000000" pitchFamily="50" charset="-128"/>
              </a:rPr>
              <a:t>1.1) </a:t>
            </a:r>
            <a:r>
              <a:rPr lang="ja-JP" altLang="en-US" sz="1800">
                <a:latin typeface="BIZ UDPゴシック" panose="020B0400000000000000" pitchFamily="50" charset="-128"/>
                <a:ea typeface="BIZ UDPゴシック" panose="020B0400000000000000" pitchFamily="50" charset="-128"/>
              </a:rPr>
              <a:t>引用元タイトル</a:t>
            </a:r>
            <a:endParaRPr kumimoji="1" lang="ja-JP" altLang="en-US" sz="1800">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EEF7DB90-F0E2-DADD-279E-2B8C10388D72}"/>
              </a:ext>
            </a:extLst>
          </p:cNvPr>
          <p:cNvSpPr txBox="1"/>
          <p:nvPr/>
        </p:nvSpPr>
        <p:spPr bwMode="auto">
          <a:xfrm>
            <a:off x="695400" y="2924944"/>
            <a:ext cx="2499983"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en-US" altLang="ja-JP" kern="0">
                <a:latin typeface="BIZ UDPゴシック" panose="020B0400000000000000" pitchFamily="50" charset="-128"/>
                <a:ea typeface="BIZ UDPゴシック" panose="020B0400000000000000" pitchFamily="50" charset="-128"/>
              </a:rPr>
              <a:t>DT</a:t>
            </a:r>
            <a:r>
              <a:rPr kumimoji="1" lang="ja-JP" altLang="en-US" kern="0">
                <a:latin typeface="BIZ UDPゴシック" panose="020B0400000000000000" pitchFamily="50" charset="-128"/>
                <a:ea typeface="BIZ UDPゴシック" panose="020B0400000000000000" pitchFamily="50" charset="-128"/>
              </a:rPr>
              <a:t>タグの変換結果</a:t>
            </a:r>
          </a:p>
        </p:txBody>
      </p:sp>
      <p:cxnSp>
        <p:nvCxnSpPr>
          <p:cNvPr id="38" name="直線矢印コネクタ 37">
            <a:extLst>
              <a:ext uri="{FF2B5EF4-FFF2-40B4-BE49-F238E27FC236}">
                <a16:creationId xmlns:a16="http://schemas.microsoft.com/office/drawing/2014/main" id="{E32001A3-C211-DE4A-D40D-68515904B812}"/>
              </a:ext>
            </a:extLst>
          </p:cNvPr>
          <p:cNvCxnSpPr/>
          <p:nvPr/>
        </p:nvCxnSpPr>
        <p:spPr bwMode="auto">
          <a:xfrm>
            <a:off x="5663947" y="3366517"/>
            <a:ext cx="0" cy="432755"/>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0" name="テキスト ボックス 39">
            <a:extLst>
              <a:ext uri="{FF2B5EF4-FFF2-40B4-BE49-F238E27FC236}">
                <a16:creationId xmlns:a16="http://schemas.microsoft.com/office/drawing/2014/main" id="{F980B735-3185-0893-0F93-41680EA4325F}"/>
              </a:ext>
            </a:extLst>
          </p:cNvPr>
          <p:cNvSpPr txBox="1"/>
          <p:nvPr/>
        </p:nvSpPr>
        <p:spPr bwMode="auto">
          <a:xfrm>
            <a:off x="695400" y="4774356"/>
            <a:ext cx="2499983"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en-US" altLang="ja-JP" kern="0">
                <a:latin typeface="BIZ UDPゴシック" panose="020B0400000000000000" pitchFamily="50" charset="-128"/>
                <a:ea typeface="BIZ UDPゴシック" panose="020B0400000000000000" pitchFamily="50" charset="-128"/>
              </a:rPr>
              <a:t>R</a:t>
            </a:r>
            <a:r>
              <a:rPr kumimoji="1" lang="ja-JP" altLang="en-US" kern="0">
                <a:latin typeface="BIZ UDPゴシック" panose="020B0400000000000000" pitchFamily="50" charset="-128"/>
                <a:ea typeface="BIZ UDPゴシック" panose="020B0400000000000000" pitchFamily="50" charset="-128"/>
              </a:rPr>
              <a:t>タグでの</a:t>
            </a:r>
            <a:endParaRPr kumimoji="1" lang="en-US" altLang="ja-JP" kern="0">
              <a:latin typeface="BIZ UDPゴシック" panose="020B0400000000000000" pitchFamily="50" charset="-128"/>
              <a:ea typeface="BIZ UDPゴシック" panose="020B0400000000000000" pitchFamily="50" charset="-128"/>
            </a:endParaRPr>
          </a:p>
          <a:p>
            <a:pPr algn="r" eaLnBrk="1"/>
            <a:r>
              <a:rPr kumimoji="1" lang="ja-JP" altLang="en-US" kern="0">
                <a:latin typeface="BIZ UDPゴシック" panose="020B0400000000000000" pitchFamily="50" charset="-128"/>
                <a:ea typeface="BIZ UDPゴシック" panose="020B0400000000000000" pitchFamily="50" charset="-128"/>
              </a:rPr>
              <a:t>引用形式と</a:t>
            </a:r>
            <a:endParaRPr kumimoji="1" lang="en-US" altLang="ja-JP" kern="0">
              <a:latin typeface="BIZ UDPゴシック" panose="020B0400000000000000" pitchFamily="50" charset="-128"/>
              <a:ea typeface="BIZ UDPゴシック" panose="020B0400000000000000" pitchFamily="50" charset="-128"/>
            </a:endParaRPr>
          </a:p>
          <a:p>
            <a:pPr algn="r" eaLnBrk="1"/>
            <a:r>
              <a:rPr kumimoji="1" lang="ja-JP" altLang="en-US" kern="0">
                <a:latin typeface="BIZ UDPゴシック" panose="020B0400000000000000" pitchFamily="50" charset="-128"/>
                <a:ea typeface="BIZ UDPゴシック" panose="020B0400000000000000" pitchFamily="50" charset="-128"/>
              </a:rPr>
              <a:t>その変換結果</a:t>
            </a:r>
          </a:p>
        </p:txBody>
      </p:sp>
      <p:sp>
        <p:nvSpPr>
          <p:cNvPr id="42" name="テキスト ボックス 41">
            <a:extLst>
              <a:ext uri="{FF2B5EF4-FFF2-40B4-BE49-F238E27FC236}">
                <a16:creationId xmlns:a16="http://schemas.microsoft.com/office/drawing/2014/main" id="{628BA129-C903-DDCC-0C2D-81F568A0CD91}"/>
              </a:ext>
            </a:extLst>
          </p:cNvPr>
          <p:cNvSpPr txBox="1"/>
          <p:nvPr/>
        </p:nvSpPr>
        <p:spPr bwMode="auto">
          <a:xfrm>
            <a:off x="8456285" y="1876909"/>
            <a:ext cx="304031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ja-JP" altLang="en-US" kern="0">
                <a:latin typeface="BIZ UDPゴシック" panose="020B0400000000000000" pitchFamily="50" charset="-128"/>
                <a:ea typeface="BIZ UDPゴシック" panose="020B0400000000000000" pitchFamily="50" charset="-128"/>
              </a:rPr>
              <a:t>これが</a:t>
            </a:r>
            <a:r>
              <a:rPr kumimoji="1" lang="en-US" altLang="ja-JP" kern="0">
                <a:latin typeface="BIZ UDPゴシック" panose="020B0400000000000000" pitchFamily="50" charset="-128"/>
                <a:ea typeface="BIZ UDPゴシック" panose="020B0400000000000000" pitchFamily="50" charset="-128"/>
              </a:rPr>
              <a:t>3</a:t>
            </a:r>
            <a:r>
              <a:rPr kumimoji="1" lang="ja-JP" altLang="en-US" kern="0">
                <a:latin typeface="BIZ UDPゴシック" panose="020B0400000000000000" pitchFamily="50" charset="-128"/>
                <a:ea typeface="BIZ UDPゴシック" panose="020B0400000000000000" pitchFamily="50" charset="-128"/>
              </a:rPr>
              <a:t>枚目のスライドにあったとします</a:t>
            </a:r>
          </a:p>
        </p:txBody>
      </p:sp>
      <p:sp>
        <p:nvSpPr>
          <p:cNvPr id="43" name="テキスト ボックス 42">
            <a:extLst>
              <a:ext uri="{FF2B5EF4-FFF2-40B4-BE49-F238E27FC236}">
                <a16:creationId xmlns:a16="http://schemas.microsoft.com/office/drawing/2014/main" id="{E95DC6F4-C84B-F57D-0819-79B05626FB44}"/>
              </a:ext>
            </a:extLst>
          </p:cNvPr>
          <p:cNvSpPr txBox="1"/>
          <p:nvPr/>
        </p:nvSpPr>
        <p:spPr bwMode="auto">
          <a:xfrm>
            <a:off x="5915985" y="2030797"/>
            <a:ext cx="2499983"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r" eaLnBrk="1"/>
            <a:r>
              <a:rPr kumimoji="1" lang="ja-JP" altLang="en-US" kern="0">
                <a:latin typeface="BIZ UDPゴシック" panose="020B0400000000000000" pitchFamily="50" charset="-128"/>
                <a:ea typeface="BIZ UDPゴシック" panose="020B0400000000000000" pitchFamily="50" charset="-128"/>
              </a:rPr>
              <a:t>・・・・・</a:t>
            </a:r>
          </a:p>
        </p:txBody>
      </p:sp>
    </p:spTree>
    <p:extLst>
      <p:ext uri="{BB962C8B-B14F-4D97-AF65-F5344CB8AC3E}">
        <p14:creationId xmlns:p14="http://schemas.microsoft.com/office/powerpoint/2010/main" val="2637302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608B3-9676-9F35-8728-EB5B1EC525A1}"/>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176010CE-4C01-A702-B195-CE447E7C610F}"/>
              </a:ext>
            </a:extLst>
          </p:cNvPr>
          <p:cNvSpPr/>
          <p:nvPr/>
        </p:nvSpPr>
        <p:spPr bwMode="auto">
          <a:xfrm>
            <a:off x="1991544" y="2816367"/>
            <a:ext cx="2736304" cy="29267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AA4B4BEC-DD71-F640-A02F-9FE1F740AB78}"/>
              </a:ext>
            </a:extLst>
          </p:cNvPr>
          <p:cNvSpPr>
            <a:spLocks noGrp="1"/>
          </p:cNvSpPr>
          <p:nvPr>
            <p:ph type="title"/>
          </p:nvPr>
        </p:nvSpPr>
        <p:spPr/>
        <p:txBody>
          <a:bodyPr/>
          <a:lstStyle/>
          <a:p>
            <a:r>
              <a:rPr lang="ja-JP" altLang="en-US"/>
              <a:t>変換例</a:t>
            </a:r>
            <a:r>
              <a:rPr lang="en-US" altLang="ja-JP"/>
              <a:t>(8) </a:t>
            </a:r>
            <a:r>
              <a:rPr lang="ja-JP" altLang="en-US"/>
              <a:t>複数の</a:t>
            </a:r>
            <a:r>
              <a:rPr lang="en-US" altLang="ja-JP"/>
              <a:t>pptx</a:t>
            </a:r>
            <a:r>
              <a:rPr lang="ja-JP" altLang="en-US"/>
              <a:t>での相互参照が可能</a:t>
            </a:r>
            <a:endParaRPr kumimoji="1" lang="ja-JP" altLang="en-US"/>
          </a:p>
        </p:txBody>
      </p:sp>
      <p:sp>
        <p:nvSpPr>
          <p:cNvPr id="4" name="スライド番号プレースホルダー 3">
            <a:extLst>
              <a:ext uri="{FF2B5EF4-FFF2-40B4-BE49-F238E27FC236}">
                <a16:creationId xmlns:a16="http://schemas.microsoft.com/office/drawing/2014/main" id="{3BC9B95F-48DA-C6F2-5C36-FA2C354A8E48}"/>
              </a:ext>
            </a:extLst>
          </p:cNvPr>
          <p:cNvSpPr>
            <a:spLocks noGrp="1"/>
          </p:cNvSpPr>
          <p:nvPr>
            <p:ph type="sldNum" sz="quarter" idx="12"/>
          </p:nvPr>
        </p:nvSpPr>
        <p:spPr/>
        <p:txBody>
          <a:bodyPr/>
          <a:lstStyle/>
          <a:p>
            <a:fld id="{D2D8002D-B5B0-4BAC-B1F6-782DDCCE6D9C}" type="slidenum">
              <a:rPr lang="ja-JP" altLang="en-US" smtClean="0"/>
              <a:pPr/>
              <a:t>12</a:t>
            </a:fld>
            <a:endParaRPr lang="ja-JP" altLang="en-US"/>
          </a:p>
        </p:txBody>
      </p:sp>
      <p:sp>
        <p:nvSpPr>
          <p:cNvPr id="5" name="フッター プレースホルダー 4">
            <a:extLst>
              <a:ext uri="{FF2B5EF4-FFF2-40B4-BE49-F238E27FC236}">
                <a16:creationId xmlns:a16="http://schemas.microsoft.com/office/drawing/2014/main" id="{A9EFDD4A-C955-9CCD-E5CD-17EFA82A794F}"/>
              </a:ext>
            </a:extLst>
          </p:cNvPr>
          <p:cNvSpPr>
            <a:spLocks noGrp="1"/>
          </p:cNvSpPr>
          <p:nvPr>
            <p:ph type="ftr" sz="quarter" idx="3"/>
          </p:nvPr>
        </p:nvSpPr>
        <p:spPr/>
        <p:txBody>
          <a:bodyPr/>
          <a:lstStyle/>
          <a:p>
            <a:r>
              <a:rPr lang="en-US" altLang="ja-JP"/>
              <a:t>Copyright 2025 </a:t>
            </a:r>
            <a:r>
              <a:rPr lang="ja-JP" altLang="en-US"/>
              <a:t>アイデアクラフト </a:t>
            </a:r>
            <a:r>
              <a:rPr lang="en-US" altLang="ja-JP"/>
              <a:t>Kaimai Mizuhiro</a:t>
            </a:r>
            <a:endParaRPr lang="ja-JP" altLang="en-US"/>
          </a:p>
        </p:txBody>
      </p:sp>
      <p:sp>
        <p:nvSpPr>
          <p:cNvPr id="6" name="テキスト ボックス 5">
            <a:extLst>
              <a:ext uri="{FF2B5EF4-FFF2-40B4-BE49-F238E27FC236}">
                <a16:creationId xmlns:a16="http://schemas.microsoft.com/office/drawing/2014/main" id="{232DEE54-BD43-6E2F-01A2-AF40033BF379}"/>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複数の</a:t>
            </a:r>
            <a:r>
              <a:rPr lang="en-US" altLang="ja-JP" kern="0">
                <a:latin typeface="BIZ UDPゴシック" panose="020B0400000000000000" pitchFamily="50" charset="-128"/>
                <a:ea typeface="BIZ UDPゴシック" panose="020B0400000000000000" pitchFamily="50" charset="-128"/>
              </a:rPr>
              <a:t>pptx</a:t>
            </a:r>
            <a:r>
              <a:rPr lang="ja-JP" altLang="en-US" kern="0">
                <a:latin typeface="BIZ UDPゴシック" panose="020B0400000000000000" pitchFamily="50" charset="-128"/>
                <a:ea typeface="BIZ UDPゴシック" panose="020B0400000000000000" pitchFamily="50" charset="-128"/>
              </a:rPr>
              <a:t>ファイルで相互に参照している場合も、自動ナンバリングおよび参照引用ができます。</a:t>
            </a:r>
            <a:endParaRPr lang="en-US" altLang="ja-JP" kern="0">
              <a:latin typeface="BIZ UDPゴシック" panose="020B0400000000000000" pitchFamily="50" charset="-128"/>
              <a:ea typeface="BIZ UDPゴシック" panose="020B0400000000000000" pitchFamily="50" charset="-128"/>
            </a:endParaRPr>
          </a:p>
        </p:txBody>
      </p:sp>
      <p:sp>
        <p:nvSpPr>
          <p:cNvPr id="8" name="正方形/長方形 7">
            <a:extLst>
              <a:ext uri="{FF2B5EF4-FFF2-40B4-BE49-F238E27FC236}">
                <a16:creationId xmlns:a16="http://schemas.microsoft.com/office/drawing/2014/main" id="{8035C0C0-321E-B9BB-E297-77C18C16388E}"/>
              </a:ext>
            </a:extLst>
          </p:cNvPr>
          <p:cNvSpPr/>
          <p:nvPr/>
        </p:nvSpPr>
        <p:spPr bwMode="auto">
          <a:xfrm>
            <a:off x="2207568" y="3028737"/>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#DT#A.A#</a:t>
            </a:r>
            <a:endParaRPr kumimoji="1" lang="ja-JP" altLang="en-US">
              <a:latin typeface="BIZ UDPゴシック" panose="020B0400000000000000" pitchFamily="50" charset="-128"/>
              <a:ea typeface="BIZ UDPゴシック" panose="020B0400000000000000" pitchFamily="50" charset="-128"/>
            </a:endParaRPr>
          </a:p>
        </p:txBody>
      </p:sp>
      <p:sp>
        <p:nvSpPr>
          <p:cNvPr id="9" name="正方形/長方形 8">
            <a:extLst>
              <a:ext uri="{FF2B5EF4-FFF2-40B4-BE49-F238E27FC236}">
                <a16:creationId xmlns:a16="http://schemas.microsoft.com/office/drawing/2014/main" id="{22CAF651-8976-E423-0C7B-289813752CB9}"/>
              </a:ext>
            </a:extLst>
          </p:cNvPr>
          <p:cNvSpPr/>
          <p:nvPr/>
        </p:nvSpPr>
        <p:spPr bwMode="auto">
          <a:xfrm>
            <a:off x="2207568" y="4380825"/>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#DT#A.B#</a:t>
            </a:r>
            <a:endParaRPr kumimoji="1" lang="ja-JP" altLang="en-US">
              <a:latin typeface="BIZ UDPゴシック" panose="020B0400000000000000" pitchFamily="50" charset="-128"/>
              <a:ea typeface="BIZ UDPゴシック" panose="020B0400000000000000" pitchFamily="50" charset="-128"/>
            </a:endParaRPr>
          </a:p>
        </p:txBody>
      </p:sp>
      <p:sp>
        <p:nvSpPr>
          <p:cNvPr id="15" name="正方形/長方形 14">
            <a:extLst>
              <a:ext uri="{FF2B5EF4-FFF2-40B4-BE49-F238E27FC236}">
                <a16:creationId xmlns:a16="http://schemas.microsoft.com/office/drawing/2014/main" id="{3F9BDD45-48DC-A383-CD1B-AAE725569104}"/>
              </a:ext>
            </a:extLst>
          </p:cNvPr>
          <p:cNvSpPr/>
          <p:nvPr/>
        </p:nvSpPr>
        <p:spPr bwMode="auto">
          <a:xfrm>
            <a:off x="6960096" y="2816367"/>
            <a:ext cx="2736304" cy="2926797"/>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16" name="正方形/長方形 15">
            <a:extLst>
              <a:ext uri="{FF2B5EF4-FFF2-40B4-BE49-F238E27FC236}">
                <a16:creationId xmlns:a16="http://schemas.microsoft.com/office/drawing/2014/main" id="{D24CCDD9-0FFB-BEC6-B0BD-FDA31F512447}"/>
              </a:ext>
            </a:extLst>
          </p:cNvPr>
          <p:cNvSpPr/>
          <p:nvPr/>
        </p:nvSpPr>
        <p:spPr bwMode="auto">
          <a:xfrm>
            <a:off x="7176120" y="3028737"/>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#DT#Z.A#</a:t>
            </a:r>
            <a:endParaRPr kumimoji="1" lang="ja-JP" altLang="en-US">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68B2B4C2-89A9-2035-D0BF-68DB6A6DAEC6}"/>
              </a:ext>
            </a:extLst>
          </p:cNvPr>
          <p:cNvSpPr/>
          <p:nvPr/>
        </p:nvSpPr>
        <p:spPr bwMode="auto">
          <a:xfrm>
            <a:off x="7176120" y="4380825"/>
            <a:ext cx="2304256" cy="1137075"/>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a:latin typeface="BIZ UDPゴシック" panose="020B0400000000000000" pitchFamily="50" charset="-128"/>
                <a:ea typeface="BIZ UDPゴシック" panose="020B0400000000000000" pitchFamily="50" charset="-128"/>
              </a:rPr>
              <a:t>#DT#Z.B#</a:t>
            </a:r>
            <a:endParaRPr kumimoji="1" lang="ja-JP" altLang="en-US">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CA3512E5-689E-8102-D136-3AACFCFEA8F3}"/>
              </a:ext>
            </a:extLst>
          </p:cNvPr>
          <p:cNvSpPr txBox="1"/>
          <p:nvPr/>
        </p:nvSpPr>
        <p:spPr bwMode="auto">
          <a:xfrm>
            <a:off x="2693309" y="2234862"/>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File_</a:t>
            </a:r>
            <a:r>
              <a:rPr lang="ja-JP" altLang="en-US" kern="0">
                <a:latin typeface="BIZ UDPゴシック" panose="020B0400000000000000" pitchFamily="50" charset="-128"/>
                <a:ea typeface="BIZ UDPゴシック" panose="020B0400000000000000" pitchFamily="50" charset="-128"/>
              </a:rPr>
              <a:t>Ａ</a:t>
            </a:r>
            <a:r>
              <a:rPr lang="en-US" altLang="ja-JP" kern="0">
                <a:latin typeface="BIZ UDPゴシック" panose="020B0400000000000000" pitchFamily="50" charset="-128"/>
                <a:ea typeface="BIZ UDPゴシック" panose="020B0400000000000000" pitchFamily="50" charset="-128"/>
              </a:rPr>
              <a:t>.pptx</a:t>
            </a:r>
            <a:endParaRPr kumimoji="1" lang="en-US" altLang="ja-JP" kern="0">
              <a:latin typeface="BIZ UDPゴシック" panose="020B0400000000000000" pitchFamily="50" charset="-128"/>
              <a:ea typeface="BIZ UDPゴシック" panose="020B0400000000000000" pitchFamily="50" charset="-128"/>
            </a:endParaRPr>
          </a:p>
        </p:txBody>
      </p:sp>
      <p:pic>
        <p:nvPicPr>
          <p:cNvPr id="20" name="図 19">
            <a:extLst>
              <a:ext uri="{FF2B5EF4-FFF2-40B4-BE49-F238E27FC236}">
                <a16:creationId xmlns:a16="http://schemas.microsoft.com/office/drawing/2014/main" id="{0E5C316A-D845-0953-6676-19F48EA31483}"/>
              </a:ext>
            </a:extLst>
          </p:cNvPr>
          <p:cNvPicPr>
            <a:picLocks noChangeAspect="1"/>
          </p:cNvPicPr>
          <p:nvPr/>
        </p:nvPicPr>
        <p:blipFill>
          <a:blip r:embed="rId2"/>
          <a:stretch>
            <a:fillRect/>
          </a:stretch>
        </p:blipFill>
        <p:spPr>
          <a:xfrm>
            <a:off x="1991544" y="2031030"/>
            <a:ext cx="608368" cy="665626"/>
          </a:xfrm>
          <a:prstGeom prst="rect">
            <a:avLst/>
          </a:prstGeom>
        </p:spPr>
      </p:pic>
      <p:sp>
        <p:nvSpPr>
          <p:cNvPr id="23" name="テキスト ボックス 22">
            <a:extLst>
              <a:ext uri="{FF2B5EF4-FFF2-40B4-BE49-F238E27FC236}">
                <a16:creationId xmlns:a16="http://schemas.microsoft.com/office/drawing/2014/main" id="{646355E4-5F45-C361-639B-C25B27887C37}"/>
              </a:ext>
            </a:extLst>
          </p:cNvPr>
          <p:cNvSpPr txBox="1"/>
          <p:nvPr/>
        </p:nvSpPr>
        <p:spPr bwMode="auto">
          <a:xfrm>
            <a:off x="7642635" y="2234862"/>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File_Z.pptx</a:t>
            </a:r>
            <a:endParaRPr kumimoji="1" lang="en-US" altLang="ja-JP" kern="0">
              <a:latin typeface="BIZ UDPゴシック" panose="020B0400000000000000" pitchFamily="50" charset="-128"/>
              <a:ea typeface="BIZ UDPゴシック" panose="020B0400000000000000" pitchFamily="50" charset="-128"/>
            </a:endParaRPr>
          </a:p>
        </p:txBody>
      </p:sp>
      <p:pic>
        <p:nvPicPr>
          <p:cNvPr id="28" name="図 27">
            <a:extLst>
              <a:ext uri="{FF2B5EF4-FFF2-40B4-BE49-F238E27FC236}">
                <a16:creationId xmlns:a16="http://schemas.microsoft.com/office/drawing/2014/main" id="{87340054-F91D-2A29-F036-7FFAF9CDCE09}"/>
              </a:ext>
            </a:extLst>
          </p:cNvPr>
          <p:cNvPicPr>
            <a:picLocks noChangeAspect="1"/>
          </p:cNvPicPr>
          <p:nvPr/>
        </p:nvPicPr>
        <p:blipFill>
          <a:blip r:embed="rId2"/>
          <a:stretch>
            <a:fillRect/>
          </a:stretch>
        </p:blipFill>
        <p:spPr>
          <a:xfrm>
            <a:off x="6940870" y="2031030"/>
            <a:ext cx="608368" cy="665626"/>
          </a:xfrm>
          <a:prstGeom prst="rect">
            <a:avLst/>
          </a:prstGeom>
        </p:spPr>
      </p:pic>
      <p:sp>
        <p:nvSpPr>
          <p:cNvPr id="29" name="テキスト ボックス 28">
            <a:extLst>
              <a:ext uri="{FF2B5EF4-FFF2-40B4-BE49-F238E27FC236}">
                <a16:creationId xmlns:a16="http://schemas.microsoft.com/office/drawing/2014/main" id="{7724ED87-3ECB-AA50-C62E-8EF460D758F2}"/>
              </a:ext>
            </a:extLst>
          </p:cNvPr>
          <p:cNvSpPr txBox="1"/>
          <p:nvPr/>
        </p:nvSpPr>
        <p:spPr bwMode="auto">
          <a:xfrm>
            <a:off x="7423273" y="5100341"/>
            <a:ext cx="1697326" cy="338556"/>
          </a:xfrm>
          <a:prstGeom prst="rect">
            <a:avLst/>
          </a:prstGeom>
          <a:solidFill>
            <a:schemeClr val="accent4">
              <a:lumMod val="90000"/>
            </a:schemeClr>
          </a:solidFill>
          <a:ln>
            <a:noFill/>
          </a:ln>
        </p:spPr>
        <p:txBody>
          <a:bodyPr vert="horz" wrap="square" lIns="91440" tIns="45721" rIns="91440" bIns="45721" numCol="1" rtlCol="0" anchor="t" anchorCtr="0" compatLnSpc="1">
            <a:prstTxWarp prst="textNoShape">
              <a:avLst/>
            </a:prstTxWarp>
            <a:spAutoFit/>
          </a:bodyPr>
          <a:lstStyle/>
          <a:p>
            <a:pPr algn="ctr" eaLnBrk="1"/>
            <a:r>
              <a:rPr lang="en-US" altLang="ja-JP" sz="1600" kern="0">
                <a:latin typeface="BIZ UDPゴシック" panose="020B0400000000000000" pitchFamily="50" charset="-128"/>
                <a:ea typeface="BIZ UDPゴシック" panose="020B0400000000000000" pitchFamily="50" charset="-128"/>
              </a:rPr>
              <a:t>#RIT#A.A#</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0" name="テキスト ボックス 29">
            <a:extLst>
              <a:ext uri="{FF2B5EF4-FFF2-40B4-BE49-F238E27FC236}">
                <a16:creationId xmlns:a16="http://schemas.microsoft.com/office/drawing/2014/main" id="{32D4F598-DEB1-AAA2-50FC-8C5A2B0033A9}"/>
              </a:ext>
            </a:extLst>
          </p:cNvPr>
          <p:cNvSpPr txBox="1"/>
          <p:nvPr/>
        </p:nvSpPr>
        <p:spPr bwMode="auto">
          <a:xfrm>
            <a:off x="2511032" y="5100341"/>
            <a:ext cx="1697326" cy="338556"/>
          </a:xfrm>
          <a:prstGeom prst="rect">
            <a:avLst/>
          </a:prstGeom>
          <a:solidFill>
            <a:schemeClr val="accent4">
              <a:lumMod val="90000"/>
            </a:schemeClr>
          </a:solidFill>
          <a:ln>
            <a:noFill/>
          </a:ln>
        </p:spPr>
        <p:txBody>
          <a:bodyPr vert="horz" wrap="square" lIns="91440" tIns="45721" rIns="91440" bIns="45721" numCol="1" rtlCol="0" anchor="t" anchorCtr="0" compatLnSpc="1">
            <a:prstTxWarp prst="textNoShape">
              <a:avLst/>
            </a:prstTxWarp>
            <a:spAutoFit/>
          </a:bodyPr>
          <a:lstStyle/>
          <a:p>
            <a:pPr algn="ctr" eaLnBrk="1"/>
            <a:r>
              <a:rPr lang="en-US" altLang="ja-JP" sz="1600" kern="0">
                <a:latin typeface="BIZ UDPゴシック" panose="020B0400000000000000" pitchFamily="50" charset="-128"/>
                <a:ea typeface="BIZ UDPゴシック" panose="020B0400000000000000" pitchFamily="50" charset="-128"/>
              </a:rPr>
              <a:t>#RIT#Z.B#</a:t>
            </a:r>
            <a:endParaRPr kumimoji="1" lang="en-US" altLang="ja-JP" sz="1600" kern="0">
              <a:latin typeface="BIZ UDPゴシック" panose="020B0400000000000000" pitchFamily="50" charset="-128"/>
              <a:ea typeface="BIZ UDPゴシック" panose="020B0400000000000000" pitchFamily="50" charset="-128"/>
            </a:endParaRPr>
          </a:p>
        </p:txBody>
      </p:sp>
      <p:cxnSp>
        <p:nvCxnSpPr>
          <p:cNvPr id="32" name="直線矢印コネクタ 31">
            <a:extLst>
              <a:ext uri="{FF2B5EF4-FFF2-40B4-BE49-F238E27FC236}">
                <a16:creationId xmlns:a16="http://schemas.microsoft.com/office/drawing/2014/main" id="{1E171FDA-9BDF-5478-A0B8-8689BBB17DA8}"/>
              </a:ext>
            </a:extLst>
          </p:cNvPr>
          <p:cNvCxnSpPr/>
          <p:nvPr/>
        </p:nvCxnSpPr>
        <p:spPr bwMode="auto">
          <a:xfrm flipH="1" flipV="1">
            <a:off x="4208358" y="3350665"/>
            <a:ext cx="3214915" cy="1918954"/>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cxnSp>
        <p:nvCxnSpPr>
          <p:cNvPr id="35" name="直線矢印コネクタ 34">
            <a:extLst>
              <a:ext uri="{FF2B5EF4-FFF2-40B4-BE49-F238E27FC236}">
                <a16:creationId xmlns:a16="http://schemas.microsoft.com/office/drawing/2014/main" id="{7FEA06CF-B9FC-EA68-231B-A667F6AB3A90}"/>
              </a:ext>
            </a:extLst>
          </p:cNvPr>
          <p:cNvCxnSpPr>
            <a:stCxn id="30" idx="3"/>
          </p:cNvCxnSpPr>
          <p:nvPr/>
        </p:nvCxnSpPr>
        <p:spPr bwMode="auto">
          <a:xfrm flipV="1">
            <a:off x="4208358" y="3330476"/>
            <a:ext cx="3214915" cy="1939143"/>
          </a:xfrm>
          <a:prstGeom prst="straightConnector1">
            <a:avLst/>
          </a:prstGeom>
          <a:solidFill>
            <a:srgbClr val="CCFFFF"/>
          </a:solidFill>
          <a:ln w="28575" cap="flat" cmpd="sng" algn="ctr">
            <a:solidFill>
              <a:srgbClr val="FF0000"/>
            </a:solidFill>
            <a:prstDash val="solid"/>
            <a:round/>
            <a:headEnd type="none" w="med" len="med"/>
            <a:tailEnd type="triangle"/>
          </a:ln>
          <a:effectLst/>
        </p:spPr>
      </p:cxnSp>
      <p:sp>
        <p:nvSpPr>
          <p:cNvPr id="38" name="テキスト ボックス 37">
            <a:extLst>
              <a:ext uri="{FF2B5EF4-FFF2-40B4-BE49-F238E27FC236}">
                <a16:creationId xmlns:a16="http://schemas.microsoft.com/office/drawing/2014/main" id="{50E1A31D-A7AB-265F-6834-2EFBE1B60485}"/>
              </a:ext>
            </a:extLst>
          </p:cNvPr>
          <p:cNvSpPr txBox="1"/>
          <p:nvPr/>
        </p:nvSpPr>
        <p:spPr bwMode="auto">
          <a:xfrm>
            <a:off x="5207102" y="3568939"/>
            <a:ext cx="1352718"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ja-JP" altLang="en-US" kern="0">
                <a:solidFill>
                  <a:srgbClr val="FF0000"/>
                </a:solidFill>
                <a:latin typeface="BIZ UDPゴシック" panose="020B0400000000000000" pitchFamily="50" charset="-128"/>
                <a:ea typeface="BIZ UDPゴシック" panose="020B0400000000000000" pitchFamily="50" charset="-128"/>
              </a:rPr>
              <a:t>相互参照</a:t>
            </a:r>
          </a:p>
        </p:txBody>
      </p:sp>
      <p:sp>
        <p:nvSpPr>
          <p:cNvPr id="40" name="テキスト ボックス 39">
            <a:extLst>
              <a:ext uri="{FF2B5EF4-FFF2-40B4-BE49-F238E27FC236}">
                <a16:creationId xmlns:a16="http://schemas.microsoft.com/office/drawing/2014/main" id="{50869A06-18AF-6915-EC3C-260E0C747418}"/>
              </a:ext>
            </a:extLst>
          </p:cNvPr>
          <p:cNvSpPr txBox="1"/>
          <p:nvPr/>
        </p:nvSpPr>
        <p:spPr bwMode="auto">
          <a:xfrm>
            <a:off x="2384707" y="5840703"/>
            <a:ext cx="7527717"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600" kern="0">
                <a:latin typeface="BIZ UDPゴシック" panose="020B0400000000000000" pitchFamily="50" charset="-128"/>
                <a:ea typeface="BIZ UDPゴシック" panose="020B0400000000000000" pitchFamily="50" charset="-128"/>
              </a:rPr>
              <a:t>注：関連するすべてのファイルでタグを一意に識別できなければなりません。</a:t>
            </a:r>
            <a:endParaRPr lang="en-US" altLang="ja-JP" sz="1600" kern="0">
              <a:latin typeface="BIZ UDPゴシック" panose="020B0400000000000000" pitchFamily="50" charset="-128"/>
              <a:ea typeface="BIZ UDPゴシック" panose="020B0400000000000000" pitchFamily="50" charset="-128"/>
            </a:endParaRPr>
          </a:p>
          <a:p>
            <a:pPr eaLnBrk="1"/>
            <a:r>
              <a:rPr kumimoji="1" lang="ja-JP" altLang="en-US" sz="1600" kern="0">
                <a:latin typeface="BIZ UDPゴシック" panose="020B0400000000000000" pitchFamily="50" charset="-128"/>
                <a:ea typeface="BIZ UDPゴシック" panose="020B0400000000000000" pitchFamily="50" charset="-128"/>
              </a:rPr>
              <a:t>　　</a:t>
            </a:r>
            <a:r>
              <a:rPr kumimoji="1" lang="en-US" altLang="ja-JP" sz="1600" kern="0">
                <a:latin typeface="BIZ UDPゴシック" panose="020B0400000000000000" pitchFamily="50" charset="-128"/>
                <a:ea typeface="BIZ UDPゴシック" panose="020B0400000000000000" pitchFamily="50" charset="-128"/>
              </a:rPr>
              <a:t>DT</a:t>
            </a:r>
            <a:r>
              <a:rPr kumimoji="1" lang="ja-JP" altLang="en-US" sz="1600" kern="0">
                <a:latin typeface="BIZ UDPゴシック" panose="020B0400000000000000" pitchFamily="50" charset="-128"/>
                <a:ea typeface="BIZ UDPゴシック" panose="020B0400000000000000" pitchFamily="50" charset="-128"/>
              </a:rPr>
              <a:t>タグが重複しないように注意してください。</a:t>
            </a:r>
          </a:p>
        </p:txBody>
      </p:sp>
    </p:spTree>
    <p:extLst>
      <p:ext uri="{BB962C8B-B14F-4D97-AF65-F5344CB8AC3E}">
        <p14:creationId xmlns:p14="http://schemas.microsoft.com/office/powerpoint/2010/main" val="3706919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33C2638-A3F4-4B20-4EE6-0082842B1AF4}"/>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C8573F5A-FEAA-567D-D8CD-010F37B02E88}"/>
              </a:ext>
            </a:extLst>
          </p:cNvPr>
          <p:cNvSpPr>
            <a:spLocks noGrp="1"/>
          </p:cNvSpPr>
          <p:nvPr>
            <p:ph type="sldNum" sz="quarter" idx="12"/>
          </p:nvPr>
        </p:nvSpPr>
        <p:spPr/>
        <p:txBody>
          <a:bodyPr/>
          <a:lstStyle/>
          <a:p>
            <a:fld id="{D2D8002D-B5B0-4BAC-B1F6-782DDCCE6D9C}" type="slidenum">
              <a:rPr kumimoji="1" lang="ja-JP" altLang="en-US" smtClean="0"/>
              <a:t>13</a:t>
            </a:fld>
            <a:endParaRPr kumimoji="1" lang="ja-JP" altLang="en-US" dirty="0"/>
          </a:p>
        </p:txBody>
      </p:sp>
      <p:sp>
        <p:nvSpPr>
          <p:cNvPr id="4" name="タイトル 3">
            <a:extLst>
              <a:ext uri="{FF2B5EF4-FFF2-40B4-BE49-F238E27FC236}">
                <a16:creationId xmlns:a16="http://schemas.microsoft.com/office/drawing/2014/main" id="{4865AFA8-A7F0-0CD9-06F8-86F2E6DE6BBD}"/>
              </a:ext>
            </a:extLst>
          </p:cNvPr>
          <p:cNvSpPr>
            <a:spLocks noGrp="1"/>
          </p:cNvSpPr>
          <p:nvPr>
            <p:ph type="title"/>
          </p:nvPr>
        </p:nvSpPr>
        <p:spPr>
          <a:xfrm>
            <a:off x="898656" y="260648"/>
            <a:ext cx="10957984" cy="576061"/>
          </a:xfrm>
        </p:spPr>
        <p:txBody>
          <a:bodyPr/>
          <a:lstStyle/>
          <a:p>
            <a:pPr rtl="0" eaLnBrk="0" fontAlgn="base" hangingPunct="0"/>
            <a:r>
              <a:rPr kumimoji="1" lang="ja-JP" altLang="en-US" sz="2800" b="1">
                <a:solidFill>
                  <a:srgbClr val="292929"/>
                </a:solidFill>
                <a:effectLst/>
                <a:latin typeface="BIZ UDPゴシック" panose="020B0400000000000000" pitchFamily="50" charset="-128"/>
                <a:ea typeface="BIZ UDPゴシック" panose="020B0400000000000000" pitchFamily="50" charset="-128"/>
                <a:cs typeface="+mn-cs"/>
              </a:rPr>
              <a:t>変換例</a:t>
            </a:r>
            <a:r>
              <a:rPr kumimoji="1" lang="en-US" altLang="ja-JP" sz="2800" b="1">
                <a:solidFill>
                  <a:srgbClr val="292929"/>
                </a:solidFill>
                <a:effectLst/>
                <a:latin typeface="BIZ UDPゴシック" panose="020B0400000000000000" pitchFamily="50" charset="-128"/>
                <a:ea typeface="BIZ UDPゴシック" panose="020B0400000000000000" pitchFamily="50" charset="-128"/>
                <a:cs typeface="+mn-cs"/>
              </a:rPr>
              <a:t>(9) </a:t>
            </a:r>
            <a:r>
              <a:rPr kumimoji="1" lang="ja-JP" altLang="en-US" sz="2800" b="1">
                <a:solidFill>
                  <a:srgbClr val="292929"/>
                </a:solidFill>
                <a:effectLst/>
                <a:latin typeface="BIZ UDPゴシック" panose="020B0400000000000000" pitchFamily="50" charset="-128"/>
                <a:ea typeface="BIZ UDPゴシック" panose="020B0400000000000000" pitchFamily="50" charset="-128"/>
                <a:cs typeface="+mn-cs"/>
              </a:rPr>
              <a:t>一部のシェイプを消去（講師</a:t>
            </a:r>
            <a:r>
              <a:rPr kumimoji="1" lang="en-US" altLang="ja-JP" sz="2800" b="1">
                <a:solidFill>
                  <a:srgbClr val="292929"/>
                </a:solidFill>
                <a:effectLst/>
                <a:latin typeface="BIZ UDPゴシック" panose="020B0400000000000000" pitchFamily="50" charset="-128"/>
                <a:ea typeface="BIZ UDPゴシック" panose="020B0400000000000000" pitchFamily="50" charset="-128"/>
                <a:cs typeface="+mn-cs"/>
              </a:rPr>
              <a:t>/</a:t>
            </a:r>
            <a:r>
              <a:rPr kumimoji="1" lang="ja-JP" altLang="en-US" sz="2800" b="1">
                <a:solidFill>
                  <a:srgbClr val="292929"/>
                </a:solidFill>
                <a:effectLst/>
                <a:latin typeface="BIZ UDPゴシック" panose="020B0400000000000000" pitchFamily="50" charset="-128"/>
                <a:ea typeface="BIZ UDPゴシック" panose="020B0400000000000000" pitchFamily="50" charset="-128"/>
                <a:cs typeface="+mn-cs"/>
              </a:rPr>
              <a:t>受講者用ファイル生成）</a:t>
            </a:r>
            <a:endParaRPr lang="ja-JP" altLang="ja-JP">
              <a:effectLst/>
            </a:endParaRPr>
          </a:p>
        </p:txBody>
      </p:sp>
      <p:sp>
        <p:nvSpPr>
          <p:cNvPr id="8" name="テキスト ボックス 7">
            <a:extLst>
              <a:ext uri="{FF2B5EF4-FFF2-40B4-BE49-F238E27FC236}">
                <a16:creationId xmlns:a16="http://schemas.microsoft.com/office/drawing/2014/main" id="{DF6032E4-684E-6FF1-21EC-0407C0FFB39F}"/>
              </a:ext>
            </a:extLst>
          </p:cNvPr>
          <p:cNvSpPr txBox="1"/>
          <p:nvPr/>
        </p:nvSpPr>
        <p:spPr bwMode="auto">
          <a:xfrm>
            <a:off x="1127453" y="1196752"/>
            <a:ext cx="9577065"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研修用テキストでは、講師用のファイルに含まれる情報の一部を消して受講者用のファイルを作ることがあります。　このような場合は </a:t>
            </a:r>
            <a:r>
              <a:rPr lang="en-US" altLang="ja-JP" kern="0">
                <a:latin typeface="BIZ UDPゴシック" panose="020B0400000000000000" pitchFamily="50" charset="-128"/>
                <a:ea typeface="BIZ UDPゴシック" panose="020B0400000000000000" pitchFamily="50" charset="-128"/>
              </a:rPr>
              <a:t>#CSP# </a:t>
            </a:r>
            <a:r>
              <a:rPr lang="ja-JP" altLang="en-US" kern="0">
                <a:latin typeface="BIZ UDPゴシック" panose="020B0400000000000000" pitchFamily="50" charset="-128"/>
                <a:ea typeface="BIZ UDPゴシック" panose="020B0400000000000000" pitchFamily="50" charset="-128"/>
              </a:rPr>
              <a:t>というタグを使用して１つの</a:t>
            </a:r>
            <a:r>
              <a:rPr lang="en-US" altLang="ja-JP" kern="0">
                <a:latin typeface="BIZ UDPゴシック" panose="020B0400000000000000" pitchFamily="50" charset="-128"/>
                <a:ea typeface="BIZ UDPゴシック" panose="020B0400000000000000" pitchFamily="50" charset="-128"/>
              </a:rPr>
              <a:t>SOURCE</a:t>
            </a:r>
            <a:r>
              <a:rPr lang="ja-JP" altLang="en-US" kern="0">
                <a:latin typeface="BIZ UDPゴシック" panose="020B0400000000000000" pitchFamily="50" charset="-128"/>
                <a:ea typeface="BIZ UDPゴシック" panose="020B0400000000000000" pitchFamily="50" charset="-128"/>
              </a:rPr>
              <a:t>から受講者用と講師用の２つのファイルを生成します。</a:t>
            </a:r>
            <a:endParaRPr lang="en-US" altLang="ja-JP"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47804297-FBD8-9C88-E90F-4A7731DE1A40}"/>
              </a:ext>
            </a:extLst>
          </p:cNvPr>
          <p:cNvSpPr/>
          <p:nvPr/>
        </p:nvSpPr>
        <p:spPr bwMode="auto">
          <a:xfrm>
            <a:off x="1037594" y="4051518"/>
            <a:ext cx="3114190" cy="151567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10" name="四角形: 角を丸くする 9">
            <a:extLst>
              <a:ext uri="{FF2B5EF4-FFF2-40B4-BE49-F238E27FC236}">
                <a16:creationId xmlns:a16="http://schemas.microsoft.com/office/drawing/2014/main" id="{C7E5A204-0428-9405-EA53-DA04913C0D35}"/>
              </a:ext>
            </a:extLst>
          </p:cNvPr>
          <p:cNvSpPr/>
          <p:nvPr/>
        </p:nvSpPr>
        <p:spPr bwMode="auto">
          <a:xfrm>
            <a:off x="1840464" y="4226897"/>
            <a:ext cx="2180478" cy="465090"/>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11" name="四角形: 角を丸くする 10">
            <a:extLst>
              <a:ext uri="{FF2B5EF4-FFF2-40B4-BE49-F238E27FC236}">
                <a16:creationId xmlns:a16="http://schemas.microsoft.com/office/drawing/2014/main" id="{84B2DB4F-3477-1F78-BD3B-AA4D0EF1AC10}"/>
              </a:ext>
            </a:extLst>
          </p:cNvPr>
          <p:cNvSpPr/>
          <p:nvPr/>
        </p:nvSpPr>
        <p:spPr bwMode="auto">
          <a:xfrm>
            <a:off x="1840464" y="4899928"/>
            <a:ext cx="2180478" cy="465090"/>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12" name="四角形: 角を丸くする 11">
            <a:extLst>
              <a:ext uri="{FF2B5EF4-FFF2-40B4-BE49-F238E27FC236}">
                <a16:creationId xmlns:a16="http://schemas.microsoft.com/office/drawing/2014/main" id="{93D0F395-9F04-04E1-CFC0-F882FBE167BA}"/>
              </a:ext>
            </a:extLst>
          </p:cNvPr>
          <p:cNvSpPr/>
          <p:nvPr/>
        </p:nvSpPr>
        <p:spPr bwMode="auto">
          <a:xfrm>
            <a:off x="1126709" y="4248038"/>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原因</a:t>
            </a:r>
          </a:p>
        </p:txBody>
      </p:sp>
      <p:sp>
        <p:nvSpPr>
          <p:cNvPr id="13" name="四角形: 角を丸くする 12">
            <a:extLst>
              <a:ext uri="{FF2B5EF4-FFF2-40B4-BE49-F238E27FC236}">
                <a16:creationId xmlns:a16="http://schemas.microsoft.com/office/drawing/2014/main" id="{AC27B67F-2D7A-1E58-CA8A-E2A525EC81EF}"/>
              </a:ext>
            </a:extLst>
          </p:cNvPr>
          <p:cNvSpPr/>
          <p:nvPr/>
        </p:nvSpPr>
        <p:spPr bwMode="auto">
          <a:xfrm>
            <a:off x="1126709" y="4921069"/>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結果</a:t>
            </a:r>
          </a:p>
        </p:txBody>
      </p:sp>
      <p:cxnSp>
        <p:nvCxnSpPr>
          <p:cNvPr id="14" name="直線矢印コネクタ 13">
            <a:extLst>
              <a:ext uri="{FF2B5EF4-FFF2-40B4-BE49-F238E27FC236}">
                <a16:creationId xmlns:a16="http://schemas.microsoft.com/office/drawing/2014/main" id="{F7E571E9-5E35-5928-257D-B4A902A2C7C1}"/>
              </a:ext>
            </a:extLst>
          </p:cNvPr>
          <p:cNvCxnSpPr>
            <a:cxnSpLocks/>
            <a:stCxn id="10" idx="2"/>
            <a:endCxn id="11" idx="0"/>
          </p:cNvCxnSpPr>
          <p:nvPr/>
        </p:nvCxnSpPr>
        <p:spPr bwMode="auto">
          <a:xfrm>
            <a:off x="2930703" y="4691987"/>
            <a:ext cx="0" cy="207941"/>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16" name="テキスト ボックス 15">
            <a:extLst>
              <a:ext uri="{FF2B5EF4-FFF2-40B4-BE49-F238E27FC236}">
                <a16:creationId xmlns:a16="http://schemas.microsoft.com/office/drawing/2014/main" id="{0E6C8E87-739D-F7D3-8A95-D5C50A1005D1}"/>
              </a:ext>
            </a:extLst>
          </p:cNvPr>
          <p:cNvSpPr txBox="1"/>
          <p:nvPr/>
        </p:nvSpPr>
        <p:spPr bwMode="auto">
          <a:xfrm>
            <a:off x="1742748" y="3509229"/>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SOURCE</a:t>
            </a:r>
            <a:endParaRPr kumimoji="1" lang="en-US" altLang="ja-JP"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0C8D4291-522B-3458-BB98-74C2B5C76BE8}"/>
              </a:ext>
            </a:extLst>
          </p:cNvPr>
          <p:cNvPicPr>
            <a:picLocks noChangeAspect="1"/>
          </p:cNvPicPr>
          <p:nvPr/>
        </p:nvPicPr>
        <p:blipFill>
          <a:blip r:embed="rId2"/>
          <a:stretch>
            <a:fillRect/>
          </a:stretch>
        </p:blipFill>
        <p:spPr>
          <a:xfrm>
            <a:off x="1411477" y="3305397"/>
            <a:ext cx="608368" cy="665626"/>
          </a:xfrm>
          <a:prstGeom prst="rect">
            <a:avLst/>
          </a:prstGeom>
        </p:spPr>
      </p:pic>
      <p:sp>
        <p:nvSpPr>
          <p:cNvPr id="19" name="テキスト ボックス 18">
            <a:extLst>
              <a:ext uri="{FF2B5EF4-FFF2-40B4-BE49-F238E27FC236}">
                <a16:creationId xmlns:a16="http://schemas.microsoft.com/office/drawing/2014/main" id="{700DBE2D-AF2F-DD3F-33C2-8AD1C1B4F603}"/>
              </a:ext>
            </a:extLst>
          </p:cNvPr>
          <p:cNvSpPr txBox="1"/>
          <p:nvPr/>
        </p:nvSpPr>
        <p:spPr bwMode="auto">
          <a:xfrm>
            <a:off x="2040323" y="4287963"/>
            <a:ext cx="1776832" cy="369332"/>
          </a:xfrm>
          <a:prstGeom prst="rect">
            <a:avLst/>
          </a:prstGeom>
          <a:solidFill>
            <a:schemeClr val="accent3">
              <a:lumMod val="40000"/>
              <a:lumOff val="60000"/>
            </a:schemeClr>
          </a:solidFill>
          <a:ln>
            <a:noFill/>
          </a:ln>
        </p:spPr>
        <p:txBody>
          <a:bodyPr wrap="square" anchor="ctr">
            <a:spAutoFit/>
          </a:bodyPr>
          <a:lstStyle/>
          <a:p>
            <a:pPr algn="ctr" defTabSz="914477" eaLnBrk="1" hangingPunct="1"/>
            <a:r>
              <a:rPr lang="en-US" altLang="ja-JP" sz="1400">
                <a:latin typeface="BIZ UDPゴシック" panose="020B0400000000000000" pitchFamily="50" charset="-128"/>
                <a:ea typeface="BIZ UDPゴシック" panose="020B0400000000000000" pitchFamily="50" charset="-128"/>
              </a:rPr>
              <a:t>#CSP# </a:t>
            </a:r>
            <a:r>
              <a:rPr kumimoji="1" lang="ja-JP" altLang="en-US" sz="1800">
                <a:latin typeface="BIZ UDPゴシック" panose="020B0400000000000000" pitchFamily="50" charset="-128"/>
                <a:ea typeface="BIZ UDPゴシック" panose="020B0400000000000000" pitchFamily="50" charset="-128"/>
              </a:rPr>
              <a:t>居眠り</a:t>
            </a:r>
          </a:p>
        </p:txBody>
      </p:sp>
      <p:sp>
        <p:nvSpPr>
          <p:cNvPr id="20" name="テキスト ボックス 19">
            <a:extLst>
              <a:ext uri="{FF2B5EF4-FFF2-40B4-BE49-F238E27FC236}">
                <a16:creationId xmlns:a16="http://schemas.microsoft.com/office/drawing/2014/main" id="{C2947406-7C38-0E60-87ED-6F79381ED655}"/>
              </a:ext>
            </a:extLst>
          </p:cNvPr>
          <p:cNvSpPr txBox="1"/>
          <p:nvPr/>
        </p:nvSpPr>
        <p:spPr bwMode="auto">
          <a:xfrm>
            <a:off x="2040323" y="4947402"/>
            <a:ext cx="1776832" cy="369332"/>
          </a:xfrm>
          <a:prstGeom prst="rect">
            <a:avLst/>
          </a:prstGeom>
          <a:solidFill>
            <a:schemeClr val="accent3">
              <a:lumMod val="40000"/>
              <a:lumOff val="60000"/>
            </a:schemeClr>
          </a:solidFill>
          <a:ln>
            <a:noFill/>
          </a:ln>
        </p:spPr>
        <p:txBody>
          <a:bodyPr wrap="square" anchor="ctr">
            <a:spAutoFit/>
          </a:bodyPr>
          <a:lstStyle/>
          <a:p>
            <a:pPr algn="ctr" defTabSz="914477" eaLnBrk="1" hangingPunct="1"/>
            <a:r>
              <a:rPr lang="en-US" altLang="ja-JP" sz="1400">
                <a:latin typeface="BIZ UDPゴシック" panose="020B0400000000000000" pitchFamily="50" charset="-128"/>
                <a:ea typeface="BIZ UDPゴシック" panose="020B0400000000000000" pitchFamily="50" charset="-128"/>
              </a:rPr>
              <a:t>#CSP#  </a:t>
            </a:r>
            <a:r>
              <a:rPr lang="ja-JP" altLang="en-US" sz="1800">
                <a:latin typeface="BIZ UDPゴシック" panose="020B0400000000000000" pitchFamily="50" charset="-128"/>
                <a:ea typeface="BIZ UDPゴシック" panose="020B0400000000000000" pitchFamily="50" charset="-128"/>
              </a:rPr>
              <a:t>事故</a:t>
            </a:r>
            <a:endParaRPr kumimoji="1" lang="ja-JP" altLang="en-US" sz="1800">
              <a:latin typeface="BIZ UDPゴシック" panose="020B0400000000000000" pitchFamily="50" charset="-128"/>
              <a:ea typeface="BIZ UDPゴシック" panose="020B0400000000000000" pitchFamily="50" charset="-128"/>
            </a:endParaRPr>
          </a:p>
        </p:txBody>
      </p:sp>
      <p:sp>
        <p:nvSpPr>
          <p:cNvPr id="22" name="正方形/長方形 21">
            <a:extLst>
              <a:ext uri="{FF2B5EF4-FFF2-40B4-BE49-F238E27FC236}">
                <a16:creationId xmlns:a16="http://schemas.microsoft.com/office/drawing/2014/main" id="{ECC47F10-746E-58EC-819C-EADF48CF0C96}"/>
              </a:ext>
            </a:extLst>
          </p:cNvPr>
          <p:cNvSpPr/>
          <p:nvPr/>
        </p:nvSpPr>
        <p:spPr bwMode="auto">
          <a:xfrm>
            <a:off x="8109181" y="3024150"/>
            <a:ext cx="3114190" cy="125262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23" name="四角形: 角を丸くする 22">
            <a:extLst>
              <a:ext uri="{FF2B5EF4-FFF2-40B4-BE49-F238E27FC236}">
                <a16:creationId xmlns:a16="http://schemas.microsoft.com/office/drawing/2014/main" id="{1DE9BB68-9BFB-59A4-D6C7-EF4C9ADFC4CE}"/>
              </a:ext>
            </a:extLst>
          </p:cNvPr>
          <p:cNvSpPr/>
          <p:nvPr/>
        </p:nvSpPr>
        <p:spPr bwMode="auto">
          <a:xfrm>
            <a:off x="9172754" y="3089145"/>
            <a:ext cx="1802048" cy="422809"/>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24" name="四角形: 角を丸くする 23">
            <a:extLst>
              <a:ext uri="{FF2B5EF4-FFF2-40B4-BE49-F238E27FC236}">
                <a16:creationId xmlns:a16="http://schemas.microsoft.com/office/drawing/2014/main" id="{31E690BD-6A75-D8D7-61FF-740D4F1648ED}"/>
              </a:ext>
            </a:extLst>
          </p:cNvPr>
          <p:cNvSpPr/>
          <p:nvPr/>
        </p:nvSpPr>
        <p:spPr bwMode="auto">
          <a:xfrm>
            <a:off x="9172754" y="3762176"/>
            <a:ext cx="1802048" cy="422809"/>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25" name="四角形: 角を丸くする 24">
            <a:extLst>
              <a:ext uri="{FF2B5EF4-FFF2-40B4-BE49-F238E27FC236}">
                <a16:creationId xmlns:a16="http://schemas.microsoft.com/office/drawing/2014/main" id="{9408949D-6F4B-45FD-7EB9-B9F6A1CBFE64}"/>
              </a:ext>
            </a:extLst>
          </p:cNvPr>
          <p:cNvSpPr/>
          <p:nvPr/>
        </p:nvSpPr>
        <p:spPr bwMode="auto">
          <a:xfrm>
            <a:off x="8250734" y="3089145"/>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原因</a:t>
            </a:r>
          </a:p>
        </p:txBody>
      </p:sp>
      <p:sp>
        <p:nvSpPr>
          <p:cNvPr id="26" name="四角形: 角を丸くする 25">
            <a:extLst>
              <a:ext uri="{FF2B5EF4-FFF2-40B4-BE49-F238E27FC236}">
                <a16:creationId xmlns:a16="http://schemas.microsoft.com/office/drawing/2014/main" id="{1BF4DBCE-D20F-0519-6EFD-4B8F9B2E109D}"/>
              </a:ext>
            </a:extLst>
          </p:cNvPr>
          <p:cNvSpPr/>
          <p:nvPr/>
        </p:nvSpPr>
        <p:spPr bwMode="auto">
          <a:xfrm>
            <a:off x="8250734" y="3762176"/>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結果</a:t>
            </a:r>
          </a:p>
        </p:txBody>
      </p:sp>
      <p:cxnSp>
        <p:nvCxnSpPr>
          <p:cNvPr id="27" name="直線矢印コネクタ 26">
            <a:extLst>
              <a:ext uri="{FF2B5EF4-FFF2-40B4-BE49-F238E27FC236}">
                <a16:creationId xmlns:a16="http://schemas.microsoft.com/office/drawing/2014/main" id="{64A50625-95AD-6612-4BAC-ADFCA20EF680}"/>
              </a:ext>
            </a:extLst>
          </p:cNvPr>
          <p:cNvCxnSpPr>
            <a:cxnSpLocks/>
            <a:stCxn id="23" idx="2"/>
            <a:endCxn id="24" idx="0"/>
          </p:cNvCxnSpPr>
          <p:nvPr/>
        </p:nvCxnSpPr>
        <p:spPr bwMode="auto">
          <a:xfrm>
            <a:off x="10073778" y="3511954"/>
            <a:ext cx="0" cy="250222"/>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0" name="正方形/長方形 29">
            <a:extLst>
              <a:ext uri="{FF2B5EF4-FFF2-40B4-BE49-F238E27FC236}">
                <a16:creationId xmlns:a16="http://schemas.microsoft.com/office/drawing/2014/main" id="{6AFF245C-1B0F-5FFD-2567-1071C3BFC0E6}"/>
              </a:ext>
            </a:extLst>
          </p:cNvPr>
          <p:cNvSpPr/>
          <p:nvPr/>
        </p:nvSpPr>
        <p:spPr bwMode="auto">
          <a:xfrm>
            <a:off x="8109181" y="5050763"/>
            <a:ext cx="3114190" cy="125262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31" name="四角形: 角を丸くする 30">
            <a:extLst>
              <a:ext uri="{FF2B5EF4-FFF2-40B4-BE49-F238E27FC236}">
                <a16:creationId xmlns:a16="http://schemas.microsoft.com/office/drawing/2014/main" id="{284BA22F-2984-E382-DA15-905EC4415845}"/>
              </a:ext>
            </a:extLst>
          </p:cNvPr>
          <p:cNvSpPr/>
          <p:nvPr/>
        </p:nvSpPr>
        <p:spPr bwMode="auto">
          <a:xfrm>
            <a:off x="9172754" y="5115758"/>
            <a:ext cx="1802048" cy="422809"/>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32" name="四角形: 角を丸くする 31">
            <a:extLst>
              <a:ext uri="{FF2B5EF4-FFF2-40B4-BE49-F238E27FC236}">
                <a16:creationId xmlns:a16="http://schemas.microsoft.com/office/drawing/2014/main" id="{765BA08B-8F47-2823-F64D-0ABD16B8B161}"/>
              </a:ext>
            </a:extLst>
          </p:cNvPr>
          <p:cNvSpPr/>
          <p:nvPr/>
        </p:nvSpPr>
        <p:spPr bwMode="auto">
          <a:xfrm>
            <a:off x="9172754" y="5788789"/>
            <a:ext cx="1802048" cy="422809"/>
          </a:xfrm>
          <a:prstGeom prst="roundRect">
            <a:avLst/>
          </a:prstGeom>
          <a:solidFill>
            <a:schemeClr val="bg1"/>
          </a:solidFill>
          <a:ln w="28575"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33" name="四角形: 角を丸くする 32">
            <a:extLst>
              <a:ext uri="{FF2B5EF4-FFF2-40B4-BE49-F238E27FC236}">
                <a16:creationId xmlns:a16="http://schemas.microsoft.com/office/drawing/2014/main" id="{0EE7DE0B-EA56-8B99-3DEF-AE52CB335491}"/>
              </a:ext>
            </a:extLst>
          </p:cNvPr>
          <p:cNvSpPr/>
          <p:nvPr/>
        </p:nvSpPr>
        <p:spPr bwMode="auto">
          <a:xfrm>
            <a:off x="8250734" y="5115758"/>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原因</a:t>
            </a:r>
          </a:p>
        </p:txBody>
      </p:sp>
      <p:sp>
        <p:nvSpPr>
          <p:cNvPr id="34" name="四角形: 角を丸くする 33">
            <a:extLst>
              <a:ext uri="{FF2B5EF4-FFF2-40B4-BE49-F238E27FC236}">
                <a16:creationId xmlns:a16="http://schemas.microsoft.com/office/drawing/2014/main" id="{76E9AB6E-9E75-0108-E406-5C358EF975DD}"/>
              </a:ext>
            </a:extLst>
          </p:cNvPr>
          <p:cNvSpPr/>
          <p:nvPr/>
        </p:nvSpPr>
        <p:spPr bwMode="auto">
          <a:xfrm>
            <a:off x="8250734" y="5788789"/>
            <a:ext cx="696586" cy="422809"/>
          </a:xfrm>
          <a:prstGeom prst="roundRect">
            <a:avLst/>
          </a:prstGeom>
          <a:no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ja-JP" altLang="en-US" sz="1600">
                <a:latin typeface="BIZ UDPゴシック" panose="020B0400000000000000" pitchFamily="50" charset="-128"/>
                <a:ea typeface="BIZ UDPゴシック" panose="020B0400000000000000" pitchFamily="50" charset="-128"/>
              </a:rPr>
              <a:t>結果</a:t>
            </a:r>
          </a:p>
        </p:txBody>
      </p:sp>
      <p:cxnSp>
        <p:nvCxnSpPr>
          <p:cNvPr id="35" name="直線矢印コネクタ 34">
            <a:extLst>
              <a:ext uri="{FF2B5EF4-FFF2-40B4-BE49-F238E27FC236}">
                <a16:creationId xmlns:a16="http://schemas.microsoft.com/office/drawing/2014/main" id="{6ABCB756-BE68-1522-9696-FBF0E0C1E833}"/>
              </a:ext>
            </a:extLst>
          </p:cNvPr>
          <p:cNvCxnSpPr>
            <a:cxnSpLocks/>
            <a:stCxn id="31" idx="2"/>
            <a:endCxn id="32" idx="0"/>
          </p:cNvCxnSpPr>
          <p:nvPr/>
        </p:nvCxnSpPr>
        <p:spPr bwMode="auto">
          <a:xfrm>
            <a:off x="10073778" y="5538567"/>
            <a:ext cx="0" cy="250222"/>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36" name="テキスト ボックス 35">
            <a:extLst>
              <a:ext uri="{FF2B5EF4-FFF2-40B4-BE49-F238E27FC236}">
                <a16:creationId xmlns:a16="http://schemas.microsoft.com/office/drawing/2014/main" id="{FF9C5611-06F0-C16C-1CC2-97B47CC74B61}"/>
              </a:ext>
            </a:extLst>
          </p:cNvPr>
          <p:cNvSpPr txBox="1"/>
          <p:nvPr/>
        </p:nvSpPr>
        <p:spPr bwMode="auto">
          <a:xfrm>
            <a:off x="9385284" y="5165672"/>
            <a:ext cx="1334960" cy="330669"/>
          </a:xfrm>
          <a:prstGeom prst="rect">
            <a:avLst/>
          </a:prstGeom>
          <a:solidFill>
            <a:schemeClr val="accent3">
              <a:lumMod val="40000"/>
              <a:lumOff val="60000"/>
            </a:schemeClr>
          </a:solidFill>
          <a:ln>
            <a:noFill/>
          </a:ln>
        </p:spPr>
        <p:txBody>
          <a:bodyPr wrap="square" anchor="ctr">
            <a:spAutoFit/>
          </a:bodyPr>
          <a:lstStyle/>
          <a:p>
            <a:pPr algn="ctr" defTabSz="914477" eaLnBrk="1" hangingPunct="1"/>
            <a:r>
              <a:rPr kumimoji="1" lang="ja-JP" altLang="en-US" sz="2000">
                <a:latin typeface="BIZ UDPゴシック" panose="020B0400000000000000" pitchFamily="50" charset="-128"/>
                <a:ea typeface="BIZ UDPゴシック" panose="020B0400000000000000" pitchFamily="50" charset="-128"/>
              </a:rPr>
              <a:t>居眠り</a:t>
            </a:r>
          </a:p>
        </p:txBody>
      </p:sp>
      <p:sp>
        <p:nvSpPr>
          <p:cNvPr id="37" name="テキスト ボックス 36">
            <a:extLst>
              <a:ext uri="{FF2B5EF4-FFF2-40B4-BE49-F238E27FC236}">
                <a16:creationId xmlns:a16="http://schemas.microsoft.com/office/drawing/2014/main" id="{B7C39CB4-7EB0-284A-B28D-0F74E7383366}"/>
              </a:ext>
            </a:extLst>
          </p:cNvPr>
          <p:cNvSpPr txBox="1"/>
          <p:nvPr/>
        </p:nvSpPr>
        <p:spPr bwMode="auto">
          <a:xfrm>
            <a:off x="9501128" y="5834635"/>
            <a:ext cx="1103273" cy="330669"/>
          </a:xfrm>
          <a:prstGeom prst="rect">
            <a:avLst/>
          </a:prstGeom>
          <a:solidFill>
            <a:schemeClr val="accent3">
              <a:lumMod val="40000"/>
              <a:lumOff val="60000"/>
            </a:schemeClr>
          </a:solidFill>
          <a:ln>
            <a:noFill/>
          </a:ln>
        </p:spPr>
        <p:txBody>
          <a:bodyPr wrap="square" anchor="ctr">
            <a:spAutoFit/>
          </a:bodyPr>
          <a:lstStyle/>
          <a:p>
            <a:pPr algn="ctr" defTabSz="914477" eaLnBrk="1" hangingPunct="1"/>
            <a:r>
              <a:rPr lang="ja-JP" altLang="en-US">
                <a:latin typeface="BIZ UDPゴシック" panose="020B0400000000000000" pitchFamily="50" charset="-128"/>
                <a:ea typeface="BIZ UDPゴシック" panose="020B0400000000000000" pitchFamily="50" charset="-128"/>
              </a:rPr>
              <a:t>事故</a:t>
            </a:r>
            <a:endParaRPr kumimoji="1" lang="ja-JP" altLang="en-US" sz="2000">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523C93EB-4BDC-5129-BA21-2CF4E705B381}"/>
              </a:ext>
            </a:extLst>
          </p:cNvPr>
          <p:cNvSpPr txBox="1"/>
          <p:nvPr/>
        </p:nvSpPr>
        <p:spPr bwMode="auto">
          <a:xfrm>
            <a:off x="8591212" y="2497785"/>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受講者用</a:t>
            </a:r>
            <a:endParaRPr kumimoji="1" lang="en-US" altLang="ja-JP" kern="0">
              <a:latin typeface="BIZ UDPゴシック" panose="020B0400000000000000" pitchFamily="50" charset="-128"/>
              <a:ea typeface="BIZ UDPゴシック" panose="020B0400000000000000" pitchFamily="50" charset="-128"/>
            </a:endParaRPr>
          </a:p>
        </p:txBody>
      </p:sp>
      <p:pic>
        <p:nvPicPr>
          <p:cNvPr id="39" name="図 38">
            <a:extLst>
              <a:ext uri="{FF2B5EF4-FFF2-40B4-BE49-F238E27FC236}">
                <a16:creationId xmlns:a16="http://schemas.microsoft.com/office/drawing/2014/main" id="{DAC44A14-58F1-B6E9-BBA3-8AFAB27D3A53}"/>
              </a:ext>
            </a:extLst>
          </p:cNvPr>
          <p:cNvPicPr>
            <a:picLocks noChangeAspect="1"/>
          </p:cNvPicPr>
          <p:nvPr/>
        </p:nvPicPr>
        <p:blipFill>
          <a:blip r:embed="rId2"/>
          <a:stretch>
            <a:fillRect/>
          </a:stretch>
        </p:blipFill>
        <p:spPr>
          <a:xfrm>
            <a:off x="8473536" y="2369769"/>
            <a:ext cx="502784" cy="550105"/>
          </a:xfrm>
          <a:prstGeom prst="rect">
            <a:avLst/>
          </a:prstGeom>
        </p:spPr>
      </p:pic>
      <p:sp>
        <p:nvSpPr>
          <p:cNvPr id="40" name="テキスト ボックス 39">
            <a:extLst>
              <a:ext uri="{FF2B5EF4-FFF2-40B4-BE49-F238E27FC236}">
                <a16:creationId xmlns:a16="http://schemas.microsoft.com/office/drawing/2014/main" id="{2E57C49D-871C-3986-07B3-CF4695A79E75}"/>
              </a:ext>
            </a:extLst>
          </p:cNvPr>
          <p:cNvSpPr txBox="1"/>
          <p:nvPr/>
        </p:nvSpPr>
        <p:spPr bwMode="auto">
          <a:xfrm>
            <a:off x="8591212" y="4550862"/>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講師用</a:t>
            </a:r>
            <a:endParaRPr kumimoji="1" lang="en-US" altLang="ja-JP" kern="0">
              <a:latin typeface="BIZ UDPゴシック" panose="020B0400000000000000" pitchFamily="50" charset="-128"/>
              <a:ea typeface="BIZ UDPゴシック" panose="020B0400000000000000" pitchFamily="50" charset="-128"/>
            </a:endParaRPr>
          </a:p>
        </p:txBody>
      </p:sp>
      <p:pic>
        <p:nvPicPr>
          <p:cNvPr id="41" name="図 40">
            <a:extLst>
              <a:ext uri="{FF2B5EF4-FFF2-40B4-BE49-F238E27FC236}">
                <a16:creationId xmlns:a16="http://schemas.microsoft.com/office/drawing/2014/main" id="{F216D33A-F7B9-6B56-DF6C-FED2457CFD68}"/>
              </a:ext>
            </a:extLst>
          </p:cNvPr>
          <p:cNvPicPr>
            <a:picLocks noChangeAspect="1"/>
          </p:cNvPicPr>
          <p:nvPr/>
        </p:nvPicPr>
        <p:blipFill>
          <a:blip r:embed="rId2"/>
          <a:stretch>
            <a:fillRect/>
          </a:stretch>
        </p:blipFill>
        <p:spPr>
          <a:xfrm>
            <a:off x="8473536" y="4422846"/>
            <a:ext cx="502784" cy="550105"/>
          </a:xfrm>
          <a:prstGeom prst="rect">
            <a:avLst/>
          </a:prstGeom>
        </p:spPr>
      </p:pic>
      <p:cxnSp>
        <p:nvCxnSpPr>
          <p:cNvPr id="43" name="コネクタ: カギ線 42">
            <a:extLst>
              <a:ext uri="{FF2B5EF4-FFF2-40B4-BE49-F238E27FC236}">
                <a16:creationId xmlns:a16="http://schemas.microsoft.com/office/drawing/2014/main" id="{FF8558F8-671D-E54E-FEEF-84642EC0E3DE}"/>
              </a:ext>
            </a:extLst>
          </p:cNvPr>
          <p:cNvCxnSpPr>
            <a:stCxn id="7" idx="3"/>
            <a:endCxn id="22" idx="1"/>
          </p:cNvCxnSpPr>
          <p:nvPr/>
        </p:nvCxnSpPr>
        <p:spPr bwMode="auto">
          <a:xfrm flipV="1">
            <a:off x="4151784" y="3650461"/>
            <a:ext cx="3957397" cy="1158893"/>
          </a:xfrm>
          <a:prstGeom prst="bentConnector3">
            <a:avLst>
              <a:gd name="adj1" fmla="val 50000"/>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4" name="コネクタ: カギ線 43">
            <a:extLst>
              <a:ext uri="{FF2B5EF4-FFF2-40B4-BE49-F238E27FC236}">
                <a16:creationId xmlns:a16="http://schemas.microsoft.com/office/drawing/2014/main" id="{94CD0FE9-3FEB-AB87-7933-5F41D8BA6BCC}"/>
              </a:ext>
            </a:extLst>
          </p:cNvPr>
          <p:cNvCxnSpPr>
            <a:stCxn id="7" idx="3"/>
            <a:endCxn id="30" idx="1"/>
          </p:cNvCxnSpPr>
          <p:nvPr/>
        </p:nvCxnSpPr>
        <p:spPr bwMode="auto">
          <a:xfrm>
            <a:off x="4151784" y="4809354"/>
            <a:ext cx="3957397" cy="867720"/>
          </a:xfrm>
          <a:prstGeom prst="bentConnector3">
            <a:avLst>
              <a:gd name="adj1" fmla="val 50000"/>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7" name="テキスト ボックス 46">
            <a:extLst>
              <a:ext uri="{FF2B5EF4-FFF2-40B4-BE49-F238E27FC236}">
                <a16:creationId xmlns:a16="http://schemas.microsoft.com/office/drawing/2014/main" id="{08F117F5-27A3-83CA-73FF-CE03B3A75375}"/>
              </a:ext>
            </a:extLst>
          </p:cNvPr>
          <p:cNvSpPr txBox="1"/>
          <p:nvPr/>
        </p:nvSpPr>
        <p:spPr bwMode="auto">
          <a:xfrm>
            <a:off x="6379514" y="5015724"/>
            <a:ext cx="1510078"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600" kern="0">
                <a:latin typeface="BIZ UDPゴシック" panose="020B0400000000000000" pitchFamily="50" charset="-128"/>
                <a:ea typeface="BIZ UDPゴシック" panose="020B0400000000000000" pitchFamily="50" charset="-128"/>
              </a:rPr>
              <a:t>#CSP# </a:t>
            </a:r>
            <a:r>
              <a:rPr kumimoji="1" lang="ja-JP" altLang="en-US" sz="1600" kern="0">
                <a:latin typeface="BIZ UDPゴシック" panose="020B0400000000000000" pitchFamily="50" charset="-128"/>
                <a:ea typeface="BIZ UDPゴシック" panose="020B0400000000000000" pitchFamily="50" charset="-128"/>
              </a:rPr>
              <a:t>タグのみ消去</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8" name="テキスト ボックス 47">
            <a:extLst>
              <a:ext uri="{FF2B5EF4-FFF2-40B4-BE49-F238E27FC236}">
                <a16:creationId xmlns:a16="http://schemas.microsoft.com/office/drawing/2014/main" id="{F9505606-8748-FA61-0348-22C7B949D667}"/>
              </a:ext>
            </a:extLst>
          </p:cNvPr>
          <p:cNvSpPr txBox="1"/>
          <p:nvPr/>
        </p:nvSpPr>
        <p:spPr bwMode="auto">
          <a:xfrm>
            <a:off x="5807968" y="3008160"/>
            <a:ext cx="2210907"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600" kern="0">
                <a:latin typeface="BIZ UDPゴシック" panose="020B0400000000000000" pitchFamily="50" charset="-128"/>
                <a:ea typeface="BIZ UDPゴシック" panose="020B0400000000000000" pitchFamily="50" charset="-128"/>
              </a:rPr>
              <a:t>#CSP# </a:t>
            </a:r>
            <a:r>
              <a:rPr kumimoji="1" lang="ja-JP" altLang="en-US" sz="1600" kern="0">
                <a:latin typeface="BIZ UDPゴシック" panose="020B0400000000000000" pitchFamily="50" charset="-128"/>
                <a:ea typeface="BIZ UDPゴシック" panose="020B0400000000000000" pitchFamily="50" charset="-128"/>
              </a:rPr>
              <a:t>タグを含むシェイプ全体を消去</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9" name="テキスト ボックス 48">
            <a:extLst>
              <a:ext uri="{FF2B5EF4-FFF2-40B4-BE49-F238E27FC236}">
                <a16:creationId xmlns:a16="http://schemas.microsoft.com/office/drawing/2014/main" id="{2B213123-016E-69C0-2683-82F9B45D09FC}"/>
              </a:ext>
            </a:extLst>
          </p:cNvPr>
          <p:cNvSpPr txBox="1"/>
          <p:nvPr/>
        </p:nvSpPr>
        <p:spPr bwMode="auto">
          <a:xfrm>
            <a:off x="4875595" y="4231592"/>
            <a:ext cx="1117661"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変換</a:t>
            </a:r>
            <a:endParaRPr kumimoji="1" lang="en-US" altLang="ja-JP" kern="0">
              <a:latin typeface="BIZ UDPゴシック" panose="020B0400000000000000" pitchFamily="50" charset="-128"/>
              <a:ea typeface="BIZ UDPゴシック" panose="020B0400000000000000" pitchFamily="50" charset="-128"/>
            </a:endParaRPr>
          </a:p>
        </p:txBody>
      </p:sp>
      <p:sp>
        <p:nvSpPr>
          <p:cNvPr id="51" name="テキスト ボックス 50">
            <a:extLst>
              <a:ext uri="{FF2B5EF4-FFF2-40B4-BE49-F238E27FC236}">
                <a16:creationId xmlns:a16="http://schemas.microsoft.com/office/drawing/2014/main" id="{FDC8E6F2-29B2-19BE-915B-E3D6F66264E2}"/>
              </a:ext>
            </a:extLst>
          </p:cNvPr>
          <p:cNvSpPr txBox="1"/>
          <p:nvPr/>
        </p:nvSpPr>
        <p:spPr bwMode="auto">
          <a:xfrm>
            <a:off x="1226777" y="5824050"/>
            <a:ext cx="3403923"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sz="1600" kern="0">
                <a:latin typeface="BIZ UDPゴシック" panose="020B0400000000000000" pitchFamily="50" charset="-128"/>
                <a:ea typeface="BIZ UDPゴシック" panose="020B0400000000000000" pitchFamily="50" charset="-128"/>
              </a:rPr>
              <a:t>消去したいシェイプ（図形）の一部に </a:t>
            </a:r>
            <a:r>
              <a:rPr kumimoji="1" lang="en-US" altLang="ja-JP" sz="1600" kern="0">
                <a:latin typeface="BIZ UDPゴシック" panose="020B0400000000000000" pitchFamily="50" charset="-128"/>
                <a:ea typeface="BIZ UDPゴシック" panose="020B0400000000000000" pitchFamily="50" charset="-128"/>
              </a:rPr>
              <a:t>#CSP# </a:t>
            </a:r>
            <a:r>
              <a:rPr kumimoji="1" lang="ja-JP" altLang="en-US" sz="1600" kern="0">
                <a:latin typeface="BIZ UDPゴシック" panose="020B0400000000000000" pitchFamily="50" charset="-128"/>
                <a:ea typeface="BIZ UDPゴシック" panose="020B0400000000000000" pitchFamily="50" charset="-128"/>
              </a:rPr>
              <a:t>というタグを含めておく</a:t>
            </a:r>
            <a:endParaRPr kumimoji="1" lang="en-US" altLang="ja-JP" sz="1600" kern="0">
              <a:latin typeface="BIZ UDPゴシック" panose="020B0400000000000000" pitchFamily="50" charset="-128"/>
              <a:ea typeface="BIZ UDPゴシック" panose="020B0400000000000000" pitchFamily="50" charset="-128"/>
            </a:endParaRPr>
          </a:p>
        </p:txBody>
      </p:sp>
      <p:cxnSp>
        <p:nvCxnSpPr>
          <p:cNvPr id="53" name="直線矢印コネクタ 52">
            <a:extLst>
              <a:ext uri="{FF2B5EF4-FFF2-40B4-BE49-F238E27FC236}">
                <a16:creationId xmlns:a16="http://schemas.microsoft.com/office/drawing/2014/main" id="{A8385E94-63F6-B719-33E6-EF8696632D9A}"/>
              </a:ext>
            </a:extLst>
          </p:cNvPr>
          <p:cNvCxnSpPr/>
          <p:nvPr/>
        </p:nvCxnSpPr>
        <p:spPr bwMode="auto">
          <a:xfrm flipV="1">
            <a:off x="2101485" y="5243214"/>
            <a:ext cx="255668" cy="606322"/>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54" name="テキスト ボックス 53">
            <a:extLst>
              <a:ext uri="{FF2B5EF4-FFF2-40B4-BE49-F238E27FC236}">
                <a16:creationId xmlns:a16="http://schemas.microsoft.com/office/drawing/2014/main" id="{D957CB88-7E92-5930-EBEC-8D0C8180E69C}"/>
              </a:ext>
            </a:extLst>
          </p:cNvPr>
          <p:cNvSpPr txBox="1"/>
          <p:nvPr/>
        </p:nvSpPr>
        <p:spPr bwMode="auto">
          <a:xfrm>
            <a:off x="5167588" y="5824050"/>
            <a:ext cx="2724566"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ja-JP" altLang="en-US" sz="1600" kern="0">
                <a:latin typeface="BIZ UDPゴシック" panose="020B0400000000000000" pitchFamily="50" charset="-128"/>
                <a:ea typeface="BIZ UDPゴシック" panose="020B0400000000000000" pitchFamily="50" charset="-128"/>
              </a:rPr>
              <a:t>変換パラメータを変えて</a:t>
            </a:r>
            <a:endParaRPr kumimoji="1" lang="en-US" altLang="ja-JP" sz="1600" kern="0">
              <a:latin typeface="BIZ UDPゴシック" panose="020B0400000000000000" pitchFamily="50" charset="-128"/>
              <a:ea typeface="BIZ UDPゴシック" panose="020B0400000000000000" pitchFamily="50" charset="-128"/>
            </a:endParaRPr>
          </a:p>
          <a:p>
            <a:pPr eaLnBrk="1"/>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種類のファイルを生成する</a:t>
            </a:r>
            <a:endParaRPr kumimoji="1"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344535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89298-C4A0-01D2-164A-B5954B58089C}"/>
            </a:ext>
          </a:extLst>
        </p:cNvPr>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F6C2FB5-52FB-97A8-A0FE-9BFAEB43ED8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5" name="スライド番号プレースホルダー 4">
            <a:extLst>
              <a:ext uri="{FF2B5EF4-FFF2-40B4-BE49-F238E27FC236}">
                <a16:creationId xmlns:a16="http://schemas.microsoft.com/office/drawing/2014/main" id="{F742C558-496E-F397-695B-0DC03EA798EF}"/>
              </a:ext>
            </a:extLst>
          </p:cNvPr>
          <p:cNvSpPr>
            <a:spLocks noGrp="1"/>
          </p:cNvSpPr>
          <p:nvPr>
            <p:ph type="sldNum" sz="quarter" idx="12"/>
          </p:nvPr>
        </p:nvSpPr>
        <p:spPr/>
        <p:txBody>
          <a:bodyPr/>
          <a:lstStyle/>
          <a:p>
            <a:fld id="{D2D8002D-B5B0-4BAC-B1F6-782DDCCE6D9C}" type="slidenum">
              <a:rPr kumimoji="1" lang="ja-JP" altLang="en-US" smtClean="0"/>
              <a:t>14</a:t>
            </a:fld>
            <a:endParaRPr kumimoji="1" lang="ja-JP" altLang="en-US" dirty="0"/>
          </a:p>
        </p:txBody>
      </p:sp>
      <p:sp>
        <p:nvSpPr>
          <p:cNvPr id="4" name="タイトル 3">
            <a:extLst>
              <a:ext uri="{FF2B5EF4-FFF2-40B4-BE49-F238E27FC236}">
                <a16:creationId xmlns:a16="http://schemas.microsoft.com/office/drawing/2014/main" id="{66A965F5-BCCE-FCBB-D229-2607659BC83A}"/>
              </a:ext>
            </a:extLst>
          </p:cNvPr>
          <p:cNvSpPr>
            <a:spLocks noGrp="1"/>
          </p:cNvSpPr>
          <p:nvPr>
            <p:ph type="title"/>
          </p:nvPr>
        </p:nvSpPr>
        <p:spPr>
          <a:xfrm>
            <a:off x="898656" y="260648"/>
            <a:ext cx="10957984" cy="576061"/>
          </a:xfrm>
        </p:spPr>
        <p:txBody>
          <a:bodyPr/>
          <a:lstStyle/>
          <a:p>
            <a:pPr eaLnBrk="0" hangingPunct="0"/>
            <a:r>
              <a:rPr kumimoji="1" lang="ja-JP" altLang="en-US" sz="2800" b="1">
                <a:solidFill>
                  <a:srgbClr val="292929"/>
                </a:solidFill>
                <a:effectLst/>
                <a:latin typeface="BIZ UDPゴシック" panose="020B0400000000000000" pitchFamily="50" charset="-128"/>
                <a:ea typeface="BIZ UDPゴシック" panose="020B0400000000000000" pitchFamily="50" charset="-128"/>
                <a:cs typeface="+mn-cs"/>
              </a:rPr>
              <a:t>変換例</a:t>
            </a:r>
            <a:r>
              <a:rPr kumimoji="1" lang="en-US" altLang="ja-JP" sz="2800" b="1">
                <a:solidFill>
                  <a:srgbClr val="292929"/>
                </a:solidFill>
                <a:effectLst/>
                <a:latin typeface="BIZ UDPゴシック" panose="020B0400000000000000" pitchFamily="50" charset="-128"/>
                <a:ea typeface="BIZ UDPゴシック" panose="020B0400000000000000" pitchFamily="50" charset="-128"/>
                <a:cs typeface="+mn-cs"/>
              </a:rPr>
              <a:t>(10) </a:t>
            </a:r>
            <a:r>
              <a:rPr kumimoji="1" lang="ja-JP" altLang="en-US" sz="2800" b="1">
                <a:solidFill>
                  <a:srgbClr val="292929"/>
                </a:solidFill>
                <a:effectLst/>
                <a:latin typeface="BIZ UDPゴシック" panose="020B0400000000000000" pitchFamily="50" charset="-128"/>
                <a:ea typeface="BIZ UDPゴシック" panose="020B0400000000000000" pitchFamily="50" charset="-128"/>
                <a:cs typeface="+mn-cs"/>
              </a:rPr>
              <a:t>スライドごと削除</a:t>
            </a:r>
            <a:r>
              <a:rPr lang="ja-JP" altLang="en-US">
                <a:solidFill>
                  <a:srgbClr val="292929"/>
                </a:solidFill>
              </a:rPr>
              <a:t>（講師</a:t>
            </a:r>
            <a:r>
              <a:rPr lang="en-US" altLang="ja-JP">
                <a:solidFill>
                  <a:srgbClr val="292929"/>
                </a:solidFill>
              </a:rPr>
              <a:t>/</a:t>
            </a:r>
            <a:r>
              <a:rPr lang="ja-JP" altLang="en-US">
                <a:solidFill>
                  <a:srgbClr val="292929"/>
                </a:solidFill>
              </a:rPr>
              <a:t>受講者用ファイル生成）</a:t>
            </a:r>
            <a:endParaRPr lang="ja-JP" altLang="ja-JP">
              <a:effectLst/>
            </a:endParaRPr>
          </a:p>
        </p:txBody>
      </p:sp>
      <p:sp>
        <p:nvSpPr>
          <p:cNvPr id="8" name="テキスト ボックス 7">
            <a:extLst>
              <a:ext uri="{FF2B5EF4-FFF2-40B4-BE49-F238E27FC236}">
                <a16:creationId xmlns:a16="http://schemas.microsoft.com/office/drawing/2014/main" id="{B8B06697-4775-9930-F47E-5F84BD52E169}"/>
              </a:ext>
            </a:extLst>
          </p:cNvPr>
          <p:cNvSpPr txBox="1"/>
          <p:nvPr/>
        </p:nvSpPr>
        <p:spPr bwMode="auto">
          <a:xfrm>
            <a:off x="1127453" y="1196752"/>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１スライド全体を削除して生成することもできます。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これも講師用</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受講者用ファイル生成を想定した機能です。</a:t>
            </a:r>
            <a:endParaRPr lang="en-US" altLang="ja-JP" kern="0">
              <a:latin typeface="BIZ UDPゴシック" panose="020B0400000000000000" pitchFamily="50" charset="-128"/>
              <a:ea typeface="BIZ UDPゴシック" panose="020B0400000000000000" pitchFamily="50" charset="-128"/>
            </a:endParaRPr>
          </a:p>
        </p:txBody>
      </p:sp>
      <p:sp>
        <p:nvSpPr>
          <p:cNvPr id="7" name="正方形/長方形 6">
            <a:extLst>
              <a:ext uri="{FF2B5EF4-FFF2-40B4-BE49-F238E27FC236}">
                <a16:creationId xmlns:a16="http://schemas.microsoft.com/office/drawing/2014/main" id="{23B0BD80-AB80-9C99-F1D3-6F2A99497BDB}"/>
              </a:ext>
            </a:extLst>
          </p:cNvPr>
          <p:cNvSpPr/>
          <p:nvPr/>
        </p:nvSpPr>
        <p:spPr bwMode="auto">
          <a:xfrm>
            <a:off x="968629" y="3981236"/>
            <a:ext cx="3417025" cy="151567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880455DE-1F7C-9214-8282-2F5F627B04CF}"/>
              </a:ext>
            </a:extLst>
          </p:cNvPr>
          <p:cNvSpPr txBox="1"/>
          <p:nvPr/>
        </p:nvSpPr>
        <p:spPr bwMode="auto">
          <a:xfrm>
            <a:off x="2029056" y="3438947"/>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en-US" altLang="ja-JP" kern="0">
                <a:latin typeface="BIZ UDPゴシック" panose="020B0400000000000000" pitchFamily="50" charset="-128"/>
                <a:ea typeface="BIZ UDPゴシック" panose="020B0400000000000000" pitchFamily="50" charset="-128"/>
              </a:rPr>
              <a:t>SOURCE</a:t>
            </a:r>
            <a:endParaRPr kumimoji="1" lang="en-US" altLang="ja-JP" kern="0">
              <a:latin typeface="BIZ UDPゴシック" panose="020B0400000000000000" pitchFamily="50" charset="-128"/>
              <a:ea typeface="BIZ UDPゴシック" panose="020B0400000000000000" pitchFamily="50" charset="-128"/>
            </a:endParaRPr>
          </a:p>
        </p:txBody>
      </p:sp>
      <p:pic>
        <p:nvPicPr>
          <p:cNvPr id="17" name="図 16">
            <a:extLst>
              <a:ext uri="{FF2B5EF4-FFF2-40B4-BE49-F238E27FC236}">
                <a16:creationId xmlns:a16="http://schemas.microsoft.com/office/drawing/2014/main" id="{2078D6DD-DC65-C35A-31B9-D6355A2A574D}"/>
              </a:ext>
            </a:extLst>
          </p:cNvPr>
          <p:cNvPicPr>
            <a:picLocks noChangeAspect="1"/>
          </p:cNvPicPr>
          <p:nvPr/>
        </p:nvPicPr>
        <p:blipFill>
          <a:blip r:embed="rId2"/>
          <a:stretch>
            <a:fillRect/>
          </a:stretch>
        </p:blipFill>
        <p:spPr>
          <a:xfrm>
            <a:off x="1697785" y="3235115"/>
            <a:ext cx="608368" cy="665626"/>
          </a:xfrm>
          <a:prstGeom prst="rect">
            <a:avLst/>
          </a:prstGeom>
        </p:spPr>
      </p:pic>
      <p:cxnSp>
        <p:nvCxnSpPr>
          <p:cNvPr id="43" name="コネクタ: カギ線 42">
            <a:extLst>
              <a:ext uri="{FF2B5EF4-FFF2-40B4-BE49-F238E27FC236}">
                <a16:creationId xmlns:a16="http://schemas.microsoft.com/office/drawing/2014/main" id="{E416FC32-6450-93E9-9207-F7557A5F7126}"/>
              </a:ext>
            </a:extLst>
          </p:cNvPr>
          <p:cNvCxnSpPr>
            <a:stCxn id="7" idx="3"/>
          </p:cNvCxnSpPr>
          <p:nvPr/>
        </p:nvCxnSpPr>
        <p:spPr bwMode="auto">
          <a:xfrm flipV="1">
            <a:off x="4385654" y="3580179"/>
            <a:ext cx="3723527" cy="1158893"/>
          </a:xfrm>
          <a:prstGeom prst="bentConnector3">
            <a:avLst>
              <a:gd name="adj1" fmla="val 50000"/>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4" name="コネクタ: カギ線 43">
            <a:extLst>
              <a:ext uri="{FF2B5EF4-FFF2-40B4-BE49-F238E27FC236}">
                <a16:creationId xmlns:a16="http://schemas.microsoft.com/office/drawing/2014/main" id="{7663B690-71BE-337D-E078-CBFBD527E5AE}"/>
              </a:ext>
            </a:extLst>
          </p:cNvPr>
          <p:cNvCxnSpPr>
            <a:stCxn id="7" idx="3"/>
          </p:cNvCxnSpPr>
          <p:nvPr/>
        </p:nvCxnSpPr>
        <p:spPr bwMode="auto">
          <a:xfrm>
            <a:off x="4385654" y="4739072"/>
            <a:ext cx="3723527" cy="867720"/>
          </a:xfrm>
          <a:prstGeom prst="bentConnector3">
            <a:avLst>
              <a:gd name="adj1" fmla="val 50000"/>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49" name="テキスト ボックス 48">
            <a:extLst>
              <a:ext uri="{FF2B5EF4-FFF2-40B4-BE49-F238E27FC236}">
                <a16:creationId xmlns:a16="http://schemas.microsoft.com/office/drawing/2014/main" id="{C83508B1-1D80-D8A5-C10C-9928E3E9D49F}"/>
              </a:ext>
            </a:extLst>
          </p:cNvPr>
          <p:cNvSpPr txBox="1"/>
          <p:nvPr/>
        </p:nvSpPr>
        <p:spPr bwMode="auto">
          <a:xfrm>
            <a:off x="4875595" y="4161310"/>
            <a:ext cx="1117661"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変換</a:t>
            </a:r>
            <a:endParaRPr kumimoji="1" lang="en-US" altLang="ja-JP" kern="0">
              <a:latin typeface="BIZ UDPゴシック" panose="020B0400000000000000" pitchFamily="50" charset="-128"/>
              <a:ea typeface="BIZ UDPゴシック" panose="020B0400000000000000" pitchFamily="50" charset="-128"/>
            </a:endParaRPr>
          </a:p>
        </p:txBody>
      </p:sp>
      <p:sp>
        <p:nvSpPr>
          <p:cNvPr id="3" name="正方形/長方形 2">
            <a:extLst>
              <a:ext uri="{FF2B5EF4-FFF2-40B4-BE49-F238E27FC236}">
                <a16:creationId xmlns:a16="http://schemas.microsoft.com/office/drawing/2014/main" id="{7769B6A6-42F0-9DC5-01A6-157F0BFE7C3F}"/>
              </a:ext>
            </a:extLst>
          </p:cNvPr>
          <p:cNvSpPr/>
          <p:nvPr/>
        </p:nvSpPr>
        <p:spPr bwMode="auto">
          <a:xfrm>
            <a:off x="1252448" y="4272374"/>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Slide1</a:t>
            </a:r>
            <a:endParaRPr kumimoji="1" lang="ja-JP" altLang="en-US" sz="1600">
              <a:latin typeface="BIZ UDPゴシック" panose="020B0400000000000000" pitchFamily="50" charset="-128"/>
              <a:ea typeface="BIZ UDPゴシック" panose="020B0400000000000000" pitchFamily="50" charset="-128"/>
            </a:endParaRPr>
          </a:p>
        </p:txBody>
      </p:sp>
      <p:sp>
        <p:nvSpPr>
          <p:cNvPr id="21" name="正方形/長方形 20">
            <a:extLst>
              <a:ext uri="{FF2B5EF4-FFF2-40B4-BE49-F238E27FC236}">
                <a16:creationId xmlns:a16="http://schemas.microsoft.com/office/drawing/2014/main" id="{27DCAA5E-5D52-98AA-FC4D-4045D15F1941}"/>
              </a:ext>
            </a:extLst>
          </p:cNvPr>
          <p:cNvSpPr/>
          <p:nvPr/>
        </p:nvSpPr>
        <p:spPr bwMode="auto">
          <a:xfrm>
            <a:off x="2260797" y="4272374"/>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Slide2</a:t>
            </a:r>
            <a:endParaRPr kumimoji="1" lang="ja-JP" altLang="en-US" sz="1600">
              <a:latin typeface="BIZ UDPゴシック" panose="020B0400000000000000" pitchFamily="50" charset="-128"/>
              <a:ea typeface="BIZ UDPゴシック" panose="020B0400000000000000" pitchFamily="50" charset="-128"/>
            </a:endParaRPr>
          </a:p>
        </p:txBody>
      </p:sp>
      <p:sp>
        <p:nvSpPr>
          <p:cNvPr id="28" name="正方形/長方形 27">
            <a:extLst>
              <a:ext uri="{FF2B5EF4-FFF2-40B4-BE49-F238E27FC236}">
                <a16:creationId xmlns:a16="http://schemas.microsoft.com/office/drawing/2014/main" id="{AE5B60A4-724A-8243-703A-1BA3F1FBDED7}"/>
              </a:ext>
            </a:extLst>
          </p:cNvPr>
          <p:cNvSpPr/>
          <p:nvPr/>
        </p:nvSpPr>
        <p:spPr bwMode="auto">
          <a:xfrm>
            <a:off x="3300438" y="4272374"/>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Slide3</a:t>
            </a:r>
            <a:endParaRPr kumimoji="1" lang="ja-JP" altLang="en-US" sz="1600">
              <a:latin typeface="BIZ UDPゴシック" panose="020B0400000000000000" pitchFamily="50" charset="-128"/>
              <a:ea typeface="BIZ UDPゴシック" panose="020B0400000000000000" pitchFamily="50" charset="-128"/>
            </a:endParaRPr>
          </a:p>
        </p:txBody>
      </p:sp>
      <p:sp>
        <p:nvSpPr>
          <p:cNvPr id="45" name="テキスト ボックス 44">
            <a:extLst>
              <a:ext uri="{FF2B5EF4-FFF2-40B4-BE49-F238E27FC236}">
                <a16:creationId xmlns:a16="http://schemas.microsoft.com/office/drawing/2014/main" id="{21469DC4-EFD7-D142-2FF3-ECB77BBFFE72}"/>
              </a:ext>
            </a:extLst>
          </p:cNvPr>
          <p:cNvSpPr txBox="1"/>
          <p:nvPr/>
        </p:nvSpPr>
        <p:spPr bwMode="auto">
          <a:xfrm>
            <a:off x="2218662" y="4816358"/>
            <a:ext cx="974941" cy="27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200" kern="0">
                <a:latin typeface="BIZ UDPゴシック" panose="020B0400000000000000" pitchFamily="50" charset="-128"/>
                <a:ea typeface="BIZ UDPゴシック" panose="020B0400000000000000" pitchFamily="50" charset="-128"/>
              </a:rPr>
              <a:t>#CSL#</a:t>
            </a:r>
          </a:p>
        </p:txBody>
      </p:sp>
      <p:sp>
        <p:nvSpPr>
          <p:cNvPr id="46" name="テキスト ボックス 45">
            <a:extLst>
              <a:ext uri="{FF2B5EF4-FFF2-40B4-BE49-F238E27FC236}">
                <a16:creationId xmlns:a16="http://schemas.microsoft.com/office/drawing/2014/main" id="{7AE109FB-59A8-74D1-B2C2-BBA9382CCBE2}"/>
              </a:ext>
            </a:extLst>
          </p:cNvPr>
          <p:cNvSpPr txBox="1"/>
          <p:nvPr/>
        </p:nvSpPr>
        <p:spPr bwMode="auto">
          <a:xfrm>
            <a:off x="1226777" y="5614191"/>
            <a:ext cx="3403923"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lang="ja-JP" altLang="en-US" sz="1600" kern="0">
                <a:latin typeface="BIZ UDPゴシック" panose="020B0400000000000000" pitchFamily="50" charset="-128"/>
                <a:ea typeface="BIZ UDPゴシック" panose="020B0400000000000000" pitchFamily="50" charset="-128"/>
              </a:rPr>
              <a:t>削除したいスライドの一部に </a:t>
            </a:r>
            <a:r>
              <a:rPr kumimoji="1" lang="en-US" altLang="ja-JP" sz="1600" kern="0">
                <a:latin typeface="BIZ UDPゴシック" panose="020B0400000000000000" pitchFamily="50" charset="-128"/>
                <a:ea typeface="BIZ UDPゴシック" panose="020B0400000000000000" pitchFamily="50" charset="-128"/>
              </a:rPr>
              <a:t>#CSL# </a:t>
            </a:r>
            <a:r>
              <a:rPr kumimoji="1" lang="ja-JP" altLang="en-US" sz="1600" kern="0">
                <a:latin typeface="BIZ UDPゴシック" panose="020B0400000000000000" pitchFamily="50" charset="-128"/>
                <a:ea typeface="BIZ UDPゴシック" panose="020B0400000000000000" pitchFamily="50" charset="-128"/>
              </a:rPr>
              <a:t>というタグを含めておく</a:t>
            </a:r>
            <a:endParaRPr kumimoji="1" lang="en-US" altLang="ja-JP" sz="1600" kern="0">
              <a:latin typeface="BIZ UDPゴシック" panose="020B0400000000000000" pitchFamily="50" charset="-128"/>
              <a:ea typeface="BIZ UDPゴシック" panose="020B0400000000000000" pitchFamily="50" charset="-128"/>
            </a:endParaRPr>
          </a:p>
        </p:txBody>
      </p:sp>
      <p:cxnSp>
        <p:nvCxnSpPr>
          <p:cNvPr id="50" name="直線矢印コネクタ 49">
            <a:extLst>
              <a:ext uri="{FF2B5EF4-FFF2-40B4-BE49-F238E27FC236}">
                <a16:creationId xmlns:a16="http://schemas.microsoft.com/office/drawing/2014/main" id="{161D222C-6689-CD6D-18A2-AD3587A1B20E}"/>
              </a:ext>
            </a:extLst>
          </p:cNvPr>
          <p:cNvCxnSpPr/>
          <p:nvPr/>
        </p:nvCxnSpPr>
        <p:spPr bwMode="auto">
          <a:xfrm flipV="1">
            <a:off x="2309525" y="5033355"/>
            <a:ext cx="255668" cy="606322"/>
          </a:xfrm>
          <a:prstGeom prst="straightConnector1">
            <a:avLst/>
          </a:prstGeom>
          <a:solidFill>
            <a:srgbClr val="CCFFFF"/>
          </a:solidFill>
          <a:ln w="28575" cap="flat" cmpd="sng" algn="ctr">
            <a:solidFill>
              <a:schemeClr val="accent2"/>
            </a:solidFill>
            <a:prstDash val="solid"/>
            <a:round/>
            <a:headEnd type="none" w="med" len="med"/>
            <a:tailEnd type="triangle"/>
          </a:ln>
          <a:effectLst/>
        </p:spPr>
      </p:cxnSp>
      <p:sp>
        <p:nvSpPr>
          <p:cNvPr id="51" name="正方形/長方形 50">
            <a:extLst>
              <a:ext uri="{FF2B5EF4-FFF2-40B4-BE49-F238E27FC236}">
                <a16:creationId xmlns:a16="http://schemas.microsoft.com/office/drawing/2014/main" id="{D8BE0DC0-F97C-BD13-512B-45494F8DF168}"/>
              </a:ext>
            </a:extLst>
          </p:cNvPr>
          <p:cNvSpPr/>
          <p:nvPr/>
        </p:nvSpPr>
        <p:spPr bwMode="auto">
          <a:xfrm>
            <a:off x="8222690" y="2953868"/>
            <a:ext cx="3417025" cy="125262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52" name="正方形/長方形 51">
            <a:extLst>
              <a:ext uri="{FF2B5EF4-FFF2-40B4-BE49-F238E27FC236}">
                <a16:creationId xmlns:a16="http://schemas.microsoft.com/office/drawing/2014/main" id="{8882366E-3BB1-4354-D3E5-A445553BCB7A}"/>
              </a:ext>
            </a:extLst>
          </p:cNvPr>
          <p:cNvSpPr/>
          <p:nvPr/>
        </p:nvSpPr>
        <p:spPr bwMode="auto">
          <a:xfrm>
            <a:off x="8506509" y="3113481"/>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Slide1</a:t>
            </a:r>
            <a:endParaRPr kumimoji="1" lang="ja-JP" altLang="en-US" sz="1600">
              <a:latin typeface="BIZ UDPゴシック" panose="020B0400000000000000" pitchFamily="50" charset="-128"/>
              <a:ea typeface="BIZ UDPゴシック" panose="020B0400000000000000" pitchFamily="50" charset="-128"/>
            </a:endParaRPr>
          </a:p>
        </p:txBody>
      </p:sp>
      <p:sp>
        <p:nvSpPr>
          <p:cNvPr id="54" name="正方形/長方形 53">
            <a:extLst>
              <a:ext uri="{FF2B5EF4-FFF2-40B4-BE49-F238E27FC236}">
                <a16:creationId xmlns:a16="http://schemas.microsoft.com/office/drawing/2014/main" id="{C270965E-5447-6A0E-5403-77ABB945F876}"/>
              </a:ext>
            </a:extLst>
          </p:cNvPr>
          <p:cNvSpPr/>
          <p:nvPr/>
        </p:nvSpPr>
        <p:spPr bwMode="auto">
          <a:xfrm>
            <a:off x="10554499" y="3113481"/>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Slide3</a:t>
            </a:r>
            <a:endParaRPr kumimoji="1" lang="ja-JP" altLang="en-US" sz="1600">
              <a:latin typeface="BIZ UDPゴシック" panose="020B0400000000000000" pitchFamily="50" charset="-128"/>
              <a:ea typeface="BIZ UDPゴシック" panose="020B0400000000000000" pitchFamily="50" charset="-128"/>
            </a:endParaRPr>
          </a:p>
        </p:txBody>
      </p:sp>
      <p:sp>
        <p:nvSpPr>
          <p:cNvPr id="57" name="テキスト ボックス 56">
            <a:extLst>
              <a:ext uri="{FF2B5EF4-FFF2-40B4-BE49-F238E27FC236}">
                <a16:creationId xmlns:a16="http://schemas.microsoft.com/office/drawing/2014/main" id="{628B59F4-E2DF-5902-F15C-2ECAD85DB8B9}"/>
              </a:ext>
            </a:extLst>
          </p:cNvPr>
          <p:cNvSpPr txBox="1"/>
          <p:nvPr/>
        </p:nvSpPr>
        <p:spPr bwMode="auto">
          <a:xfrm>
            <a:off x="8591212" y="2517024"/>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受講者用</a:t>
            </a:r>
            <a:endParaRPr kumimoji="1" lang="en-US" altLang="ja-JP" kern="0">
              <a:latin typeface="BIZ UDPゴシック" panose="020B0400000000000000" pitchFamily="50" charset="-128"/>
              <a:ea typeface="BIZ UDPゴシック" panose="020B0400000000000000" pitchFamily="50" charset="-128"/>
            </a:endParaRPr>
          </a:p>
        </p:txBody>
      </p:sp>
      <p:pic>
        <p:nvPicPr>
          <p:cNvPr id="58" name="図 57">
            <a:extLst>
              <a:ext uri="{FF2B5EF4-FFF2-40B4-BE49-F238E27FC236}">
                <a16:creationId xmlns:a16="http://schemas.microsoft.com/office/drawing/2014/main" id="{AE3C2C5E-1DC5-3A81-292F-355FD9226EDC}"/>
              </a:ext>
            </a:extLst>
          </p:cNvPr>
          <p:cNvPicPr>
            <a:picLocks noChangeAspect="1"/>
          </p:cNvPicPr>
          <p:nvPr/>
        </p:nvPicPr>
        <p:blipFill>
          <a:blip r:embed="rId2"/>
          <a:stretch>
            <a:fillRect/>
          </a:stretch>
        </p:blipFill>
        <p:spPr>
          <a:xfrm>
            <a:off x="8473536" y="2389008"/>
            <a:ext cx="502784" cy="550105"/>
          </a:xfrm>
          <a:prstGeom prst="rect">
            <a:avLst/>
          </a:prstGeom>
        </p:spPr>
      </p:pic>
      <p:sp>
        <p:nvSpPr>
          <p:cNvPr id="59" name="テキスト ボックス 58">
            <a:extLst>
              <a:ext uri="{FF2B5EF4-FFF2-40B4-BE49-F238E27FC236}">
                <a16:creationId xmlns:a16="http://schemas.microsoft.com/office/drawing/2014/main" id="{EE1AB14B-E902-5228-40EF-E34A2BAEE074}"/>
              </a:ext>
            </a:extLst>
          </p:cNvPr>
          <p:cNvSpPr txBox="1"/>
          <p:nvPr/>
        </p:nvSpPr>
        <p:spPr bwMode="auto">
          <a:xfrm>
            <a:off x="8591212" y="4571293"/>
            <a:ext cx="2053765"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ja-JP" altLang="en-US" kern="0">
                <a:latin typeface="BIZ UDPゴシック" panose="020B0400000000000000" pitchFamily="50" charset="-128"/>
                <a:ea typeface="BIZ UDPゴシック" panose="020B0400000000000000" pitchFamily="50" charset="-128"/>
              </a:rPr>
              <a:t>講師用</a:t>
            </a:r>
            <a:endParaRPr kumimoji="1" lang="en-US" altLang="ja-JP" kern="0">
              <a:latin typeface="BIZ UDPゴシック" panose="020B0400000000000000" pitchFamily="50" charset="-128"/>
              <a:ea typeface="BIZ UDPゴシック" panose="020B0400000000000000" pitchFamily="50" charset="-128"/>
            </a:endParaRPr>
          </a:p>
        </p:txBody>
      </p:sp>
      <p:pic>
        <p:nvPicPr>
          <p:cNvPr id="60" name="図 59">
            <a:extLst>
              <a:ext uri="{FF2B5EF4-FFF2-40B4-BE49-F238E27FC236}">
                <a16:creationId xmlns:a16="http://schemas.microsoft.com/office/drawing/2014/main" id="{8DEAF5A9-2528-7A6A-C96E-CD694B22BB47}"/>
              </a:ext>
            </a:extLst>
          </p:cNvPr>
          <p:cNvPicPr>
            <a:picLocks noChangeAspect="1"/>
          </p:cNvPicPr>
          <p:nvPr/>
        </p:nvPicPr>
        <p:blipFill>
          <a:blip r:embed="rId2"/>
          <a:stretch>
            <a:fillRect/>
          </a:stretch>
        </p:blipFill>
        <p:spPr>
          <a:xfrm>
            <a:off x="8473536" y="4443277"/>
            <a:ext cx="502784" cy="550105"/>
          </a:xfrm>
          <a:prstGeom prst="rect">
            <a:avLst/>
          </a:prstGeom>
        </p:spPr>
      </p:pic>
      <p:sp>
        <p:nvSpPr>
          <p:cNvPr id="61" name="正方形/長方形 60">
            <a:extLst>
              <a:ext uri="{FF2B5EF4-FFF2-40B4-BE49-F238E27FC236}">
                <a16:creationId xmlns:a16="http://schemas.microsoft.com/office/drawing/2014/main" id="{A35621A1-BFDF-AC86-308C-C5F17E55A154}"/>
              </a:ext>
            </a:extLst>
          </p:cNvPr>
          <p:cNvSpPr/>
          <p:nvPr/>
        </p:nvSpPr>
        <p:spPr bwMode="auto">
          <a:xfrm>
            <a:off x="8222690" y="5034937"/>
            <a:ext cx="3417025" cy="125262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sz="1600">
              <a:latin typeface="BIZ UDPゴシック" panose="020B0400000000000000" pitchFamily="50" charset="-128"/>
              <a:ea typeface="BIZ UDPゴシック" panose="020B0400000000000000" pitchFamily="50" charset="-128"/>
            </a:endParaRPr>
          </a:p>
        </p:txBody>
      </p:sp>
      <p:sp>
        <p:nvSpPr>
          <p:cNvPr id="62" name="正方形/長方形 61">
            <a:extLst>
              <a:ext uri="{FF2B5EF4-FFF2-40B4-BE49-F238E27FC236}">
                <a16:creationId xmlns:a16="http://schemas.microsoft.com/office/drawing/2014/main" id="{2D8E9982-18BA-667B-63E7-266C02047400}"/>
              </a:ext>
            </a:extLst>
          </p:cNvPr>
          <p:cNvSpPr/>
          <p:nvPr/>
        </p:nvSpPr>
        <p:spPr bwMode="auto">
          <a:xfrm>
            <a:off x="8506509" y="5194550"/>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Slide1</a:t>
            </a:r>
            <a:endParaRPr kumimoji="1" lang="ja-JP" altLang="en-US" sz="1600">
              <a:latin typeface="BIZ UDPゴシック" panose="020B0400000000000000" pitchFamily="50" charset="-128"/>
              <a:ea typeface="BIZ UDPゴシック" panose="020B0400000000000000" pitchFamily="50" charset="-128"/>
            </a:endParaRPr>
          </a:p>
        </p:txBody>
      </p:sp>
      <p:sp>
        <p:nvSpPr>
          <p:cNvPr id="63" name="正方形/長方形 62">
            <a:extLst>
              <a:ext uri="{FF2B5EF4-FFF2-40B4-BE49-F238E27FC236}">
                <a16:creationId xmlns:a16="http://schemas.microsoft.com/office/drawing/2014/main" id="{D4657195-BA42-5405-5908-211C1C06E88B}"/>
              </a:ext>
            </a:extLst>
          </p:cNvPr>
          <p:cNvSpPr/>
          <p:nvPr/>
        </p:nvSpPr>
        <p:spPr bwMode="auto">
          <a:xfrm>
            <a:off x="9514858" y="5194550"/>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Slide2</a:t>
            </a:r>
            <a:endParaRPr kumimoji="1" lang="ja-JP" altLang="en-US" sz="1600">
              <a:latin typeface="BIZ UDPゴシック" panose="020B0400000000000000" pitchFamily="50" charset="-128"/>
              <a:ea typeface="BIZ UDPゴシック" panose="020B0400000000000000" pitchFamily="50" charset="-128"/>
            </a:endParaRPr>
          </a:p>
        </p:txBody>
      </p:sp>
      <p:sp>
        <p:nvSpPr>
          <p:cNvPr id="64" name="正方形/長方形 63">
            <a:extLst>
              <a:ext uri="{FF2B5EF4-FFF2-40B4-BE49-F238E27FC236}">
                <a16:creationId xmlns:a16="http://schemas.microsoft.com/office/drawing/2014/main" id="{9FA3E54B-7211-88E2-46C6-85988B5ED9F8}"/>
              </a:ext>
            </a:extLst>
          </p:cNvPr>
          <p:cNvSpPr/>
          <p:nvPr/>
        </p:nvSpPr>
        <p:spPr bwMode="auto">
          <a:xfrm>
            <a:off x="10554499" y="5194550"/>
            <a:ext cx="890673" cy="954809"/>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r>
              <a:rPr kumimoji="1" lang="en-US" altLang="ja-JP" sz="1600">
                <a:latin typeface="BIZ UDPゴシック" panose="020B0400000000000000" pitchFamily="50" charset="-128"/>
                <a:ea typeface="BIZ UDPゴシック" panose="020B0400000000000000" pitchFamily="50" charset="-128"/>
              </a:rPr>
              <a:t>Slide3</a:t>
            </a:r>
            <a:endParaRPr kumimoji="1" lang="ja-JP" altLang="en-US" sz="1600">
              <a:latin typeface="BIZ UDPゴシック" panose="020B0400000000000000" pitchFamily="50" charset="-128"/>
              <a:ea typeface="BIZ UDPゴシック" panose="020B0400000000000000" pitchFamily="50" charset="-128"/>
            </a:endParaRPr>
          </a:p>
        </p:txBody>
      </p:sp>
      <p:sp>
        <p:nvSpPr>
          <p:cNvPr id="66" name="テキスト ボックス 65">
            <a:extLst>
              <a:ext uri="{FF2B5EF4-FFF2-40B4-BE49-F238E27FC236}">
                <a16:creationId xmlns:a16="http://schemas.microsoft.com/office/drawing/2014/main" id="{53C5360B-62E7-BD86-5859-891F652A87E7}"/>
              </a:ext>
            </a:extLst>
          </p:cNvPr>
          <p:cNvSpPr txBox="1"/>
          <p:nvPr/>
        </p:nvSpPr>
        <p:spPr bwMode="auto">
          <a:xfrm>
            <a:off x="6379514" y="5010628"/>
            <a:ext cx="1510078"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600" kern="0">
                <a:latin typeface="BIZ UDPゴシック" panose="020B0400000000000000" pitchFamily="50" charset="-128"/>
                <a:ea typeface="BIZ UDPゴシック" panose="020B0400000000000000" pitchFamily="50" charset="-128"/>
              </a:rPr>
              <a:t>#CSL# </a:t>
            </a:r>
            <a:r>
              <a:rPr lang="ja-JP" altLang="en-US" sz="1600" kern="0">
                <a:latin typeface="BIZ UDPゴシック" panose="020B0400000000000000" pitchFamily="50" charset="-128"/>
                <a:ea typeface="BIZ UDPゴシック" panose="020B0400000000000000" pitchFamily="50" charset="-128"/>
              </a:rPr>
              <a:t>タグのみ削除</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67" name="テキスト ボックス 66">
            <a:extLst>
              <a:ext uri="{FF2B5EF4-FFF2-40B4-BE49-F238E27FC236}">
                <a16:creationId xmlns:a16="http://schemas.microsoft.com/office/drawing/2014/main" id="{1AD2A04C-6188-F968-28E0-8C0443F43D11}"/>
              </a:ext>
            </a:extLst>
          </p:cNvPr>
          <p:cNvSpPr txBox="1"/>
          <p:nvPr/>
        </p:nvSpPr>
        <p:spPr bwMode="auto">
          <a:xfrm>
            <a:off x="5807968" y="2947885"/>
            <a:ext cx="2210907"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ctr" eaLnBrk="1"/>
            <a:r>
              <a:rPr kumimoji="1" lang="en-US" altLang="ja-JP" sz="1600" kern="0">
                <a:latin typeface="BIZ UDPゴシック" panose="020B0400000000000000" pitchFamily="50" charset="-128"/>
                <a:ea typeface="BIZ UDPゴシック" panose="020B0400000000000000" pitchFamily="50" charset="-128"/>
              </a:rPr>
              <a:t>#CSL# </a:t>
            </a:r>
            <a:r>
              <a:rPr kumimoji="1" lang="ja-JP" altLang="en-US" sz="1600" kern="0">
                <a:latin typeface="BIZ UDPゴシック" panose="020B0400000000000000" pitchFamily="50" charset="-128"/>
                <a:ea typeface="BIZ UDPゴシック" panose="020B0400000000000000" pitchFamily="50" charset="-128"/>
              </a:rPr>
              <a:t>タグを含むスライド全体を削除</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68" name="テキスト ボックス 67">
            <a:extLst>
              <a:ext uri="{FF2B5EF4-FFF2-40B4-BE49-F238E27FC236}">
                <a16:creationId xmlns:a16="http://schemas.microsoft.com/office/drawing/2014/main" id="{3DF635CA-724B-BCBF-209C-101D95F78BB9}"/>
              </a:ext>
            </a:extLst>
          </p:cNvPr>
          <p:cNvSpPr txBox="1"/>
          <p:nvPr/>
        </p:nvSpPr>
        <p:spPr bwMode="auto">
          <a:xfrm>
            <a:off x="5167588" y="5614191"/>
            <a:ext cx="2724566" cy="584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kumimoji="1" lang="ja-JP" altLang="en-US" sz="1600" kern="0">
                <a:latin typeface="BIZ UDPゴシック" panose="020B0400000000000000" pitchFamily="50" charset="-128"/>
                <a:ea typeface="BIZ UDPゴシック" panose="020B0400000000000000" pitchFamily="50" charset="-128"/>
              </a:rPr>
              <a:t>変換パラメータを変えて</a:t>
            </a:r>
            <a:endParaRPr kumimoji="1" lang="en-US" altLang="ja-JP" sz="1600" kern="0">
              <a:latin typeface="BIZ UDPゴシック" panose="020B0400000000000000" pitchFamily="50" charset="-128"/>
              <a:ea typeface="BIZ UDPゴシック" panose="020B0400000000000000" pitchFamily="50" charset="-128"/>
            </a:endParaRPr>
          </a:p>
          <a:p>
            <a:pPr eaLnBrk="1"/>
            <a:r>
              <a:rPr kumimoji="1" lang="en-US" altLang="ja-JP" sz="1600" kern="0">
                <a:latin typeface="BIZ UDPゴシック" panose="020B0400000000000000" pitchFamily="50" charset="-128"/>
                <a:ea typeface="BIZ UDPゴシック" panose="020B0400000000000000" pitchFamily="50" charset="-128"/>
              </a:rPr>
              <a:t>2</a:t>
            </a:r>
            <a:r>
              <a:rPr kumimoji="1" lang="ja-JP" altLang="en-US" sz="1600" kern="0">
                <a:latin typeface="BIZ UDPゴシック" panose="020B0400000000000000" pitchFamily="50" charset="-128"/>
                <a:ea typeface="BIZ UDPゴシック" panose="020B0400000000000000" pitchFamily="50" charset="-128"/>
              </a:rPr>
              <a:t>種類のファイルを生成する</a:t>
            </a:r>
            <a:endParaRPr kumimoji="1" lang="en-US" altLang="ja-JP" sz="1600" kern="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4033923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23CD8-57A0-27FD-71A7-A22C34887E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DBD7A0-B510-8E11-E0B9-D948083BB6FE}"/>
              </a:ext>
            </a:extLst>
          </p:cNvPr>
          <p:cNvSpPr>
            <a:spLocks noGrp="1"/>
          </p:cNvSpPr>
          <p:nvPr>
            <p:ph type="title"/>
          </p:nvPr>
        </p:nvSpPr>
        <p:spPr>
          <a:xfrm>
            <a:off x="898656" y="260648"/>
            <a:ext cx="10957984" cy="576061"/>
          </a:xfrm>
        </p:spPr>
        <p:txBody>
          <a:bodyPr/>
          <a:lstStyle/>
          <a:p>
            <a:r>
              <a:rPr lang="ja-JP" altLang="en-US" sz="2800">
                <a:solidFill>
                  <a:schemeClr val="tx1"/>
                </a:solidFill>
              </a:rPr>
              <a:t>使用手順</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BFEDA3A5-9617-2D74-93AC-886F226FA48F}"/>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315F3DB0-F860-CD44-ED91-1587A2A36E44}"/>
              </a:ext>
            </a:extLst>
          </p:cNvPr>
          <p:cNvSpPr>
            <a:spLocks noGrp="1"/>
          </p:cNvSpPr>
          <p:nvPr>
            <p:ph type="sldNum" sz="quarter" idx="12"/>
          </p:nvPr>
        </p:nvSpPr>
        <p:spPr/>
        <p:txBody>
          <a:bodyPr/>
          <a:lstStyle/>
          <a:p>
            <a:fld id="{D2D8002D-B5B0-4BAC-B1F6-782DDCCE6D9C}" type="slidenum">
              <a:rPr kumimoji="1" lang="ja-JP" altLang="en-US" smtClean="0"/>
              <a:t>15</a:t>
            </a:fld>
            <a:endParaRPr kumimoji="1" lang="ja-JP" altLang="en-US"/>
          </a:p>
        </p:txBody>
      </p:sp>
      <p:sp>
        <p:nvSpPr>
          <p:cNvPr id="4" name="テキスト ボックス 3">
            <a:extLst>
              <a:ext uri="{FF2B5EF4-FFF2-40B4-BE49-F238E27FC236}">
                <a16:creationId xmlns:a16="http://schemas.microsoft.com/office/drawing/2014/main" id="{6B552915-B419-11F2-809F-93B828871D41}"/>
              </a:ext>
            </a:extLst>
          </p:cNvPr>
          <p:cNvSpPr txBox="1"/>
          <p:nvPr/>
        </p:nvSpPr>
        <p:spPr bwMode="auto">
          <a:xfrm>
            <a:off x="1127453" y="1052736"/>
            <a:ext cx="9577065" cy="1015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pptx-indexer </a:t>
            </a:r>
            <a:r>
              <a:rPr lang="ja-JP" altLang="en-US" kern="0">
                <a:latin typeface="BIZ UDPゴシック" panose="020B0400000000000000" pitchFamily="50" charset="-128"/>
                <a:ea typeface="BIZ UDPゴシック" panose="020B0400000000000000" pitchFamily="50" charset="-128"/>
              </a:rPr>
              <a:t>を使用するには、</a:t>
            </a:r>
            <a:r>
              <a:rPr lang="en-US" altLang="ja-JP" kern="0">
                <a:latin typeface="BIZ UDPゴシック" panose="020B0400000000000000" pitchFamily="50" charset="-128"/>
                <a:ea typeface="BIZ UDPゴシック" panose="020B0400000000000000" pitchFamily="50" charset="-128"/>
              </a:rPr>
              <a:t>SOURCE</a:t>
            </a:r>
            <a:r>
              <a:rPr lang="ja-JP" altLang="en-US" kern="0">
                <a:latin typeface="BIZ UDPゴシック" panose="020B0400000000000000" pitchFamily="50" charset="-128"/>
                <a:ea typeface="BIZ UDPゴシック" panose="020B0400000000000000" pitchFamily="50" charset="-128"/>
              </a:rPr>
              <a:t>となる</a:t>
            </a:r>
            <a:r>
              <a:rPr lang="en-US" altLang="ja-JP" kern="0">
                <a:latin typeface="BIZ UDPゴシック" panose="020B0400000000000000" pitchFamily="50" charset="-128"/>
                <a:ea typeface="BIZ UDPゴシック" panose="020B0400000000000000" pitchFamily="50" charset="-128"/>
              </a:rPr>
              <a:t>pptx</a:t>
            </a:r>
            <a:r>
              <a:rPr lang="ja-JP" altLang="en-US" kern="0">
                <a:latin typeface="BIZ UDPゴシック" panose="020B0400000000000000" pitchFamily="50" charset="-128"/>
                <a:ea typeface="BIZ UDPゴシック" panose="020B0400000000000000" pitchFamily="50" charset="-128"/>
              </a:rPr>
              <a:t>ファイルを用意し、</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変換オプションを指定するパラメータファイルを書いて、</a:t>
            </a:r>
            <a:endParaRPr lang="en-US" altLang="ja-JP" kern="0">
              <a:latin typeface="BIZ UDPゴシック" panose="020B0400000000000000" pitchFamily="50" charset="-128"/>
              <a:ea typeface="BIZ UDPゴシック" panose="020B0400000000000000" pitchFamily="50" charset="-128"/>
            </a:endParaRPr>
          </a:p>
          <a:p>
            <a:pPr eaLnBrk="1"/>
            <a:r>
              <a:rPr lang="en-US" altLang="ja-JP" kern="0">
                <a:latin typeface="BIZ UDPゴシック" panose="020B0400000000000000" pitchFamily="50" charset="-128"/>
                <a:ea typeface="BIZ UDPゴシック" panose="020B0400000000000000" pitchFamily="50" charset="-128"/>
              </a:rPr>
              <a:t>2</a:t>
            </a:r>
            <a:r>
              <a:rPr lang="ja-JP" altLang="en-US" kern="0">
                <a:latin typeface="BIZ UDPゴシック" panose="020B0400000000000000" pitchFamily="50" charset="-128"/>
                <a:ea typeface="BIZ UDPゴシック" panose="020B0400000000000000" pitchFamily="50" charset="-128"/>
              </a:rPr>
              <a:t>つのスクリプトを動かします。</a:t>
            </a:r>
            <a:endParaRPr lang="ja-JP" altLang="en-US" kern="0" dirty="0">
              <a:latin typeface="BIZ UDPゴシック" panose="020B0400000000000000" pitchFamily="50" charset="-128"/>
              <a:ea typeface="BIZ UDPゴシック" panose="020B0400000000000000" pitchFamily="50" charset="-128"/>
            </a:endParaRPr>
          </a:p>
        </p:txBody>
      </p:sp>
      <p:pic>
        <p:nvPicPr>
          <p:cNvPr id="5" name="図 4" descr="アイコン&#10;&#10;中程度の精度で自動的に生成された説明">
            <a:extLst>
              <a:ext uri="{FF2B5EF4-FFF2-40B4-BE49-F238E27FC236}">
                <a16:creationId xmlns:a16="http://schemas.microsoft.com/office/drawing/2014/main" id="{CF5C6D40-FAFC-E1C6-BEB0-025FE064E1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17273" y="3902851"/>
            <a:ext cx="546761" cy="546761"/>
          </a:xfrm>
          <a:prstGeom prst="rect">
            <a:avLst/>
          </a:prstGeom>
        </p:spPr>
      </p:pic>
      <p:pic>
        <p:nvPicPr>
          <p:cNvPr id="6" name="図 5" descr="アイコン&#10;&#10;自動的に生成された説明">
            <a:extLst>
              <a:ext uri="{FF2B5EF4-FFF2-40B4-BE49-F238E27FC236}">
                <a16:creationId xmlns:a16="http://schemas.microsoft.com/office/drawing/2014/main" id="{D3D826EE-67CB-F5B8-6B8D-BAB5835E58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01724" y="2262156"/>
            <a:ext cx="546760" cy="524073"/>
          </a:xfrm>
          <a:prstGeom prst="rect">
            <a:avLst/>
          </a:prstGeom>
        </p:spPr>
      </p:pic>
      <p:sp>
        <p:nvSpPr>
          <p:cNvPr id="9" name="テキスト ボックス 8">
            <a:extLst>
              <a:ext uri="{FF2B5EF4-FFF2-40B4-BE49-F238E27FC236}">
                <a16:creationId xmlns:a16="http://schemas.microsoft.com/office/drawing/2014/main" id="{A01D0237-0921-85F8-1388-436A6986B126}"/>
              </a:ext>
            </a:extLst>
          </p:cNvPr>
          <p:cNvSpPr txBox="1"/>
          <p:nvPr/>
        </p:nvSpPr>
        <p:spPr bwMode="auto">
          <a:xfrm>
            <a:off x="1150660" y="2343918"/>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400">
                <a:latin typeface="BIZ UDPゴシック" panose="020B0400000000000000" pitchFamily="50" charset="-128"/>
                <a:ea typeface="BIZ UDPゴシック" panose="020B0400000000000000" pitchFamily="50" charset="-128"/>
              </a:rPr>
              <a:t>A_source.pptx</a:t>
            </a:r>
            <a:endParaRPr lang="ja-JP" altLang="en-US" sz="1400" dirty="0">
              <a:latin typeface="BIZ UDPゴシック" panose="020B0400000000000000" pitchFamily="50" charset="-128"/>
              <a:ea typeface="BIZ UDPゴシック" panose="020B0400000000000000" pitchFamily="50" charset="-128"/>
            </a:endParaRPr>
          </a:p>
        </p:txBody>
      </p:sp>
      <p:sp>
        <p:nvSpPr>
          <p:cNvPr id="12" name="テキスト ボックス 11">
            <a:extLst>
              <a:ext uri="{FF2B5EF4-FFF2-40B4-BE49-F238E27FC236}">
                <a16:creationId xmlns:a16="http://schemas.microsoft.com/office/drawing/2014/main" id="{36E40776-8C60-D3D7-1D77-9B23A7B7C2D5}"/>
              </a:ext>
            </a:extLst>
          </p:cNvPr>
          <p:cNvSpPr txBox="1"/>
          <p:nvPr/>
        </p:nvSpPr>
        <p:spPr bwMode="auto">
          <a:xfrm>
            <a:off x="2873866" y="3885293"/>
            <a:ext cx="1814088" cy="3988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600">
                <a:latin typeface="BIZ UDPゴシック" panose="020B0400000000000000" pitchFamily="50" charset="-128"/>
                <a:ea typeface="BIZ UDPゴシック" panose="020B0400000000000000" pitchFamily="50" charset="-128"/>
              </a:rPr>
              <a:t>A_index.json</a:t>
            </a:r>
            <a:endParaRPr lang="ja-JP" altLang="en-US" sz="1600" dirty="0">
              <a:latin typeface="BIZ UDPゴシック" panose="020B0400000000000000" pitchFamily="50" charset="-128"/>
              <a:ea typeface="BIZ UDPゴシック" panose="020B0400000000000000" pitchFamily="50" charset="-128"/>
            </a:endParaRPr>
          </a:p>
        </p:txBody>
      </p:sp>
      <p:sp>
        <p:nvSpPr>
          <p:cNvPr id="14" name="四角形: 角を丸くする 13">
            <a:extLst>
              <a:ext uri="{FF2B5EF4-FFF2-40B4-BE49-F238E27FC236}">
                <a16:creationId xmlns:a16="http://schemas.microsoft.com/office/drawing/2014/main" id="{D89B8A3D-9D61-56E4-EB54-2F31D4E3C9FF}"/>
              </a:ext>
            </a:extLst>
          </p:cNvPr>
          <p:cNvSpPr/>
          <p:nvPr/>
        </p:nvSpPr>
        <p:spPr bwMode="auto">
          <a:xfrm>
            <a:off x="3630038" y="3091686"/>
            <a:ext cx="2729840" cy="402268"/>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PpIndexCollector.py</a:t>
            </a:r>
            <a:endParaRPr kumimoji="1" lang="ja-JP" altLang="en-US" sz="16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pic>
        <p:nvPicPr>
          <p:cNvPr id="19" name="図 18" descr="アイコン&#10;&#10;自動的に生成された説明">
            <a:extLst>
              <a:ext uri="{FF2B5EF4-FFF2-40B4-BE49-F238E27FC236}">
                <a16:creationId xmlns:a16="http://schemas.microsoft.com/office/drawing/2014/main" id="{9E5DB29C-8456-7D41-1145-90CA32AF5AF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77264" y="5144014"/>
            <a:ext cx="546760" cy="524073"/>
          </a:xfrm>
          <a:prstGeom prst="rect">
            <a:avLst/>
          </a:prstGeom>
        </p:spPr>
      </p:pic>
      <p:sp>
        <p:nvSpPr>
          <p:cNvPr id="20" name="テキスト ボックス 19">
            <a:extLst>
              <a:ext uri="{FF2B5EF4-FFF2-40B4-BE49-F238E27FC236}">
                <a16:creationId xmlns:a16="http://schemas.microsoft.com/office/drawing/2014/main" id="{E41D8BD5-68C1-FD1D-1172-12AAB669F85F}"/>
              </a:ext>
            </a:extLst>
          </p:cNvPr>
          <p:cNvSpPr txBox="1"/>
          <p:nvPr/>
        </p:nvSpPr>
        <p:spPr bwMode="auto">
          <a:xfrm>
            <a:off x="4717273" y="5225776"/>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r"/>
            <a:r>
              <a:rPr lang="en-US" altLang="ja-JP" sz="1400">
                <a:latin typeface="BIZ UDPゴシック" panose="020B0400000000000000" pitchFamily="50" charset="-128"/>
                <a:ea typeface="BIZ UDPゴシック" panose="020B0400000000000000" pitchFamily="50" charset="-128"/>
              </a:rPr>
              <a:t>A.pptx</a:t>
            </a:r>
            <a:endParaRPr lang="ja-JP" altLang="en-US" sz="1400" dirty="0">
              <a:latin typeface="BIZ UDPゴシック" panose="020B0400000000000000" pitchFamily="50" charset="-128"/>
              <a:ea typeface="BIZ UDPゴシック" panose="020B0400000000000000" pitchFamily="50" charset="-128"/>
            </a:endParaRPr>
          </a:p>
        </p:txBody>
      </p:sp>
      <p:cxnSp>
        <p:nvCxnSpPr>
          <p:cNvPr id="22" name="コネクタ: カギ線 21">
            <a:extLst>
              <a:ext uri="{FF2B5EF4-FFF2-40B4-BE49-F238E27FC236}">
                <a16:creationId xmlns:a16="http://schemas.microsoft.com/office/drawing/2014/main" id="{756F9B52-84C5-F791-538C-791601225409}"/>
              </a:ext>
            </a:extLst>
          </p:cNvPr>
          <p:cNvCxnSpPr>
            <a:stCxn id="6" idx="3"/>
            <a:endCxn id="14" idx="0"/>
          </p:cNvCxnSpPr>
          <p:nvPr/>
        </p:nvCxnSpPr>
        <p:spPr bwMode="auto">
          <a:xfrm>
            <a:off x="3648484" y="2524193"/>
            <a:ext cx="1346474" cy="567493"/>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24" name="コネクタ: カギ線 23">
            <a:extLst>
              <a:ext uri="{FF2B5EF4-FFF2-40B4-BE49-F238E27FC236}">
                <a16:creationId xmlns:a16="http://schemas.microsoft.com/office/drawing/2014/main" id="{EADC96A9-C6B5-2A0B-A7D4-358E4AFB45A7}"/>
              </a:ext>
            </a:extLst>
          </p:cNvPr>
          <p:cNvCxnSpPr>
            <a:stCxn id="6" idx="3"/>
            <a:endCxn id="28" idx="0"/>
          </p:cNvCxnSpPr>
          <p:nvPr/>
        </p:nvCxnSpPr>
        <p:spPr bwMode="auto">
          <a:xfrm>
            <a:off x="3648484" y="2524193"/>
            <a:ext cx="3202160" cy="1961980"/>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28" name="四角形: 角を丸くする 27">
            <a:extLst>
              <a:ext uri="{FF2B5EF4-FFF2-40B4-BE49-F238E27FC236}">
                <a16:creationId xmlns:a16="http://schemas.microsoft.com/office/drawing/2014/main" id="{C1833FFD-6B9E-5CB5-36C0-660133965130}"/>
              </a:ext>
            </a:extLst>
          </p:cNvPr>
          <p:cNvSpPr/>
          <p:nvPr/>
        </p:nvSpPr>
        <p:spPr bwMode="auto">
          <a:xfrm>
            <a:off x="5609807" y="4486173"/>
            <a:ext cx="2481673" cy="402268"/>
          </a:xfrm>
          <a:prstGeom prst="round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altLang="ja-JP" sz="1600">
                <a:latin typeface="BIZ UDPゴシック" panose="020B0400000000000000" pitchFamily="50" charset="-128"/>
                <a:ea typeface="BIZ UDPゴシック" panose="020B0400000000000000" pitchFamily="50" charset="-128"/>
              </a:rPr>
              <a:t>PpIndexLabeler.py</a:t>
            </a:r>
            <a:endParaRPr kumimoji="1" lang="ja-JP" altLang="en-US" sz="16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cxnSp>
        <p:nvCxnSpPr>
          <p:cNvPr id="45" name="直線矢印コネクタ 44">
            <a:extLst>
              <a:ext uri="{FF2B5EF4-FFF2-40B4-BE49-F238E27FC236}">
                <a16:creationId xmlns:a16="http://schemas.microsoft.com/office/drawing/2014/main" id="{A25FBC7A-3747-0B44-9257-2208AD79AD44}"/>
              </a:ext>
            </a:extLst>
          </p:cNvPr>
          <p:cNvCxnSpPr>
            <a:stCxn id="28" idx="2"/>
            <a:endCxn id="19" idx="0"/>
          </p:cNvCxnSpPr>
          <p:nvPr/>
        </p:nvCxnSpPr>
        <p:spPr bwMode="auto">
          <a:xfrm>
            <a:off x="6850644" y="4888441"/>
            <a:ext cx="0" cy="255573"/>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6" name="直線矢印コネクタ 45">
            <a:extLst>
              <a:ext uri="{FF2B5EF4-FFF2-40B4-BE49-F238E27FC236}">
                <a16:creationId xmlns:a16="http://schemas.microsoft.com/office/drawing/2014/main" id="{EEB751C5-C28D-7600-842E-4D0F2B4C9B76}"/>
              </a:ext>
            </a:extLst>
          </p:cNvPr>
          <p:cNvCxnSpPr>
            <a:stCxn id="14" idx="2"/>
            <a:endCxn id="5" idx="0"/>
          </p:cNvCxnSpPr>
          <p:nvPr/>
        </p:nvCxnSpPr>
        <p:spPr bwMode="auto">
          <a:xfrm flipH="1">
            <a:off x="4990654" y="3493954"/>
            <a:ext cx="4304" cy="408897"/>
          </a:xfrm>
          <a:prstGeom prst="straightConnector1">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cxnSp>
        <p:nvCxnSpPr>
          <p:cNvPr id="49" name="コネクタ: カギ線 48">
            <a:extLst>
              <a:ext uri="{FF2B5EF4-FFF2-40B4-BE49-F238E27FC236}">
                <a16:creationId xmlns:a16="http://schemas.microsoft.com/office/drawing/2014/main" id="{649E98A4-A8F9-060D-2A89-9C07E7C4F9EB}"/>
              </a:ext>
            </a:extLst>
          </p:cNvPr>
          <p:cNvCxnSpPr>
            <a:stCxn id="5" idx="3"/>
            <a:endCxn id="53" idx="0"/>
          </p:cNvCxnSpPr>
          <p:nvPr/>
        </p:nvCxnSpPr>
        <p:spPr bwMode="auto">
          <a:xfrm>
            <a:off x="5264034" y="4176232"/>
            <a:ext cx="1173673" cy="318562"/>
          </a:xfrm>
          <a:prstGeom prst="bentConnector2">
            <a:avLst/>
          </a:prstGeom>
          <a:solidFill>
            <a:srgbClr val="CCFFFF"/>
          </a:solidFill>
          <a:ln w="28575" cap="flat" cmpd="sng" algn="ctr">
            <a:solidFill>
              <a:schemeClr val="tx1">
                <a:lumMod val="75000"/>
                <a:lumOff val="25000"/>
              </a:schemeClr>
            </a:solidFill>
            <a:prstDash val="solid"/>
            <a:round/>
            <a:headEnd type="none" w="med" len="med"/>
            <a:tailEnd type="triangle"/>
          </a:ln>
          <a:effectLst/>
        </p:spPr>
      </p:cxnSp>
      <p:sp>
        <p:nvSpPr>
          <p:cNvPr id="53" name="正方形/長方形 52">
            <a:extLst>
              <a:ext uri="{FF2B5EF4-FFF2-40B4-BE49-F238E27FC236}">
                <a16:creationId xmlns:a16="http://schemas.microsoft.com/office/drawing/2014/main" id="{1E022128-82BF-ADD5-CC89-CE17CBF98E43}"/>
              </a:ext>
            </a:extLst>
          </p:cNvPr>
          <p:cNvSpPr/>
          <p:nvPr/>
        </p:nvSpPr>
        <p:spPr bwMode="auto">
          <a:xfrm>
            <a:off x="6221683" y="4494794"/>
            <a:ext cx="432048" cy="193992"/>
          </a:xfrm>
          <a:prstGeom prst="rect">
            <a:avLst/>
          </a:prstGeom>
          <a:solidFill>
            <a:schemeClr val="bg1">
              <a:alpha val="0"/>
            </a:schemeClr>
          </a:solidFill>
          <a:ln w="12700" cap="flat" cmpd="sng" algn="ctr">
            <a:no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algn="ctr" defTabSz="914477" eaLnBrk="1" hangingPunct="1"/>
            <a:endParaRPr kumimoji="1" lang="ja-JP" altLang="en-US">
              <a:latin typeface="BIZ UDPゴシック" panose="020B0400000000000000" pitchFamily="50" charset="-128"/>
              <a:ea typeface="BIZ UDPゴシック" panose="020B0400000000000000" pitchFamily="50" charset="-128"/>
            </a:endParaRPr>
          </a:p>
        </p:txBody>
      </p:sp>
      <p:sp>
        <p:nvSpPr>
          <p:cNvPr id="56" name="テキスト ボックス 55">
            <a:extLst>
              <a:ext uri="{FF2B5EF4-FFF2-40B4-BE49-F238E27FC236}">
                <a16:creationId xmlns:a16="http://schemas.microsoft.com/office/drawing/2014/main" id="{B8779F39-7BF1-1990-82AD-B2AB5758F7A0}"/>
              </a:ext>
            </a:extLst>
          </p:cNvPr>
          <p:cNvSpPr txBox="1"/>
          <p:nvPr/>
        </p:nvSpPr>
        <p:spPr bwMode="auto">
          <a:xfrm>
            <a:off x="7025067" y="3968989"/>
            <a:ext cx="108890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python </a:t>
            </a:r>
          </a:p>
          <a:p>
            <a:pPr algn="l" eaLnBrk="1"/>
            <a:r>
              <a:rPr kumimoji="1" lang="ja-JP" altLang="en-US" sz="1400" kern="0">
                <a:latin typeface="BIZ UDPゴシック" panose="020B0400000000000000" pitchFamily="50" charset="-128"/>
                <a:ea typeface="BIZ UDPゴシック" panose="020B0400000000000000" pitchFamily="50" charset="-128"/>
              </a:rPr>
              <a:t>スクリプト</a:t>
            </a:r>
          </a:p>
        </p:txBody>
      </p:sp>
      <p:sp>
        <p:nvSpPr>
          <p:cNvPr id="57" name="テキスト ボックス 56">
            <a:extLst>
              <a:ext uri="{FF2B5EF4-FFF2-40B4-BE49-F238E27FC236}">
                <a16:creationId xmlns:a16="http://schemas.microsoft.com/office/drawing/2014/main" id="{A3E34712-BEF4-C5DD-9050-E1EA6A6C5204}"/>
              </a:ext>
            </a:extLst>
          </p:cNvPr>
          <p:cNvSpPr txBox="1"/>
          <p:nvPr/>
        </p:nvSpPr>
        <p:spPr bwMode="auto">
          <a:xfrm>
            <a:off x="5214981" y="2609752"/>
            <a:ext cx="1088902"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sz="1400" kern="0">
                <a:latin typeface="BIZ UDPゴシック" panose="020B0400000000000000" pitchFamily="50" charset="-128"/>
                <a:ea typeface="BIZ UDPゴシック" panose="020B0400000000000000" pitchFamily="50" charset="-128"/>
              </a:rPr>
              <a:t>python </a:t>
            </a:r>
          </a:p>
          <a:p>
            <a:pPr algn="l" eaLnBrk="1"/>
            <a:r>
              <a:rPr kumimoji="1" lang="ja-JP" altLang="en-US" sz="1400" kern="0">
                <a:latin typeface="BIZ UDPゴシック" panose="020B0400000000000000" pitchFamily="50" charset="-128"/>
                <a:ea typeface="BIZ UDPゴシック" panose="020B0400000000000000" pitchFamily="50" charset="-128"/>
              </a:rPr>
              <a:t>スクリプト</a:t>
            </a:r>
          </a:p>
        </p:txBody>
      </p:sp>
      <p:pic>
        <p:nvPicPr>
          <p:cNvPr id="61" name="図 60" descr="アイコン&#10;&#10;中程度の精度で自動的に生成された説明">
            <a:extLst>
              <a:ext uri="{FF2B5EF4-FFF2-40B4-BE49-F238E27FC236}">
                <a16:creationId xmlns:a16="http://schemas.microsoft.com/office/drawing/2014/main" id="{5E8588A0-BE4D-C4D9-C852-71EC169C0F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5404" y="4621337"/>
            <a:ext cx="546761" cy="546761"/>
          </a:xfrm>
          <a:prstGeom prst="rect">
            <a:avLst/>
          </a:prstGeom>
        </p:spPr>
      </p:pic>
      <p:sp>
        <p:nvSpPr>
          <p:cNvPr id="64" name="テキスト ボックス 63">
            <a:extLst>
              <a:ext uri="{FF2B5EF4-FFF2-40B4-BE49-F238E27FC236}">
                <a16:creationId xmlns:a16="http://schemas.microsoft.com/office/drawing/2014/main" id="{99344518-F484-B24D-94BE-2BCC83F23984}"/>
              </a:ext>
            </a:extLst>
          </p:cNvPr>
          <p:cNvSpPr txBox="1"/>
          <p:nvPr/>
        </p:nvSpPr>
        <p:spPr bwMode="auto">
          <a:xfrm>
            <a:off x="1140620" y="5168098"/>
            <a:ext cx="316389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ctr">
              <a:lnSpc>
                <a:spcPct val="100000"/>
              </a:lnSpc>
            </a:pPr>
            <a:r>
              <a:rPr lang="en-US" altLang="ja-JP" sz="1800" b="1">
                <a:latin typeface="BIZ UDPゴシック" panose="020B0400000000000000" pitchFamily="50" charset="-128"/>
                <a:ea typeface="BIZ UDPゴシック" panose="020B0400000000000000" pitchFamily="50" charset="-128"/>
              </a:rPr>
              <a:t>Parameter.yaml</a:t>
            </a:r>
            <a:endParaRPr lang="en-US" altLang="ja-JP" sz="1400" b="1">
              <a:latin typeface="BIZ UDPゴシック" panose="020B0400000000000000" pitchFamily="50" charset="-128"/>
              <a:ea typeface="BIZ UDPゴシック" panose="020B0400000000000000" pitchFamily="50" charset="-128"/>
            </a:endParaRPr>
          </a:p>
          <a:p>
            <a:pPr algn="ctr">
              <a:lnSpc>
                <a:spcPct val="100000"/>
              </a:lnSpc>
            </a:pPr>
            <a:r>
              <a:rPr lang="en-US" altLang="ja-JP" sz="1400">
                <a:latin typeface="BIZ UDPゴシック" panose="020B0400000000000000" pitchFamily="50" charset="-128"/>
                <a:ea typeface="BIZ UDPゴシック" panose="020B0400000000000000" pitchFamily="50" charset="-128"/>
              </a:rPr>
              <a:t>YAML</a:t>
            </a:r>
            <a:r>
              <a:rPr lang="ja-JP" altLang="en-US" sz="1400">
                <a:latin typeface="BIZ UDPゴシック" panose="020B0400000000000000" pitchFamily="50" charset="-128"/>
                <a:ea typeface="BIZ UDPゴシック" panose="020B0400000000000000" pitchFamily="50" charset="-128"/>
              </a:rPr>
              <a:t>形式のパラメータファイルで、</a:t>
            </a:r>
            <a:endParaRPr lang="en-US" altLang="ja-JP" sz="1400">
              <a:latin typeface="BIZ UDPゴシック" panose="020B0400000000000000" pitchFamily="50" charset="-128"/>
              <a:ea typeface="BIZ UDPゴシック" panose="020B0400000000000000" pitchFamily="50" charset="-128"/>
            </a:endParaRPr>
          </a:p>
          <a:p>
            <a:pPr algn="ctr">
              <a:lnSpc>
                <a:spcPct val="100000"/>
              </a:lnSpc>
            </a:pPr>
            <a:r>
              <a:rPr lang="ja-JP" altLang="en-US" sz="1400">
                <a:latin typeface="BIZ UDPゴシック" panose="020B0400000000000000" pitchFamily="50" charset="-128"/>
                <a:ea typeface="BIZ UDPゴシック" panose="020B0400000000000000" pitchFamily="50" charset="-128"/>
              </a:rPr>
              <a:t>ソース、インデックス、最終成果物の</a:t>
            </a:r>
            <a:endParaRPr lang="en-US" altLang="ja-JP" sz="1400">
              <a:latin typeface="BIZ UDPゴシック" panose="020B0400000000000000" pitchFamily="50" charset="-128"/>
              <a:ea typeface="BIZ UDPゴシック" panose="020B0400000000000000" pitchFamily="50" charset="-128"/>
            </a:endParaRPr>
          </a:p>
          <a:p>
            <a:pPr algn="ctr">
              <a:lnSpc>
                <a:spcPct val="100000"/>
              </a:lnSpc>
            </a:pPr>
            <a:r>
              <a:rPr lang="ja-JP" altLang="en-US" sz="1400">
                <a:latin typeface="BIZ UDPゴシック" panose="020B0400000000000000" pitchFamily="50" charset="-128"/>
                <a:ea typeface="BIZ UDPゴシック" panose="020B0400000000000000" pitchFamily="50" charset="-128"/>
              </a:rPr>
              <a:t>関係を指定します</a:t>
            </a:r>
            <a:endParaRPr lang="en-US" altLang="ja-JP" sz="1400">
              <a:latin typeface="BIZ UDPゴシック" panose="020B0400000000000000" pitchFamily="50" charset="-128"/>
              <a:ea typeface="BIZ UDPゴシック" panose="020B0400000000000000" pitchFamily="50" charset="-128"/>
            </a:endParaRPr>
          </a:p>
        </p:txBody>
      </p:sp>
      <p:sp>
        <p:nvSpPr>
          <p:cNvPr id="65" name="右中かっこ 64">
            <a:extLst>
              <a:ext uri="{FF2B5EF4-FFF2-40B4-BE49-F238E27FC236}">
                <a16:creationId xmlns:a16="http://schemas.microsoft.com/office/drawing/2014/main" id="{F82B417F-6642-A698-E27D-45414238A211}"/>
              </a:ext>
            </a:extLst>
          </p:cNvPr>
          <p:cNvSpPr/>
          <p:nvPr/>
        </p:nvSpPr>
        <p:spPr bwMode="auto">
          <a:xfrm rot="7600719">
            <a:off x="3150209" y="1645496"/>
            <a:ext cx="589418" cy="5904241"/>
          </a:xfrm>
          <a:prstGeom prst="rightBrace">
            <a:avLst>
              <a:gd name="adj1" fmla="val 74577"/>
              <a:gd name="adj2" fmla="val 58388"/>
            </a:avLst>
          </a:prstGeom>
          <a:noFill/>
          <a:ln w="28575" cap="flat" cmpd="sng" algn="ctr">
            <a:solidFill>
              <a:schemeClr val="tx1">
                <a:lumMod val="75000"/>
                <a:lumOff val="25000"/>
              </a:schemeClr>
            </a:solidFill>
            <a:prstDash val="solid"/>
            <a:round/>
            <a:headEnd type="none" w="med" len="med"/>
            <a:tailEnd type="none" w="med" len="med"/>
          </a:ln>
          <a:effectLst/>
        </p:spPr>
        <p:txBody>
          <a:bodyPr rtlCol="0" anchor="ctr"/>
          <a:lstStyle/>
          <a:p>
            <a:pPr algn="ctr"/>
            <a:endParaRPr kumimoji="1" lang="ja-JP" altLang="en-US"/>
          </a:p>
        </p:txBody>
      </p:sp>
      <p:sp>
        <p:nvSpPr>
          <p:cNvPr id="71" name="テキスト ボックス 70">
            <a:extLst>
              <a:ext uri="{FF2B5EF4-FFF2-40B4-BE49-F238E27FC236}">
                <a16:creationId xmlns:a16="http://schemas.microsoft.com/office/drawing/2014/main" id="{1FB58911-E230-AC2F-9515-F7AA73A96987}"/>
              </a:ext>
            </a:extLst>
          </p:cNvPr>
          <p:cNvSpPr txBox="1"/>
          <p:nvPr/>
        </p:nvSpPr>
        <p:spPr bwMode="auto">
          <a:xfrm>
            <a:off x="5136503" y="5479739"/>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ctr"/>
            <a:r>
              <a:rPr lang="ja-JP" altLang="en-US" sz="1400" b="1">
                <a:solidFill>
                  <a:srgbClr val="FF0000"/>
                </a:solidFill>
                <a:latin typeface="BIZ UDPゴシック" panose="020B0400000000000000" pitchFamily="50" charset="-128"/>
                <a:ea typeface="BIZ UDPゴシック" panose="020B0400000000000000" pitchFamily="50" charset="-128"/>
              </a:rPr>
              <a:t>最終成果物</a:t>
            </a:r>
            <a:endParaRPr lang="ja-JP" altLang="en-US" sz="1400" b="1" dirty="0">
              <a:solidFill>
                <a:srgbClr val="FF0000"/>
              </a:solidFill>
              <a:latin typeface="BIZ UDPゴシック" panose="020B0400000000000000" pitchFamily="50" charset="-128"/>
              <a:ea typeface="BIZ UDPゴシック" panose="020B0400000000000000" pitchFamily="50" charset="-128"/>
            </a:endParaRPr>
          </a:p>
        </p:txBody>
      </p:sp>
      <p:sp>
        <p:nvSpPr>
          <p:cNvPr id="73" name="テキスト ボックス 72">
            <a:extLst>
              <a:ext uri="{FF2B5EF4-FFF2-40B4-BE49-F238E27FC236}">
                <a16:creationId xmlns:a16="http://schemas.microsoft.com/office/drawing/2014/main" id="{8AF742A1-E315-8D18-FCC9-87F5885542B1}"/>
              </a:ext>
            </a:extLst>
          </p:cNvPr>
          <p:cNvSpPr txBox="1"/>
          <p:nvPr/>
        </p:nvSpPr>
        <p:spPr bwMode="auto">
          <a:xfrm>
            <a:off x="3076444" y="4204905"/>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ctr"/>
            <a:r>
              <a:rPr lang="ja-JP" altLang="en-US" sz="1400" b="1">
                <a:solidFill>
                  <a:srgbClr val="FF0000"/>
                </a:solidFill>
                <a:latin typeface="BIZ UDPゴシック" panose="020B0400000000000000" pitchFamily="50" charset="-128"/>
                <a:ea typeface="BIZ UDPゴシック" panose="020B0400000000000000" pitchFamily="50" charset="-128"/>
              </a:rPr>
              <a:t>インデックス</a:t>
            </a:r>
            <a:endParaRPr lang="ja-JP" altLang="en-US" sz="1400" b="1" dirty="0">
              <a:solidFill>
                <a:srgbClr val="FF0000"/>
              </a:solidFill>
              <a:latin typeface="BIZ UDPゴシック" panose="020B0400000000000000" pitchFamily="50" charset="-128"/>
              <a:ea typeface="BIZ UDPゴシック" panose="020B0400000000000000" pitchFamily="50" charset="-128"/>
            </a:endParaRPr>
          </a:p>
        </p:txBody>
      </p:sp>
      <p:sp>
        <p:nvSpPr>
          <p:cNvPr id="74" name="テキスト ボックス 73">
            <a:extLst>
              <a:ext uri="{FF2B5EF4-FFF2-40B4-BE49-F238E27FC236}">
                <a16:creationId xmlns:a16="http://schemas.microsoft.com/office/drawing/2014/main" id="{CA1E5050-CA7F-4CBB-F857-0445299884B4}"/>
              </a:ext>
            </a:extLst>
          </p:cNvPr>
          <p:cNvSpPr txBox="1"/>
          <p:nvPr/>
        </p:nvSpPr>
        <p:spPr bwMode="auto">
          <a:xfrm>
            <a:off x="1370683" y="2605213"/>
            <a:ext cx="1785933" cy="360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gn="ctr"/>
            <a:r>
              <a:rPr lang="ja-JP" altLang="en-US" sz="1400" b="1">
                <a:solidFill>
                  <a:srgbClr val="FF0000"/>
                </a:solidFill>
                <a:latin typeface="BIZ UDPゴシック" panose="020B0400000000000000" pitchFamily="50" charset="-128"/>
                <a:ea typeface="BIZ UDPゴシック" panose="020B0400000000000000" pitchFamily="50" charset="-128"/>
              </a:rPr>
              <a:t>ソース</a:t>
            </a:r>
            <a:endParaRPr lang="ja-JP" altLang="en-US" sz="1400" b="1" dirty="0">
              <a:solidFill>
                <a:srgbClr val="FF0000"/>
              </a:solidFill>
              <a:latin typeface="BIZ UDPゴシック" panose="020B0400000000000000" pitchFamily="50" charset="-128"/>
              <a:ea typeface="BIZ UDPゴシック" panose="020B0400000000000000" pitchFamily="50" charset="-128"/>
            </a:endParaRPr>
          </a:p>
        </p:txBody>
      </p:sp>
      <p:sp>
        <p:nvSpPr>
          <p:cNvPr id="75" name="テキスト ボックス 74">
            <a:extLst>
              <a:ext uri="{FF2B5EF4-FFF2-40B4-BE49-F238E27FC236}">
                <a16:creationId xmlns:a16="http://schemas.microsoft.com/office/drawing/2014/main" id="{E1A60280-22E5-4E30-9AB6-FDB3335680F4}"/>
              </a:ext>
            </a:extLst>
          </p:cNvPr>
          <p:cNvSpPr txBox="1"/>
          <p:nvPr/>
        </p:nvSpPr>
        <p:spPr bwMode="auto">
          <a:xfrm>
            <a:off x="8256240" y="5176162"/>
            <a:ext cx="3209964"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lnSpc>
                <a:spcPct val="150000"/>
              </a:lnSpc>
              <a:defRPr sz="1200" b="0" kern="0">
                <a:latin typeface="FOT-UD丸ゴ_ラージ Pr6 M" panose="02020400000000000000" pitchFamily="18" charset="-128"/>
                <a:ea typeface="FOT-UD丸ゴ_ラージ Pr6 M" panose="02020400000000000000" pitchFamily="18" charset="-128"/>
              </a:defRPr>
            </a:lvl1pPr>
          </a:lstStyle>
          <a:p>
            <a:pPr>
              <a:lnSpc>
                <a:spcPct val="100000"/>
              </a:lnSpc>
            </a:pPr>
            <a:r>
              <a:rPr lang="ja-JP" altLang="en-US" b="1">
                <a:latin typeface="BIZ UDPゴシック" panose="020B0400000000000000" pitchFamily="50" charset="-128"/>
                <a:ea typeface="BIZ UDPゴシック" panose="020B0400000000000000" pitchFamily="50" charset="-128"/>
              </a:rPr>
              <a:t>インデックスファイルは通常見る必要はありません。これはソース内の </a:t>
            </a:r>
            <a:r>
              <a:rPr lang="en-US" altLang="ja-JP" b="1">
                <a:latin typeface="BIZ UDPゴシック" panose="020B0400000000000000" pitchFamily="50" charset="-128"/>
                <a:ea typeface="BIZ UDPゴシック" panose="020B0400000000000000" pitchFamily="50" charset="-128"/>
              </a:rPr>
              <a:t>DT </a:t>
            </a:r>
            <a:r>
              <a:rPr lang="ja-JP" altLang="en-US" b="1">
                <a:latin typeface="BIZ UDPゴシック" panose="020B0400000000000000" pitchFamily="50" charset="-128"/>
                <a:ea typeface="BIZ UDPゴシック" panose="020B0400000000000000" pitchFamily="50" charset="-128"/>
              </a:rPr>
              <a:t>タグ解析結果を記録したファイルです。　複数の</a:t>
            </a:r>
            <a:r>
              <a:rPr lang="en-US" altLang="ja-JP" b="1">
                <a:latin typeface="BIZ UDPゴシック" panose="020B0400000000000000" pitchFamily="50" charset="-128"/>
                <a:ea typeface="BIZ UDPゴシック" panose="020B0400000000000000" pitchFamily="50" charset="-128"/>
              </a:rPr>
              <a:t>pptx</a:t>
            </a:r>
            <a:r>
              <a:rPr lang="ja-JP" altLang="en-US" b="1">
                <a:latin typeface="BIZ UDPゴシック" panose="020B0400000000000000" pitchFamily="50" charset="-128"/>
                <a:ea typeface="BIZ UDPゴシック" panose="020B0400000000000000" pitchFamily="50" charset="-128"/>
              </a:rPr>
              <a:t>の相互参照を処理するにはインデックス生成</a:t>
            </a:r>
            <a:r>
              <a:rPr lang="en-US" altLang="ja-JP" b="1">
                <a:latin typeface="BIZ UDPゴシック" panose="020B0400000000000000" pitchFamily="50" charset="-128"/>
                <a:ea typeface="BIZ UDPゴシック" panose="020B0400000000000000" pitchFamily="50" charset="-128"/>
              </a:rPr>
              <a:t>(Collector)</a:t>
            </a:r>
            <a:r>
              <a:rPr lang="ja-JP" altLang="en-US" b="1">
                <a:latin typeface="BIZ UDPゴシック" panose="020B0400000000000000" pitchFamily="50" charset="-128"/>
                <a:ea typeface="BIZ UDPゴシック" panose="020B0400000000000000" pitchFamily="50" charset="-128"/>
              </a:rPr>
              <a:t>と変換</a:t>
            </a:r>
            <a:r>
              <a:rPr lang="en-US" altLang="ja-JP" b="1">
                <a:latin typeface="BIZ UDPゴシック" panose="020B0400000000000000" pitchFamily="50" charset="-128"/>
                <a:ea typeface="BIZ UDPゴシック" panose="020B0400000000000000" pitchFamily="50" charset="-128"/>
              </a:rPr>
              <a:t>(Labeler)</a:t>
            </a:r>
            <a:r>
              <a:rPr lang="ja-JP" altLang="en-US" b="1">
                <a:latin typeface="BIZ UDPゴシック" panose="020B0400000000000000" pitchFamily="50" charset="-128"/>
                <a:ea typeface="BIZ UDPゴシック" panose="020B0400000000000000" pitchFamily="50" charset="-128"/>
              </a:rPr>
              <a:t>を分けた方が処理しやすいため、このような方式を取っています</a:t>
            </a:r>
            <a:endParaRPr lang="en-US" altLang="ja-JP" sz="105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444574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C22AE-93D6-E33C-1762-2E30F633679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09AB80E-6DD2-890F-8C01-F83F7F41238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スタンダード式</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3621DE4A-EC96-407B-3AF0-E2A9B70D4D8D}"/>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71A79EF4-FC73-5FDF-A961-F7EAD7F674B4}"/>
              </a:ext>
            </a:extLst>
          </p:cNvPr>
          <p:cNvSpPr>
            <a:spLocks noGrp="1"/>
          </p:cNvSpPr>
          <p:nvPr>
            <p:ph type="sldNum" sz="quarter" idx="12"/>
          </p:nvPr>
        </p:nvSpPr>
        <p:spPr/>
        <p:txBody>
          <a:bodyPr/>
          <a:lstStyle/>
          <a:p>
            <a:fld id="{D2D8002D-B5B0-4BAC-B1F6-782DDCCE6D9C}" type="slidenum">
              <a:rPr kumimoji="1" lang="ja-JP" altLang="en-US" smtClean="0"/>
              <a:t>16</a:t>
            </a:fld>
            <a:endParaRPr kumimoji="1" lang="ja-JP" altLang="en-US"/>
          </a:p>
        </p:txBody>
      </p:sp>
      <p:sp>
        <p:nvSpPr>
          <p:cNvPr id="4" name="テキスト ボックス 3">
            <a:extLst>
              <a:ext uri="{FF2B5EF4-FFF2-40B4-BE49-F238E27FC236}">
                <a16:creationId xmlns:a16="http://schemas.microsoft.com/office/drawing/2014/main" id="{0B41C67E-383C-C795-AF55-BE2D642D2496}"/>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TARGETS: </a:t>
            </a:r>
            <a:r>
              <a:rPr lang="ja-JP" altLang="en-US" kern="0">
                <a:latin typeface="BIZ UDPゴシック" panose="020B0400000000000000" pitchFamily="50" charset="-128"/>
                <a:ea typeface="BIZ UDPゴシック" panose="020B0400000000000000" pitchFamily="50" charset="-128"/>
              </a:rPr>
              <a:t>に最終生成物のファイル名を指定し、</a:t>
            </a:r>
            <a:r>
              <a:rPr lang="en-US" altLang="ja-JP" kern="0">
                <a:latin typeface="BIZ UDPゴシック" panose="020B0400000000000000" pitchFamily="50" charset="-128"/>
                <a:ea typeface="BIZ UDPゴシック" panose="020B0400000000000000" pitchFamily="50" charset="-128"/>
              </a:rPr>
              <a:t>INDEXING: </a:t>
            </a:r>
            <a:r>
              <a:rPr lang="ja-JP" altLang="en-US" kern="0">
                <a:latin typeface="BIZ UDPゴシック" panose="020B0400000000000000" pitchFamily="50" charset="-128"/>
                <a:ea typeface="BIZ UDPゴシック" panose="020B0400000000000000" pitchFamily="50" charset="-128"/>
              </a:rPr>
              <a:t>にインデックス処理、</a:t>
            </a:r>
            <a:r>
              <a:rPr lang="en-US" altLang="ja-JP" kern="0">
                <a:latin typeface="BIZ UDPゴシック" panose="020B0400000000000000" pitchFamily="50" charset="-128"/>
                <a:ea typeface="BIZ UDPゴシック" panose="020B0400000000000000" pitchFamily="50" charset="-128"/>
              </a:rPr>
              <a:t>GENERATING: </a:t>
            </a:r>
            <a:r>
              <a:rPr lang="ja-JP" altLang="en-US" kern="0">
                <a:latin typeface="BIZ UDPゴシック" panose="020B0400000000000000" pitchFamily="50" charset="-128"/>
                <a:ea typeface="BIZ UDPゴシック" panose="020B0400000000000000" pitchFamily="50" charset="-128"/>
              </a:rPr>
              <a:t>に変換処理のパラメータを書きます。</a:t>
            </a:r>
            <a:endParaRPr lang="ja-JP" altLang="en-US" kern="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E658E8AA-D3F8-AE0F-B1F3-0FC9416E65F0}"/>
              </a:ext>
            </a:extLst>
          </p:cNvPr>
          <p:cNvSpPr/>
          <p:nvPr/>
        </p:nvSpPr>
        <p:spPr bwMode="auto">
          <a:xfrm>
            <a:off x="695400" y="2469100"/>
            <a:ext cx="4472187" cy="4028170"/>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FOLDER: example/ex1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A: Introduction.pptx</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INDEX: Introduction_index.json</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Introduction_source.pptx</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Introduction.pptx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Introduction_source.pptx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 </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Introduction_index.json</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p:txBody>
      </p:sp>
      <p:sp>
        <p:nvSpPr>
          <p:cNvPr id="26" name="テキスト ボックス 25">
            <a:extLst>
              <a:ext uri="{FF2B5EF4-FFF2-40B4-BE49-F238E27FC236}">
                <a16:creationId xmlns:a16="http://schemas.microsoft.com/office/drawing/2014/main" id="{1F558163-3ED3-3984-7728-A809C9C03B22}"/>
              </a:ext>
            </a:extLst>
          </p:cNvPr>
          <p:cNvSpPr txBox="1"/>
          <p:nvPr/>
        </p:nvSpPr>
        <p:spPr bwMode="auto">
          <a:xfrm>
            <a:off x="695400" y="2196328"/>
            <a:ext cx="32403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a:latin typeface="BIZ UDPゴシック" panose="020B0400000000000000" pitchFamily="50" charset="-128"/>
                <a:ea typeface="BIZ UDPゴシック" panose="020B0400000000000000" pitchFamily="50" charset="-128"/>
              </a:rPr>
              <a:t>Ver.1 </a:t>
            </a:r>
            <a:r>
              <a:rPr kumimoji="1" lang="ja-JP" altLang="en-US" sz="1200">
                <a:latin typeface="BIZ UDPゴシック" panose="020B0400000000000000" pitchFamily="50" charset="-128"/>
                <a:ea typeface="BIZ UDPゴシック" panose="020B0400000000000000" pitchFamily="50" charset="-128"/>
              </a:rPr>
              <a:t>仕様 </a:t>
            </a:r>
            <a:r>
              <a:rPr kumimoji="1" lang="en-US" altLang="ja-JP" sz="1200">
                <a:latin typeface="BIZ UDPゴシック" panose="020B0400000000000000" pitchFamily="50" charset="-128"/>
                <a:ea typeface="BIZ UDPゴシック" panose="020B0400000000000000" pitchFamily="50" charset="-128"/>
              </a:rPr>
              <a:t>(2024/11/20 </a:t>
            </a:r>
            <a:r>
              <a:rPr kumimoji="1" lang="ja-JP" altLang="en-US" sz="1200">
                <a:latin typeface="BIZ UDPゴシック" panose="020B0400000000000000" pitchFamily="50" charset="-128"/>
                <a:ea typeface="BIZ UDPゴシック" panose="020B0400000000000000" pitchFamily="50" charset="-128"/>
              </a:rPr>
              <a:t>以降</a:t>
            </a:r>
            <a:r>
              <a:rPr kumimoji="1" lang="en-US" altLang="ja-JP" sz="1200">
                <a:latin typeface="BIZ UDPゴシック" panose="020B0400000000000000" pitchFamily="50" charset="-128"/>
                <a:ea typeface="BIZ UDPゴシック" panose="020B0400000000000000" pitchFamily="50" charset="-128"/>
              </a:rPr>
              <a:t>)</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36" name="直線矢印コネクタ 35">
            <a:extLst>
              <a:ext uri="{FF2B5EF4-FFF2-40B4-BE49-F238E27FC236}">
                <a16:creationId xmlns:a16="http://schemas.microsoft.com/office/drawing/2014/main" id="{84495150-4FA2-A67F-4D0D-6FF668DA0EBC}"/>
              </a:ext>
            </a:extLst>
          </p:cNvPr>
          <p:cNvCxnSpPr>
            <a:cxnSpLocks/>
            <a:stCxn id="37" idx="1"/>
          </p:cNvCxnSpPr>
          <p:nvPr/>
        </p:nvCxnSpPr>
        <p:spPr bwMode="auto">
          <a:xfrm flipH="1">
            <a:off x="3863752" y="4144215"/>
            <a:ext cx="1728192" cy="15853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37" name="テキスト ボックス 36">
            <a:extLst>
              <a:ext uri="{FF2B5EF4-FFF2-40B4-BE49-F238E27FC236}">
                <a16:creationId xmlns:a16="http://schemas.microsoft.com/office/drawing/2014/main" id="{478910A0-B3D9-9304-3947-56C9E6861B55}"/>
              </a:ext>
            </a:extLst>
          </p:cNvPr>
          <p:cNvSpPr txBox="1"/>
          <p:nvPr/>
        </p:nvSpPr>
        <p:spPr bwMode="auto">
          <a:xfrm>
            <a:off x="5591944" y="3821049"/>
            <a:ext cx="468052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生成するインデックスファイル名。任意のファイル名を書けるが、</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のファイル名に </a:t>
            </a:r>
            <a:r>
              <a:rPr lang="en-US" altLang="ja-JP" sz="1200">
                <a:latin typeface="BIZ UDPゴシック" panose="020B0400000000000000" pitchFamily="50" charset="-128"/>
                <a:ea typeface="BIZ UDPゴシック" panose="020B0400000000000000" pitchFamily="50" charset="-128"/>
              </a:rPr>
              <a:t>_index.json </a:t>
            </a:r>
            <a:r>
              <a:rPr lang="ja-JP" altLang="en-US" sz="1200">
                <a:latin typeface="BIZ UDPゴシック" panose="020B0400000000000000" pitchFamily="50" charset="-128"/>
                <a:ea typeface="BIZ UDPゴシック" panose="020B0400000000000000" pitchFamily="50" charset="-128"/>
              </a:rPr>
              <a:t>を付加するのがわかりやすい</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38" name="直線矢印コネクタ 37">
            <a:extLst>
              <a:ext uri="{FF2B5EF4-FFF2-40B4-BE49-F238E27FC236}">
                <a16:creationId xmlns:a16="http://schemas.microsoft.com/office/drawing/2014/main" id="{5CD857D1-B56C-71E6-A4A2-E21E237AF0B0}"/>
              </a:ext>
            </a:extLst>
          </p:cNvPr>
          <p:cNvCxnSpPr>
            <a:cxnSpLocks/>
          </p:cNvCxnSpPr>
          <p:nvPr/>
        </p:nvCxnSpPr>
        <p:spPr bwMode="auto">
          <a:xfrm flipH="1" flipV="1">
            <a:off x="4079776" y="5746771"/>
            <a:ext cx="1440160" cy="97146"/>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40" name="直線矢印コネクタ 39">
            <a:extLst>
              <a:ext uri="{FF2B5EF4-FFF2-40B4-BE49-F238E27FC236}">
                <a16:creationId xmlns:a16="http://schemas.microsoft.com/office/drawing/2014/main" id="{1319849C-77CD-2B9F-50AB-3D095744AFE1}"/>
              </a:ext>
            </a:extLst>
          </p:cNvPr>
          <p:cNvCxnSpPr>
            <a:cxnSpLocks/>
          </p:cNvCxnSpPr>
          <p:nvPr/>
        </p:nvCxnSpPr>
        <p:spPr bwMode="auto">
          <a:xfrm flipH="1">
            <a:off x="2855640" y="2832930"/>
            <a:ext cx="2664296" cy="7806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1" name="テキスト ボックス 40">
            <a:extLst>
              <a:ext uri="{FF2B5EF4-FFF2-40B4-BE49-F238E27FC236}">
                <a16:creationId xmlns:a16="http://schemas.microsoft.com/office/drawing/2014/main" id="{D818C4E5-ED34-BB78-4319-FD2C2312B21A}"/>
              </a:ext>
            </a:extLst>
          </p:cNvPr>
          <p:cNvSpPr txBox="1"/>
          <p:nvPr/>
        </p:nvSpPr>
        <p:spPr bwMode="auto">
          <a:xfrm>
            <a:off x="5591944" y="2687467"/>
            <a:ext cx="511256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作業フォルダを指定する。　末尾フォルダ区切り省略可、フルパス指定可</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2" name="直線矢印コネクタ 41">
            <a:extLst>
              <a:ext uri="{FF2B5EF4-FFF2-40B4-BE49-F238E27FC236}">
                <a16:creationId xmlns:a16="http://schemas.microsoft.com/office/drawing/2014/main" id="{5E2C3C38-1241-B9A6-A6E8-3C087260F1B5}"/>
              </a:ext>
            </a:extLst>
          </p:cNvPr>
          <p:cNvCxnSpPr>
            <a:cxnSpLocks/>
          </p:cNvCxnSpPr>
          <p:nvPr/>
        </p:nvCxnSpPr>
        <p:spPr bwMode="auto">
          <a:xfrm flipH="1" flipV="1">
            <a:off x="3503712" y="6220271"/>
            <a:ext cx="2016224" cy="175276"/>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3" name="テキスト ボックス 42">
            <a:extLst>
              <a:ext uri="{FF2B5EF4-FFF2-40B4-BE49-F238E27FC236}">
                <a16:creationId xmlns:a16="http://schemas.microsoft.com/office/drawing/2014/main" id="{9D97CCF5-8E05-540A-F875-911BE3BFFBEB}"/>
              </a:ext>
            </a:extLst>
          </p:cNvPr>
          <p:cNvSpPr txBox="1"/>
          <p:nvPr/>
        </p:nvSpPr>
        <p:spPr bwMode="auto">
          <a:xfrm>
            <a:off x="5591944" y="6220271"/>
            <a:ext cx="53285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通常、 </a:t>
            </a:r>
            <a:r>
              <a:rPr lang="en-US" altLang="ja-JP" sz="1200">
                <a:latin typeface="BIZ UDPゴシック" panose="020B0400000000000000" pitchFamily="50" charset="-128"/>
                <a:ea typeface="BIZ UDPゴシック" panose="020B0400000000000000" pitchFamily="50" charset="-128"/>
              </a:rPr>
              <a:t>INDEXING </a:t>
            </a:r>
            <a:r>
              <a:rPr lang="ja-JP" altLang="en-US" sz="1200">
                <a:latin typeface="BIZ UDPゴシック" panose="020B0400000000000000" pitchFamily="50" charset="-128"/>
                <a:ea typeface="BIZ UDPゴシック" panose="020B0400000000000000" pitchFamily="50" charset="-128"/>
              </a:rPr>
              <a:t>の項で生成したインデックスファイルの名前を書く。</a:t>
            </a:r>
            <a:endParaRPr lang="en-US" altLang="ja-JP" sz="1200">
              <a:latin typeface="BIZ UDPゴシック" panose="020B0400000000000000" pitchFamily="50" charset="-128"/>
              <a:ea typeface="BIZ UDPゴシック" panose="020B0400000000000000" pitchFamily="50" charset="-128"/>
            </a:endParaRPr>
          </a:p>
          <a:p>
            <a:pPr algn="l"/>
            <a:r>
              <a:rPr kumimoji="1" lang="ja-JP" altLang="en-US" sz="1200">
                <a:latin typeface="BIZ UDPゴシック" panose="020B0400000000000000" pitchFamily="50" charset="-128"/>
                <a:ea typeface="BIZ UDPゴシック" panose="020B0400000000000000" pitchFamily="50" charset="-128"/>
              </a:rPr>
              <a:t>ただし、インデックスファイルは複数指定できるので、配列として書く。</a:t>
            </a:r>
          </a:p>
        </p:txBody>
      </p:sp>
      <p:sp>
        <p:nvSpPr>
          <p:cNvPr id="44" name="テキスト ボックス 43">
            <a:extLst>
              <a:ext uri="{FF2B5EF4-FFF2-40B4-BE49-F238E27FC236}">
                <a16:creationId xmlns:a16="http://schemas.microsoft.com/office/drawing/2014/main" id="{C6EE668F-00AA-1E3D-093A-3223DFA6B0DE}"/>
              </a:ext>
            </a:extLst>
          </p:cNvPr>
          <p:cNvSpPr txBox="1"/>
          <p:nvPr/>
        </p:nvSpPr>
        <p:spPr bwMode="auto">
          <a:xfrm>
            <a:off x="5591944" y="3026568"/>
            <a:ext cx="41764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最終生成物となる </a:t>
            </a:r>
            <a:r>
              <a:rPr lang="en-US" altLang="ja-JP" sz="1200">
                <a:latin typeface="BIZ UDPゴシック" panose="020B0400000000000000" pitchFamily="50" charset="-128"/>
                <a:ea typeface="BIZ UDPゴシック" panose="020B0400000000000000" pitchFamily="50" charset="-128"/>
              </a:rPr>
              <a:t>pptx </a:t>
            </a:r>
            <a:r>
              <a:rPr lang="ja-JP" altLang="en-US" sz="1200">
                <a:latin typeface="BIZ UDPゴシック" panose="020B0400000000000000" pitchFamily="50" charset="-128"/>
                <a:ea typeface="BIZ UDPゴシック" panose="020B0400000000000000" pitchFamily="50" charset="-128"/>
              </a:rPr>
              <a:t>ファイル名を指定するセクション</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7" name="直線矢印コネクタ 46">
            <a:extLst>
              <a:ext uri="{FF2B5EF4-FFF2-40B4-BE49-F238E27FC236}">
                <a16:creationId xmlns:a16="http://schemas.microsoft.com/office/drawing/2014/main" id="{7354D354-1860-A2D3-59B4-0F3F21806E59}"/>
              </a:ext>
            </a:extLst>
          </p:cNvPr>
          <p:cNvCxnSpPr>
            <a:cxnSpLocks/>
          </p:cNvCxnSpPr>
          <p:nvPr/>
        </p:nvCxnSpPr>
        <p:spPr bwMode="auto">
          <a:xfrm flipH="1">
            <a:off x="1703512" y="3184367"/>
            <a:ext cx="3816424"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5" name="テキスト ボックス 4">
            <a:extLst>
              <a:ext uri="{FF2B5EF4-FFF2-40B4-BE49-F238E27FC236}">
                <a16:creationId xmlns:a16="http://schemas.microsoft.com/office/drawing/2014/main" id="{DE273956-EBE9-502B-8B61-89DF4FA84EC3}"/>
              </a:ext>
            </a:extLst>
          </p:cNvPr>
          <p:cNvSpPr txBox="1"/>
          <p:nvPr/>
        </p:nvSpPr>
        <p:spPr bwMode="auto">
          <a:xfrm>
            <a:off x="5591943" y="2410468"/>
            <a:ext cx="15121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で固定</a:t>
            </a:r>
            <a:endParaRPr lang="en-US" altLang="ja-JP" sz="1200">
              <a:latin typeface="BIZ UDPゴシック" panose="020B0400000000000000" pitchFamily="50" charset="-128"/>
              <a:ea typeface="BIZ UDPゴシック" panose="020B0400000000000000" pitchFamily="50" charset="-128"/>
            </a:endParaRPr>
          </a:p>
        </p:txBody>
      </p:sp>
      <p:cxnSp>
        <p:nvCxnSpPr>
          <p:cNvPr id="6" name="直線矢印コネクタ 5">
            <a:extLst>
              <a:ext uri="{FF2B5EF4-FFF2-40B4-BE49-F238E27FC236}">
                <a16:creationId xmlns:a16="http://schemas.microsoft.com/office/drawing/2014/main" id="{3EE76023-04C2-D316-427B-B5BC2189B956}"/>
              </a:ext>
            </a:extLst>
          </p:cNvPr>
          <p:cNvCxnSpPr>
            <a:cxnSpLocks/>
          </p:cNvCxnSpPr>
          <p:nvPr/>
        </p:nvCxnSpPr>
        <p:spPr bwMode="auto">
          <a:xfrm flipH="1">
            <a:off x="1847528" y="2557460"/>
            <a:ext cx="3708411" cy="88933"/>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1" name="テキスト ボックス 10">
            <a:extLst>
              <a:ext uri="{FF2B5EF4-FFF2-40B4-BE49-F238E27FC236}">
                <a16:creationId xmlns:a16="http://schemas.microsoft.com/office/drawing/2014/main" id="{55A08D0A-3F81-70B9-9CBC-8EF68F33CBD3}"/>
              </a:ext>
            </a:extLst>
          </p:cNvPr>
          <p:cNvSpPr txBox="1"/>
          <p:nvPr/>
        </p:nvSpPr>
        <p:spPr bwMode="auto">
          <a:xfrm>
            <a:off x="5591944" y="3338955"/>
            <a:ext cx="51845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識別コード</a:t>
            </a:r>
            <a:r>
              <a:rPr lang="en-US" altLang="ja-JP" sz="1200">
                <a:latin typeface="BIZ UDPゴシック" panose="020B0400000000000000" pitchFamily="50" charset="-128"/>
                <a:ea typeface="BIZ UDPゴシック" panose="020B0400000000000000" pitchFamily="50" charset="-128"/>
              </a:rPr>
              <a:t>: </a:t>
            </a:r>
            <a:r>
              <a:rPr lang="ja-JP" altLang="en-US" sz="1200">
                <a:latin typeface="BIZ UDPゴシック" panose="020B0400000000000000" pitchFamily="50" charset="-128"/>
                <a:ea typeface="BIZ UDPゴシック" panose="020B0400000000000000" pitchFamily="50" charset="-128"/>
              </a:rPr>
              <a:t>ファイル名　の書式。識別コードは任意の英数字文字列</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12" name="直線矢印コネクタ 11">
            <a:extLst>
              <a:ext uri="{FF2B5EF4-FFF2-40B4-BE49-F238E27FC236}">
                <a16:creationId xmlns:a16="http://schemas.microsoft.com/office/drawing/2014/main" id="{A886B083-E197-C627-D83A-BA6307859ECF}"/>
              </a:ext>
            </a:extLst>
          </p:cNvPr>
          <p:cNvCxnSpPr>
            <a:cxnSpLocks/>
          </p:cNvCxnSpPr>
          <p:nvPr/>
        </p:nvCxnSpPr>
        <p:spPr bwMode="auto">
          <a:xfrm flipH="1">
            <a:off x="2783632" y="3495591"/>
            <a:ext cx="2736304"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 name="直線矢印コネクタ 8">
            <a:extLst>
              <a:ext uri="{FF2B5EF4-FFF2-40B4-BE49-F238E27FC236}">
                <a16:creationId xmlns:a16="http://schemas.microsoft.com/office/drawing/2014/main" id="{44FF10B9-854B-858D-F5D2-4109984208A1}"/>
              </a:ext>
            </a:extLst>
          </p:cNvPr>
          <p:cNvCxnSpPr>
            <a:cxnSpLocks/>
          </p:cNvCxnSpPr>
          <p:nvPr/>
        </p:nvCxnSpPr>
        <p:spPr bwMode="auto">
          <a:xfrm flipH="1" flipV="1">
            <a:off x="4079776" y="4605550"/>
            <a:ext cx="1440160" cy="167641"/>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0" name="テキスト ボックス 9">
            <a:extLst>
              <a:ext uri="{FF2B5EF4-FFF2-40B4-BE49-F238E27FC236}">
                <a16:creationId xmlns:a16="http://schemas.microsoft.com/office/drawing/2014/main" id="{8E870343-7B9F-831F-B911-C8B01BE158F3}"/>
              </a:ext>
            </a:extLst>
          </p:cNvPr>
          <p:cNvSpPr txBox="1"/>
          <p:nvPr/>
        </p:nvSpPr>
        <p:spPr bwMode="auto">
          <a:xfrm>
            <a:off x="5591944" y="4398094"/>
            <a:ext cx="468052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ソースファイル名。生成の大元となる</a:t>
            </a:r>
            <a:r>
              <a:rPr lang="en-US" altLang="ja-JP" sz="1200">
                <a:latin typeface="BIZ UDPゴシック" panose="020B0400000000000000" pitchFamily="50" charset="-128"/>
                <a:ea typeface="BIZ UDPゴシック" panose="020B0400000000000000" pitchFamily="50" charset="-128"/>
              </a:rPr>
              <a:t>PowerPoint</a:t>
            </a:r>
            <a:r>
              <a:rPr lang="ja-JP" altLang="en-US" sz="1200">
                <a:latin typeface="BIZ UDPゴシック" panose="020B0400000000000000" pitchFamily="50" charset="-128"/>
                <a:ea typeface="BIZ UDPゴシック" panose="020B0400000000000000" pitchFamily="50" charset="-128"/>
              </a:rPr>
              <a:t>ファイルはこの名前で用意すること。ここも任意のファイル名を書けるが、</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のファイル名に </a:t>
            </a:r>
            <a:r>
              <a:rPr lang="en-US" altLang="ja-JP" sz="1200">
                <a:latin typeface="BIZ UDPゴシック" panose="020B0400000000000000" pitchFamily="50" charset="-128"/>
                <a:ea typeface="BIZ UDPゴシック" panose="020B0400000000000000" pitchFamily="50" charset="-128"/>
              </a:rPr>
              <a:t>_source.pptx </a:t>
            </a:r>
            <a:r>
              <a:rPr lang="ja-JP" altLang="en-US" sz="1200">
                <a:latin typeface="BIZ UDPゴシック" panose="020B0400000000000000" pitchFamily="50" charset="-128"/>
                <a:ea typeface="BIZ UDPゴシック" panose="020B0400000000000000" pitchFamily="50" charset="-128"/>
              </a:rPr>
              <a:t>を付加するのがわかりやすい</a:t>
            </a:r>
            <a:endParaRPr kumimoji="1" lang="ja-JP" altLang="en-US" sz="1200">
              <a:latin typeface="BIZ UDPゴシック" panose="020B0400000000000000" pitchFamily="50" charset="-128"/>
              <a:ea typeface="BIZ UDPゴシック" panose="020B0400000000000000" pitchFamily="50" charset="-128"/>
            </a:endParaRPr>
          </a:p>
        </p:txBody>
      </p:sp>
      <p:sp>
        <p:nvSpPr>
          <p:cNvPr id="16" name="テキスト ボックス 15">
            <a:extLst>
              <a:ext uri="{FF2B5EF4-FFF2-40B4-BE49-F238E27FC236}">
                <a16:creationId xmlns:a16="http://schemas.microsoft.com/office/drawing/2014/main" id="{B2CF56CC-A6C3-6724-2448-80AF4D4DFCDE}"/>
              </a:ext>
            </a:extLst>
          </p:cNvPr>
          <p:cNvSpPr txBox="1"/>
          <p:nvPr/>
        </p:nvSpPr>
        <p:spPr bwMode="auto">
          <a:xfrm>
            <a:off x="5591944" y="5285106"/>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最終生成物ファイルの指定。通常、</a:t>
            </a:r>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に書いたものと同じはず（わざわざ変える必要はないので）</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17" name="直線矢印コネクタ 16">
            <a:extLst>
              <a:ext uri="{FF2B5EF4-FFF2-40B4-BE49-F238E27FC236}">
                <a16:creationId xmlns:a16="http://schemas.microsoft.com/office/drawing/2014/main" id="{3216FEC9-065A-54C0-0AC3-416CBFE7A0BF}"/>
              </a:ext>
            </a:extLst>
          </p:cNvPr>
          <p:cNvCxnSpPr>
            <a:cxnSpLocks/>
          </p:cNvCxnSpPr>
          <p:nvPr/>
        </p:nvCxnSpPr>
        <p:spPr bwMode="auto">
          <a:xfrm flipH="1">
            <a:off x="3719736" y="5442905"/>
            <a:ext cx="1800200"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9" name="テキスト ボックス 18">
            <a:extLst>
              <a:ext uri="{FF2B5EF4-FFF2-40B4-BE49-F238E27FC236}">
                <a16:creationId xmlns:a16="http://schemas.microsoft.com/office/drawing/2014/main" id="{93C58B80-9C9D-FFA1-9824-62E2D48DDE25}"/>
              </a:ext>
            </a:extLst>
          </p:cNvPr>
          <p:cNvSpPr txBox="1"/>
          <p:nvPr/>
        </p:nvSpPr>
        <p:spPr bwMode="auto">
          <a:xfrm>
            <a:off x="5591944" y="5716378"/>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ソースファイル名は </a:t>
            </a:r>
            <a:r>
              <a:rPr lang="en-US" altLang="ja-JP" sz="1200">
                <a:latin typeface="BIZ UDPゴシック" panose="020B0400000000000000" pitchFamily="50" charset="-128"/>
                <a:ea typeface="BIZ UDPゴシック" panose="020B0400000000000000" pitchFamily="50" charset="-128"/>
              </a:rPr>
              <a:t>INDEXING </a:t>
            </a:r>
            <a:r>
              <a:rPr lang="ja-JP" altLang="en-US" sz="1200">
                <a:latin typeface="BIZ UDPゴシック" panose="020B0400000000000000" pitchFamily="50" charset="-128"/>
                <a:ea typeface="BIZ UDPゴシック" panose="020B0400000000000000" pitchFamily="50" charset="-128"/>
              </a:rPr>
              <a:t>の記載と同じはず</a:t>
            </a:r>
            <a:endParaRPr lang="en-US" altLang="ja-JP" sz="1200">
              <a:latin typeface="BIZ UDPゴシック" panose="020B0400000000000000" pitchFamily="50" charset="-128"/>
              <a:ea typeface="BIZ UDPゴシック" panose="020B0400000000000000" pitchFamily="50" charset="-128"/>
            </a:endParaRPr>
          </a:p>
          <a:p>
            <a:pPr algn="l"/>
            <a:r>
              <a:rPr kumimoji="1" lang="ja-JP" altLang="en-US" sz="1200">
                <a:latin typeface="BIZ UDPゴシック" panose="020B0400000000000000" pitchFamily="50" charset="-128"/>
                <a:ea typeface="BIZ UDPゴシック" panose="020B0400000000000000" pitchFamily="50" charset="-128"/>
              </a:rPr>
              <a:t>（ここもわざわざ変える必要はないので）</a:t>
            </a:r>
          </a:p>
        </p:txBody>
      </p:sp>
      <p:sp>
        <p:nvSpPr>
          <p:cNvPr id="22" name="テキスト ボックス 21">
            <a:extLst>
              <a:ext uri="{FF2B5EF4-FFF2-40B4-BE49-F238E27FC236}">
                <a16:creationId xmlns:a16="http://schemas.microsoft.com/office/drawing/2014/main" id="{B255EF75-760B-B133-B728-66B6C958F3AB}"/>
              </a:ext>
            </a:extLst>
          </p:cNvPr>
          <p:cNvSpPr txBox="1"/>
          <p:nvPr/>
        </p:nvSpPr>
        <p:spPr bwMode="auto">
          <a:xfrm>
            <a:off x="5555939" y="1775186"/>
            <a:ext cx="6336705" cy="523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sz="1400" kern="0">
                <a:latin typeface="BIZ UDPゴシック" panose="020B0400000000000000" pitchFamily="50" charset="-128"/>
                <a:ea typeface="BIZ UDPゴシック" panose="020B0400000000000000" pitchFamily="50" charset="-128"/>
              </a:rPr>
              <a:t>パラメータ構成の基本となる書き方ですが、実用的にはあまり使いません。</a:t>
            </a:r>
            <a:endParaRPr lang="en-US" altLang="ja-JP" sz="1400" kern="0">
              <a:latin typeface="BIZ UDPゴシック" panose="020B0400000000000000" pitchFamily="50" charset="-128"/>
              <a:ea typeface="BIZ UDPゴシック" panose="020B0400000000000000" pitchFamily="50" charset="-128"/>
            </a:endParaRPr>
          </a:p>
          <a:p>
            <a:pPr eaLnBrk="1"/>
            <a:r>
              <a:rPr lang="ja-JP" altLang="en-US" sz="1400" kern="0">
                <a:latin typeface="BIZ UDPゴシック" panose="020B0400000000000000" pitchFamily="50" charset="-128"/>
                <a:ea typeface="BIZ UDPゴシック" panose="020B0400000000000000" pitchFamily="50" charset="-128"/>
              </a:rPr>
              <a:t>実際はこの方式よりも次ページのテンプレート式を使うことが多いです</a:t>
            </a:r>
            <a:endParaRPr lang="ja-JP" altLang="en-US" sz="1400" kern="0"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9643391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テンプレート式</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17</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パラメータファイルには類似もしくは同一のファイル名が何度も出現します。</a:t>
            </a:r>
            <a:endParaRPr lang="en-US" altLang="ja-JP" kern="0">
              <a:latin typeface="BIZ UDPゴシック" panose="020B0400000000000000" pitchFamily="50" charset="-128"/>
              <a:ea typeface="BIZ UDPゴシック" panose="020B0400000000000000" pitchFamily="50" charset="-128"/>
            </a:endParaRPr>
          </a:p>
          <a:p>
            <a:pPr eaLnBrk="1"/>
            <a:r>
              <a:rPr lang="ja-JP" altLang="en-US" kern="0">
                <a:latin typeface="BIZ UDPゴシック" panose="020B0400000000000000" pitchFamily="50" charset="-128"/>
                <a:ea typeface="BIZ UDPゴシック" panose="020B0400000000000000" pitchFamily="50" charset="-128"/>
              </a:rPr>
              <a:t>それらには一定のパターンがあり、識別コードを使った簡略書式で簡単に書けます。</a:t>
            </a:r>
            <a:endParaRPr lang="ja-JP" altLang="en-US" kern="0" dirty="0">
              <a:latin typeface="BIZ UDPゴシック" panose="020B0400000000000000" pitchFamily="50" charset="-128"/>
              <a:ea typeface="BIZ UDPゴシック" panose="020B0400000000000000" pitchFamily="50" charset="-128"/>
            </a:endParaRPr>
          </a:p>
        </p:txBody>
      </p:sp>
      <p:sp>
        <p:nvSpPr>
          <p:cNvPr id="25" name="正方形/長方形 24">
            <a:extLst>
              <a:ext uri="{FF2B5EF4-FFF2-40B4-BE49-F238E27FC236}">
                <a16:creationId xmlns:a16="http://schemas.microsoft.com/office/drawing/2014/main" id="{16E0B869-59CC-AE93-FECA-F39DF956FA6C}"/>
              </a:ext>
            </a:extLst>
          </p:cNvPr>
          <p:cNvSpPr/>
          <p:nvPr/>
        </p:nvSpPr>
        <p:spPr bwMode="auto">
          <a:xfrm>
            <a:off x="695400" y="2335774"/>
            <a:ext cx="4472187" cy="3967886"/>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FOLDER: example/ex1</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A: Example1</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5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5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&lt;A:_index&gt;</a:t>
            </a:r>
          </a:p>
        </p:txBody>
      </p:sp>
      <p:sp>
        <p:nvSpPr>
          <p:cNvPr id="26" name="テキスト ボックス 25">
            <a:extLst>
              <a:ext uri="{FF2B5EF4-FFF2-40B4-BE49-F238E27FC236}">
                <a16:creationId xmlns:a16="http://schemas.microsoft.com/office/drawing/2014/main" id="{E97AA86B-3430-1DF0-70C0-2D8C5082E7AE}"/>
              </a:ext>
            </a:extLst>
          </p:cNvPr>
          <p:cNvSpPr txBox="1"/>
          <p:nvPr/>
        </p:nvSpPr>
        <p:spPr bwMode="auto">
          <a:xfrm>
            <a:off x="695400" y="2047741"/>
            <a:ext cx="32403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en-US" altLang="ja-JP" sz="1200">
                <a:latin typeface="BIZ UDPゴシック" panose="020B0400000000000000" pitchFamily="50" charset="-128"/>
                <a:ea typeface="BIZ UDPゴシック" panose="020B0400000000000000" pitchFamily="50" charset="-128"/>
              </a:rPr>
              <a:t>Ver.1 </a:t>
            </a:r>
            <a:r>
              <a:rPr kumimoji="1" lang="ja-JP" altLang="en-US" sz="1200">
                <a:latin typeface="BIZ UDPゴシック" panose="020B0400000000000000" pitchFamily="50" charset="-128"/>
                <a:ea typeface="BIZ UDPゴシック" panose="020B0400000000000000" pitchFamily="50" charset="-128"/>
              </a:rPr>
              <a:t>仕様 </a:t>
            </a:r>
            <a:r>
              <a:rPr kumimoji="1" lang="en-US" altLang="ja-JP" sz="1200">
                <a:latin typeface="BIZ UDPゴシック" panose="020B0400000000000000" pitchFamily="50" charset="-128"/>
                <a:ea typeface="BIZ UDPゴシック" panose="020B0400000000000000" pitchFamily="50" charset="-128"/>
              </a:rPr>
              <a:t>(2024/11/20 </a:t>
            </a:r>
            <a:r>
              <a:rPr kumimoji="1" lang="ja-JP" altLang="en-US" sz="1200">
                <a:latin typeface="BIZ UDPゴシック" panose="020B0400000000000000" pitchFamily="50" charset="-128"/>
                <a:ea typeface="BIZ UDPゴシック" panose="020B0400000000000000" pitchFamily="50" charset="-128"/>
              </a:rPr>
              <a:t>以降</a:t>
            </a:r>
            <a:r>
              <a:rPr kumimoji="1" lang="en-US" altLang="ja-JP" sz="1200">
                <a:latin typeface="BIZ UDPゴシック" panose="020B0400000000000000" pitchFamily="50" charset="-128"/>
                <a:ea typeface="BIZ UDPゴシック" panose="020B0400000000000000" pitchFamily="50" charset="-128"/>
              </a:rPr>
              <a:t>)</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27" name="直線矢印コネクタ 26">
            <a:extLst>
              <a:ext uri="{FF2B5EF4-FFF2-40B4-BE49-F238E27FC236}">
                <a16:creationId xmlns:a16="http://schemas.microsoft.com/office/drawing/2014/main" id="{CAE36307-F99D-AF10-BA7E-D05B2E17AAC2}"/>
              </a:ext>
            </a:extLst>
          </p:cNvPr>
          <p:cNvCxnSpPr>
            <a:cxnSpLocks/>
            <a:stCxn id="29" idx="1"/>
          </p:cNvCxnSpPr>
          <p:nvPr/>
        </p:nvCxnSpPr>
        <p:spPr bwMode="auto">
          <a:xfrm flipH="1" flipV="1">
            <a:off x="2643461" y="4195009"/>
            <a:ext cx="2948483" cy="42008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29" name="テキスト ボックス 28">
            <a:extLst>
              <a:ext uri="{FF2B5EF4-FFF2-40B4-BE49-F238E27FC236}">
                <a16:creationId xmlns:a16="http://schemas.microsoft.com/office/drawing/2014/main" id="{E2F5F4A2-CBB4-DE93-EB43-803351C2E6B3}"/>
              </a:ext>
            </a:extLst>
          </p:cNvPr>
          <p:cNvSpPr txBox="1"/>
          <p:nvPr/>
        </p:nvSpPr>
        <p:spPr bwMode="auto">
          <a:xfrm>
            <a:off x="5591944" y="4476589"/>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これらの書式は識別コード「</a:t>
            </a:r>
            <a:r>
              <a:rPr lang="en-US" altLang="ja-JP" sz="1200">
                <a:latin typeface="BIZ UDPゴシック" panose="020B0400000000000000" pitchFamily="50" charset="-128"/>
                <a:ea typeface="BIZ UDPゴシック" panose="020B0400000000000000" pitchFamily="50" charset="-128"/>
              </a:rPr>
              <a:t>A</a:t>
            </a:r>
            <a:r>
              <a:rPr lang="ja-JP" altLang="en-US" sz="1200">
                <a:latin typeface="BIZ UDPゴシック" panose="020B0400000000000000" pitchFamily="50" charset="-128"/>
                <a:ea typeface="BIZ UDPゴシック" panose="020B0400000000000000" pitchFamily="50" charset="-128"/>
              </a:rPr>
              <a:t>」を使ったファイル名に変換されます。</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40" name="直線矢印コネクタ 39">
            <a:extLst>
              <a:ext uri="{FF2B5EF4-FFF2-40B4-BE49-F238E27FC236}">
                <a16:creationId xmlns:a16="http://schemas.microsoft.com/office/drawing/2014/main" id="{495BA121-CCC5-C051-8404-09F5D0B28258}"/>
              </a:ext>
            </a:extLst>
          </p:cNvPr>
          <p:cNvCxnSpPr>
            <a:cxnSpLocks/>
          </p:cNvCxnSpPr>
          <p:nvPr/>
        </p:nvCxnSpPr>
        <p:spPr bwMode="auto">
          <a:xfrm flipH="1">
            <a:off x="2063552" y="3370399"/>
            <a:ext cx="3590965" cy="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41" name="テキスト ボックス 40">
            <a:extLst>
              <a:ext uri="{FF2B5EF4-FFF2-40B4-BE49-F238E27FC236}">
                <a16:creationId xmlns:a16="http://schemas.microsoft.com/office/drawing/2014/main" id="{BD646528-6E8A-8DE7-FBC2-A2E44B55811F}"/>
              </a:ext>
            </a:extLst>
          </p:cNvPr>
          <p:cNvSpPr txBox="1"/>
          <p:nvPr/>
        </p:nvSpPr>
        <p:spPr bwMode="auto">
          <a:xfrm>
            <a:off x="5694206" y="3156576"/>
            <a:ext cx="4176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セクションはスクラッチ式と同じ。</a:t>
            </a:r>
            <a:endParaRPr lang="en-US" altLang="ja-JP" sz="1200">
              <a:latin typeface="BIZ UDPゴシック" panose="020B0400000000000000" pitchFamily="50" charset="-128"/>
              <a:ea typeface="BIZ UDPゴシック" panose="020B0400000000000000" pitchFamily="50" charset="-128"/>
            </a:endParaRPr>
          </a:p>
          <a:p>
            <a:pPr algn="l"/>
            <a:r>
              <a:rPr lang="ja-JP" altLang="en-US" sz="1200">
                <a:latin typeface="BIZ UDPゴシック" panose="020B0400000000000000" pitchFamily="50" charset="-128"/>
                <a:ea typeface="BIZ UDPゴシック" panose="020B0400000000000000" pitchFamily="50" charset="-128"/>
              </a:rPr>
              <a:t>なお、拡張子 </a:t>
            </a:r>
            <a:r>
              <a:rPr lang="en-US" altLang="ja-JP" sz="1200">
                <a:latin typeface="BIZ UDPゴシック" panose="020B0400000000000000" pitchFamily="50" charset="-128"/>
                <a:ea typeface="BIZ UDPゴシック" panose="020B0400000000000000" pitchFamily="50" charset="-128"/>
              </a:rPr>
              <a:t>pptx </a:t>
            </a:r>
            <a:r>
              <a:rPr lang="ja-JP" altLang="en-US" sz="1200">
                <a:latin typeface="BIZ UDPゴシック" panose="020B0400000000000000" pitchFamily="50" charset="-128"/>
                <a:ea typeface="BIZ UDPゴシック" panose="020B0400000000000000" pitchFamily="50" charset="-128"/>
              </a:rPr>
              <a:t>は省略可。</a:t>
            </a:r>
            <a:endParaRPr lang="en-US" altLang="ja-JP" sz="1200">
              <a:latin typeface="BIZ UDPゴシック" panose="020B0400000000000000" pitchFamily="50" charset="-128"/>
              <a:ea typeface="BIZ UDPゴシック" panose="020B0400000000000000" pitchFamily="50" charset="-128"/>
            </a:endParaRPr>
          </a:p>
        </p:txBody>
      </p:sp>
      <p:cxnSp>
        <p:nvCxnSpPr>
          <p:cNvPr id="8" name="直線矢印コネクタ 7">
            <a:extLst>
              <a:ext uri="{FF2B5EF4-FFF2-40B4-BE49-F238E27FC236}">
                <a16:creationId xmlns:a16="http://schemas.microsoft.com/office/drawing/2014/main" id="{D2A64BC7-011F-8412-F7FB-3677C94B134A}"/>
              </a:ext>
            </a:extLst>
          </p:cNvPr>
          <p:cNvCxnSpPr>
            <a:cxnSpLocks/>
            <a:stCxn id="29" idx="1"/>
          </p:cNvCxnSpPr>
          <p:nvPr/>
        </p:nvCxnSpPr>
        <p:spPr bwMode="auto">
          <a:xfrm flipH="1" flipV="1">
            <a:off x="2855640" y="4468365"/>
            <a:ext cx="2736304" cy="14672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0" name="直線矢印コネクタ 9">
            <a:extLst>
              <a:ext uri="{FF2B5EF4-FFF2-40B4-BE49-F238E27FC236}">
                <a16:creationId xmlns:a16="http://schemas.microsoft.com/office/drawing/2014/main" id="{49C38B0B-45F5-E432-52BE-2FED4C98C069}"/>
              </a:ext>
            </a:extLst>
          </p:cNvPr>
          <p:cNvCxnSpPr>
            <a:cxnSpLocks/>
            <a:stCxn id="29" idx="1"/>
          </p:cNvCxnSpPr>
          <p:nvPr/>
        </p:nvCxnSpPr>
        <p:spPr bwMode="auto">
          <a:xfrm flipH="1">
            <a:off x="2423592" y="4615089"/>
            <a:ext cx="3168352" cy="65786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2" name="直線矢印コネクタ 11">
            <a:extLst>
              <a:ext uri="{FF2B5EF4-FFF2-40B4-BE49-F238E27FC236}">
                <a16:creationId xmlns:a16="http://schemas.microsoft.com/office/drawing/2014/main" id="{44316828-5CF8-C04F-59B9-DAA99D7230F4}"/>
              </a:ext>
            </a:extLst>
          </p:cNvPr>
          <p:cNvCxnSpPr>
            <a:cxnSpLocks/>
            <a:stCxn id="29" idx="1"/>
          </p:cNvCxnSpPr>
          <p:nvPr/>
        </p:nvCxnSpPr>
        <p:spPr bwMode="auto">
          <a:xfrm flipH="1">
            <a:off x="2783632" y="4615089"/>
            <a:ext cx="2808312" cy="90392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5" name="直線矢印コネクタ 14">
            <a:extLst>
              <a:ext uri="{FF2B5EF4-FFF2-40B4-BE49-F238E27FC236}">
                <a16:creationId xmlns:a16="http://schemas.microsoft.com/office/drawing/2014/main" id="{6656EE6F-5073-D128-11C4-769C97F39CC5}"/>
              </a:ext>
            </a:extLst>
          </p:cNvPr>
          <p:cNvCxnSpPr>
            <a:cxnSpLocks/>
            <a:stCxn id="29" idx="1"/>
          </p:cNvCxnSpPr>
          <p:nvPr/>
        </p:nvCxnSpPr>
        <p:spPr bwMode="auto">
          <a:xfrm flipH="1">
            <a:off x="2207568" y="4615089"/>
            <a:ext cx="3384376" cy="1479679"/>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7" name="テキスト ボックス 16">
            <a:extLst>
              <a:ext uri="{FF2B5EF4-FFF2-40B4-BE49-F238E27FC236}">
                <a16:creationId xmlns:a16="http://schemas.microsoft.com/office/drawing/2014/main" id="{594A8EBB-97DF-E52F-1FBC-EC6D41937B60}"/>
              </a:ext>
            </a:extLst>
          </p:cNvPr>
          <p:cNvSpPr txBox="1"/>
          <p:nvPr/>
        </p:nvSpPr>
        <p:spPr bwMode="auto">
          <a:xfrm>
            <a:off x="5896694" y="5018432"/>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 </a:t>
            </a:r>
            <a:r>
              <a:rPr lang="ja-JP" altLang="en-US" sz="1200">
                <a:latin typeface="BIZ UDPゴシック" panose="020B0400000000000000" pitchFamily="50" charset="-128"/>
                <a:ea typeface="BIZ UDPゴシック" panose="020B0400000000000000" pitchFamily="50" charset="-128"/>
              </a:rPr>
              <a:t>と変換される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18" name="テキスト ボックス 17">
            <a:extLst>
              <a:ext uri="{FF2B5EF4-FFF2-40B4-BE49-F238E27FC236}">
                <a16:creationId xmlns:a16="http://schemas.microsoft.com/office/drawing/2014/main" id="{40AEBE91-9522-E1E7-E766-054910EC393B}"/>
              </a:ext>
            </a:extLst>
          </p:cNvPr>
          <p:cNvSpPr txBox="1"/>
          <p:nvPr/>
        </p:nvSpPr>
        <p:spPr bwMode="auto">
          <a:xfrm>
            <a:off x="5896694" y="5295788"/>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&lt;A:_index&gt;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Example1_index </a:t>
            </a:r>
            <a:r>
              <a:rPr lang="ja-JP" altLang="en-US" sz="1200">
                <a:latin typeface="BIZ UDPゴシック" panose="020B0400000000000000" pitchFamily="50" charset="-128"/>
                <a:ea typeface="BIZ UDPゴシック" panose="020B0400000000000000" pitchFamily="50" charset="-128"/>
              </a:rPr>
              <a:t>と変換される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19" name="テキスト ボックス 18">
            <a:extLst>
              <a:ext uri="{FF2B5EF4-FFF2-40B4-BE49-F238E27FC236}">
                <a16:creationId xmlns:a16="http://schemas.microsoft.com/office/drawing/2014/main" id="{E9DF7403-76FA-FF06-BB2B-F12AC8FE4E29}"/>
              </a:ext>
            </a:extLst>
          </p:cNvPr>
          <p:cNvSpPr txBox="1"/>
          <p:nvPr/>
        </p:nvSpPr>
        <p:spPr bwMode="auto">
          <a:xfrm>
            <a:off x="5896694" y="5552194"/>
            <a:ext cx="5095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&lt;A:_source&gt;</a:t>
            </a:r>
            <a:r>
              <a:rPr lang="ja-JP" altLang="en-US" sz="1200">
                <a:latin typeface="BIZ UDPゴシック" panose="020B0400000000000000" pitchFamily="50" charset="-128"/>
                <a:ea typeface="BIZ UDPゴシック" panose="020B0400000000000000" pitchFamily="50" charset="-128"/>
              </a:rPr>
              <a:t>　→　</a:t>
            </a:r>
            <a:r>
              <a:rPr lang="en-US" altLang="ja-JP" sz="1200">
                <a:latin typeface="BIZ UDPゴシック" panose="020B0400000000000000" pitchFamily="50" charset="-128"/>
                <a:ea typeface="BIZ UDPゴシック" panose="020B0400000000000000" pitchFamily="50" charset="-128"/>
              </a:rPr>
              <a:t>Example1_source </a:t>
            </a:r>
            <a:r>
              <a:rPr lang="ja-JP" altLang="en-US" sz="1200">
                <a:latin typeface="BIZ UDPゴシック" panose="020B0400000000000000" pitchFamily="50" charset="-128"/>
                <a:ea typeface="BIZ UDPゴシック" panose="020B0400000000000000" pitchFamily="50" charset="-128"/>
              </a:rPr>
              <a:t>として変換される</a:t>
            </a:r>
            <a:endParaRPr kumimoji="1" lang="ja-JP" altLang="en-US" sz="1200">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6D395579-1334-C4E0-0D00-842475440F33}"/>
              </a:ext>
            </a:extLst>
          </p:cNvPr>
          <p:cNvSpPr txBox="1"/>
          <p:nvPr/>
        </p:nvSpPr>
        <p:spPr bwMode="auto">
          <a:xfrm>
            <a:off x="5591944" y="2150506"/>
            <a:ext cx="5400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kumimoji="1" lang="ja-JP" altLang="en-US" sz="1600">
                <a:latin typeface="BIZ UDPゴシック" panose="020B0400000000000000" pitchFamily="50" charset="-128"/>
                <a:ea typeface="BIZ UDPゴシック" panose="020B0400000000000000" pitchFamily="50" charset="-128"/>
              </a:rPr>
              <a:t>単一のソース </a:t>
            </a:r>
            <a:r>
              <a:rPr kumimoji="1" lang="en-US" altLang="ja-JP" sz="1600">
                <a:latin typeface="BIZ UDPゴシック" panose="020B0400000000000000" pitchFamily="50" charset="-128"/>
                <a:ea typeface="BIZ UDPゴシック" panose="020B0400000000000000" pitchFamily="50" charset="-128"/>
              </a:rPr>
              <a:t>pptx </a:t>
            </a:r>
            <a:r>
              <a:rPr kumimoji="1" lang="ja-JP" altLang="en-US" sz="1600">
                <a:latin typeface="BIZ UDPゴシック" panose="020B0400000000000000" pitchFamily="50" charset="-128"/>
                <a:ea typeface="BIZ UDPゴシック" panose="020B0400000000000000" pitchFamily="50" charset="-128"/>
              </a:rPr>
              <a:t>を変換する場合、このテンプレートで </a:t>
            </a:r>
            <a:r>
              <a:rPr kumimoji="1" lang="en-US" altLang="ja-JP" sz="1600">
                <a:solidFill>
                  <a:srgbClr val="FF0000"/>
                </a:solidFill>
                <a:latin typeface="BIZ UDPゴシック" panose="020B0400000000000000" pitchFamily="50" charset="-128"/>
                <a:ea typeface="BIZ UDPゴシック" panose="020B0400000000000000" pitchFamily="50" charset="-128"/>
              </a:rPr>
              <a:t>FOLDER </a:t>
            </a:r>
            <a:r>
              <a:rPr kumimoji="1" lang="ja-JP" altLang="en-US" sz="1600">
                <a:solidFill>
                  <a:srgbClr val="FF0000"/>
                </a:solidFill>
                <a:latin typeface="BIZ UDPゴシック" panose="020B0400000000000000" pitchFamily="50" charset="-128"/>
                <a:ea typeface="BIZ UDPゴシック" panose="020B0400000000000000" pitchFamily="50" charset="-128"/>
              </a:rPr>
              <a:t>と</a:t>
            </a:r>
            <a:r>
              <a:rPr kumimoji="1" lang="en-US" altLang="ja-JP" sz="1600">
                <a:solidFill>
                  <a:srgbClr val="FF0000"/>
                </a:solidFill>
                <a:latin typeface="BIZ UDPゴシック" panose="020B0400000000000000" pitchFamily="50" charset="-128"/>
                <a:ea typeface="BIZ UDPゴシック" panose="020B0400000000000000" pitchFamily="50" charset="-128"/>
              </a:rPr>
              <a:t> TARGETS </a:t>
            </a:r>
            <a:r>
              <a:rPr kumimoji="1" lang="ja-JP" altLang="en-US" sz="1600">
                <a:solidFill>
                  <a:srgbClr val="FF0000"/>
                </a:solidFill>
                <a:latin typeface="BIZ UDPゴシック" panose="020B0400000000000000" pitchFamily="50" charset="-128"/>
                <a:ea typeface="BIZ UDPゴシック" panose="020B0400000000000000" pitchFamily="50" charset="-128"/>
              </a:rPr>
              <a:t>セクションだけ</a:t>
            </a:r>
            <a:endParaRPr kumimoji="1" lang="en-US" altLang="ja-JP" sz="1600">
              <a:solidFill>
                <a:srgbClr val="FF0000"/>
              </a:solidFill>
              <a:latin typeface="BIZ UDPゴシック" panose="020B0400000000000000" pitchFamily="50" charset="-128"/>
              <a:ea typeface="BIZ UDPゴシック" panose="020B0400000000000000" pitchFamily="50" charset="-128"/>
            </a:endParaRPr>
          </a:p>
          <a:p>
            <a:pPr algn="l"/>
            <a:r>
              <a:rPr kumimoji="1" lang="ja-JP" altLang="en-US" sz="1600">
                <a:latin typeface="BIZ UDPゴシック" panose="020B0400000000000000" pitchFamily="50" charset="-128"/>
                <a:ea typeface="BIZ UDPゴシック" panose="020B0400000000000000" pitchFamily="50" charset="-128"/>
              </a:rPr>
              <a:t>を書けば間に合うことが多いです。</a:t>
            </a:r>
          </a:p>
        </p:txBody>
      </p:sp>
    </p:spTree>
    <p:extLst>
      <p:ext uri="{BB962C8B-B14F-4D97-AF65-F5344CB8AC3E}">
        <p14:creationId xmlns:p14="http://schemas.microsoft.com/office/powerpoint/2010/main" val="3339446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複数ソースの相互参照</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18</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ja-JP" altLang="en-US" kern="0">
                <a:latin typeface="BIZ UDPゴシック" panose="020B0400000000000000" pitchFamily="50" charset="-128"/>
                <a:ea typeface="BIZ UDPゴシック" panose="020B0400000000000000" pitchFamily="50" charset="-128"/>
              </a:rPr>
              <a:t>複数のソース </a:t>
            </a:r>
            <a:r>
              <a:rPr lang="en-US" altLang="ja-JP" kern="0">
                <a:latin typeface="BIZ UDPゴシック" panose="020B0400000000000000" pitchFamily="50" charset="-128"/>
                <a:ea typeface="BIZ UDPゴシック" panose="020B0400000000000000" pitchFamily="50" charset="-128"/>
              </a:rPr>
              <a:t>pptx </a:t>
            </a:r>
            <a:r>
              <a:rPr lang="ja-JP" altLang="en-US" kern="0">
                <a:latin typeface="BIZ UDPゴシック" panose="020B0400000000000000" pitchFamily="50" charset="-128"/>
                <a:ea typeface="BIZ UDPゴシック" panose="020B0400000000000000" pitchFamily="50" charset="-128"/>
              </a:rPr>
              <a:t>ファイルで相互参照を行う場合は </a:t>
            </a:r>
            <a:r>
              <a:rPr lang="en-US" altLang="ja-JP" kern="0">
                <a:latin typeface="BIZ UDPゴシック" panose="020B0400000000000000" pitchFamily="50" charset="-128"/>
                <a:ea typeface="BIZ UDPゴシック" panose="020B0400000000000000" pitchFamily="50" charset="-128"/>
              </a:rPr>
              <a:t>TARGETS </a:t>
            </a:r>
            <a:r>
              <a:rPr lang="ja-JP" altLang="en-US" kern="0">
                <a:latin typeface="BIZ UDPゴシック" panose="020B0400000000000000" pitchFamily="50" charset="-128"/>
                <a:ea typeface="BIZ UDPゴシック" panose="020B0400000000000000" pitchFamily="50" charset="-128"/>
              </a:rPr>
              <a:t>セクションに複数のソースを記載し、それに応じて </a:t>
            </a:r>
            <a:r>
              <a:rPr lang="en-US" altLang="ja-JP" kern="0">
                <a:latin typeface="BIZ UDPゴシック" panose="020B0400000000000000" pitchFamily="50" charset="-128"/>
                <a:ea typeface="BIZ UDPゴシック" panose="020B0400000000000000" pitchFamily="50" charset="-128"/>
              </a:rPr>
              <a:t>INDEXING, GENERATING </a:t>
            </a:r>
            <a:r>
              <a:rPr lang="ja-JP" altLang="en-US" kern="0">
                <a:latin typeface="BIZ UDPゴシック" panose="020B0400000000000000" pitchFamily="50" charset="-128"/>
                <a:ea typeface="BIZ UDPゴシック" panose="020B0400000000000000" pitchFamily="50" charset="-128"/>
              </a:rPr>
              <a:t>も複数化します</a:t>
            </a:r>
            <a:endParaRPr lang="ja-JP" altLang="en-US" kern="0" dirty="0">
              <a:latin typeface="BIZ UDPゴシック" panose="020B0400000000000000" pitchFamily="50" charset="-128"/>
              <a:ea typeface="BIZ UDPゴシック" panose="020B0400000000000000" pitchFamily="50" charset="-128"/>
            </a:endParaRPr>
          </a:p>
        </p:txBody>
      </p:sp>
      <p:sp>
        <p:nvSpPr>
          <p:cNvPr id="59" name="正方形/長方形 58">
            <a:extLst>
              <a:ext uri="{FF2B5EF4-FFF2-40B4-BE49-F238E27FC236}">
                <a16:creationId xmlns:a16="http://schemas.microsoft.com/office/drawing/2014/main" id="{6D59A1A0-AF76-5777-3071-F088E6F289D1}"/>
              </a:ext>
            </a:extLst>
          </p:cNvPr>
          <p:cNvSpPr/>
          <p:nvPr/>
        </p:nvSpPr>
        <p:spPr bwMode="auto">
          <a:xfrm>
            <a:off x="839416" y="1854386"/>
            <a:ext cx="4472187" cy="452694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FOLDER: example/ex1 </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A: SourcefileA</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B: C:\folder\SourcefileB</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eaLnBrk="1" hangingPunct="1"/>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eaLnBrk="1" hangingPunct="1"/>
            <a:r>
              <a:rPr lang="en-US" altLang="ja-JP" sz="1200">
                <a:latin typeface="BIZ UDPゴシック" panose="020B0400000000000000" pitchFamily="50" charset="-128"/>
                <a:ea typeface="BIZ UDPゴシック" panose="020B0400000000000000" pitchFamily="50" charset="-128"/>
              </a:rPr>
              <a:t>  - INDEX: &lt;B:_index&gt;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&lt;B:_source&gt;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&lt;B:index&gt;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 &lt;B&gt;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&lt;B:_source&gt;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&lt;B:index&gt;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p:txBody>
      </p:sp>
      <p:cxnSp>
        <p:nvCxnSpPr>
          <p:cNvPr id="60" name="直線矢印コネクタ 59">
            <a:extLst>
              <a:ext uri="{FF2B5EF4-FFF2-40B4-BE49-F238E27FC236}">
                <a16:creationId xmlns:a16="http://schemas.microsoft.com/office/drawing/2014/main" id="{5BDDDB5E-FBAA-75F3-0C8C-2910AC3FF47A}"/>
              </a:ext>
            </a:extLst>
          </p:cNvPr>
          <p:cNvCxnSpPr>
            <a:cxnSpLocks/>
            <a:stCxn id="61" idx="1"/>
          </p:cNvCxnSpPr>
          <p:nvPr/>
        </p:nvCxnSpPr>
        <p:spPr bwMode="auto">
          <a:xfrm flipH="1" flipV="1">
            <a:off x="2927648" y="3280272"/>
            <a:ext cx="2808312" cy="889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1" name="テキスト ボックス 60">
            <a:extLst>
              <a:ext uri="{FF2B5EF4-FFF2-40B4-BE49-F238E27FC236}">
                <a16:creationId xmlns:a16="http://schemas.microsoft.com/office/drawing/2014/main" id="{B29F5A34-F2FE-05F5-9C60-29C0076848C3}"/>
              </a:ext>
            </a:extLst>
          </p:cNvPr>
          <p:cNvSpPr txBox="1"/>
          <p:nvPr/>
        </p:nvSpPr>
        <p:spPr bwMode="auto">
          <a:xfrm>
            <a:off x="5735960" y="3046014"/>
            <a:ext cx="417646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に指定した個別ファイルごとに </a:t>
            </a:r>
            <a:r>
              <a:rPr lang="en-US" altLang="ja-JP" sz="1200">
                <a:latin typeface="BIZ UDPゴシック" panose="020B0400000000000000" pitchFamily="50" charset="-128"/>
                <a:ea typeface="BIZ UDPゴシック" panose="020B0400000000000000" pitchFamily="50" charset="-128"/>
              </a:rPr>
              <a:t>INDEX </a:t>
            </a:r>
            <a:r>
              <a:rPr lang="ja-JP" altLang="en-US" sz="1200">
                <a:latin typeface="BIZ UDPゴシック" panose="020B0400000000000000" pitchFamily="50" charset="-128"/>
                <a:ea typeface="BIZ UDPゴシック" panose="020B0400000000000000" pitchFamily="50" charset="-128"/>
              </a:rPr>
              <a:t>パラメータを指定する。　通常このように識別コードを使ったパターンを繰り返すだけ。</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68" name="直線矢印コネクタ 67">
            <a:extLst>
              <a:ext uri="{FF2B5EF4-FFF2-40B4-BE49-F238E27FC236}">
                <a16:creationId xmlns:a16="http://schemas.microsoft.com/office/drawing/2014/main" id="{A74E4AD1-9D3D-9414-A3FD-C4C5B8EA6C59}"/>
              </a:ext>
            </a:extLst>
          </p:cNvPr>
          <p:cNvCxnSpPr>
            <a:cxnSpLocks/>
          </p:cNvCxnSpPr>
          <p:nvPr/>
        </p:nvCxnSpPr>
        <p:spPr bwMode="auto">
          <a:xfrm flipH="1">
            <a:off x="2639616" y="4174001"/>
            <a:ext cx="3096344" cy="21602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E28DF504-5973-0ED5-21C0-6074B19710DA}"/>
              </a:ext>
            </a:extLst>
          </p:cNvPr>
          <p:cNvSpPr txBox="1"/>
          <p:nvPr/>
        </p:nvSpPr>
        <p:spPr bwMode="auto">
          <a:xfrm>
            <a:off x="5735960" y="3987062"/>
            <a:ext cx="4472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に指定した個別ファイルごとに </a:t>
            </a:r>
            <a:r>
              <a:rPr lang="en-US" altLang="ja-JP" sz="1200">
                <a:latin typeface="BIZ UDPゴシック" panose="020B0400000000000000" pitchFamily="50" charset="-128"/>
                <a:ea typeface="BIZ UDPゴシック" panose="020B0400000000000000" pitchFamily="50" charset="-128"/>
              </a:rPr>
              <a:t>GENERATING </a:t>
            </a:r>
            <a:r>
              <a:rPr lang="ja-JP" altLang="en-US" sz="1200">
                <a:latin typeface="BIZ UDPゴシック" panose="020B0400000000000000" pitchFamily="50" charset="-128"/>
                <a:ea typeface="BIZ UDPゴシック" panose="020B0400000000000000" pitchFamily="50" charset="-128"/>
              </a:rPr>
              <a:t>パラメータを指定する。　これも識別コードを使ったパターンを繰り返すことが多い</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72" name="直線矢印コネクタ 71">
            <a:extLst>
              <a:ext uri="{FF2B5EF4-FFF2-40B4-BE49-F238E27FC236}">
                <a16:creationId xmlns:a16="http://schemas.microsoft.com/office/drawing/2014/main" id="{728813FE-8770-7C83-50C8-E700CA9E757F}"/>
              </a:ext>
            </a:extLst>
          </p:cNvPr>
          <p:cNvCxnSpPr>
            <a:cxnSpLocks/>
          </p:cNvCxnSpPr>
          <p:nvPr/>
        </p:nvCxnSpPr>
        <p:spPr bwMode="auto">
          <a:xfrm flipH="1">
            <a:off x="2351584" y="2517817"/>
            <a:ext cx="3312368" cy="720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73" name="テキスト ボックス 72">
            <a:extLst>
              <a:ext uri="{FF2B5EF4-FFF2-40B4-BE49-F238E27FC236}">
                <a16:creationId xmlns:a16="http://schemas.microsoft.com/office/drawing/2014/main" id="{5EFE98A1-9E38-C0D1-E20F-D0DD4D874482}"/>
              </a:ext>
            </a:extLst>
          </p:cNvPr>
          <p:cNvSpPr txBox="1"/>
          <p:nvPr/>
        </p:nvSpPr>
        <p:spPr bwMode="auto">
          <a:xfrm>
            <a:off x="5735960" y="2372346"/>
            <a:ext cx="447218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TARGETS: </a:t>
            </a:r>
            <a:r>
              <a:rPr lang="ja-JP" altLang="en-US" sz="1200">
                <a:latin typeface="BIZ UDPゴシック" panose="020B0400000000000000" pitchFamily="50" charset="-128"/>
                <a:ea typeface="BIZ UDPゴシック" panose="020B0400000000000000" pitchFamily="50" charset="-128"/>
              </a:rPr>
              <a:t>に識別コードを変えて複数のファイル名を書く。</a:t>
            </a:r>
            <a:endParaRPr lang="en-US" altLang="ja-JP" sz="1200">
              <a:latin typeface="BIZ UDPゴシック" panose="020B0400000000000000" pitchFamily="50" charset="-128"/>
              <a:ea typeface="BIZ UDPゴシック" panose="020B0400000000000000" pitchFamily="50" charset="-128"/>
            </a:endParaRPr>
          </a:p>
          <a:p>
            <a:pPr algn="l"/>
            <a:r>
              <a:rPr lang="ja-JP" altLang="en-US" sz="1200">
                <a:latin typeface="BIZ UDPゴシック" panose="020B0400000000000000" pitchFamily="50" charset="-128"/>
                <a:ea typeface="BIZ UDPゴシック" panose="020B0400000000000000" pitchFamily="50" charset="-128"/>
              </a:rPr>
              <a:t>フルパスで書くこともできる。拡張子は省略できる。</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79" name="直線矢印コネクタ 78">
            <a:extLst>
              <a:ext uri="{FF2B5EF4-FFF2-40B4-BE49-F238E27FC236}">
                <a16:creationId xmlns:a16="http://schemas.microsoft.com/office/drawing/2014/main" id="{A044CA10-39FF-C413-42F7-A32BB7883DD7}"/>
              </a:ext>
            </a:extLst>
          </p:cNvPr>
          <p:cNvCxnSpPr>
            <a:cxnSpLocks/>
          </p:cNvCxnSpPr>
          <p:nvPr/>
        </p:nvCxnSpPr>
        <p:spPr bwMode="auto">
          <a:xfrm flipH="1">
            <a:off x="3287688" y="2589825"/>
            <a:ext cx="2376264" cy="13853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83" name="直線矢印コネクタ 82">
            <a:extLst>
              <a:ext uri="{FF2B5EF4-FFF2-40B4-BE49-F238E27FC236}">
                <a16:creationId xmlns:a16="http://schemas.microsoft.com/office/drawing/2014/main" id="{172F3A48-4F29-000E-21A9-E014F5848788}"/>
              </a:ext>
            </a:extLst>
          </p:cNvPr>
          <p:cNvCxnSpPr>
            <a:cxnSpLocks/>
            <a:stCxn id="61" idx="1"/>
          </p:cNvCxnSpPr>
          <p:nvPr/>
        </p:nvCxnSpPr>
        <p:spPr bwMode="auto">
          <a:xfrm flipH="1">
            <a:off x="2927648" y="3369180"/>
            <a:ext cx="2808312" cy="313774"/>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89" name="テキスト ボックス 88">
            <a:extLst>
              <a:ext uri="{FF2B5EF4-FFF2-40B4-BE49-F238E27FC236}">
                <a16:creationId xmlns:a16="http://schemas.microsoft.com/office/drawing/2014/main" id="{A4AF6773-A830-E27E-20EB-A184D8DB2AB4}"/>
              </a:ext>
            </a:extLst>
          </p:cNvPr>
          <p:cNvSpPr txBox="1"/>
          <p:nvPr/>
        </p:nvSpPr>
        <p:spPr bwMode="auto">
          <a:xfrm>
            <a:off x="5735960" y="4702197"/>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相互参照をする場合は </a:t>
            </a:r>
            <a:r>
              <a:rPr lang="en-US" altLang="ja-JP" sz="1200">
                <a:solidFill>
                  <a:srgbClr val="FF0000"/>
                </a:solidFill>
                <a:latin typeface="BIZ UDPゴシック" panose="020B0400000000000000" pitchFamily="50" charset="-128"/>
                <a:ea typeface="BIZ UDPゴシック" panose="020B0400000000000000" pitchFamily="50" charset="-128"/>
              </a:rPr>
              <a:t>INDEX </a:t>
            </a:r>
            <a:r>
              <a:rPr lang="ja-JP" altLang="en-US" sz="1200">
                <a:solidFill>
                  <a:srgbClr val="FF0000"/>
                </a:solidFill>
                <a:latin typeface="BIZ UDPゴシック" panose="020B0400000000000000" pitchFamily="50" charset="-128"/>
                <a:ea typeface="BIZ UDPゴシック" panose="020B0400000000000000" pitchFamily="50" charset="-128"/>
              </a:rPr>
              <a:t>を複数指定しなければならない</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90" name="直線矢印コネクタ 89">
            <a:extLst>
              <a:ext uri="{FF2B5EF4-FFF2-40B4-BE49-F238E27FC236}">
                <a16:creationId xmlns:a16="http://schemas.microsoft.com/office/drawing/2014/main" id="{3D17C229-41F2-B776-CBC7-A5E0AEF16EAF}"/>
              </a:ext>
            </a:extLst>
          </p:cNvPr>
          <p:cNvCxnSpPr>
            <a:cxnSpLocks/>
          </p:cNvCxnSpPr>
          <p:nvPr/>
        </p:nvCxnSpPr>
        <p:spPr bwMode="auto">
          <a:xfrm flipH="1">
            <a:off x="2423592" y="4840734"/>
            <a:ext cx="3312368" cy="16287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2" name="直線矢印コネクタ 91">
            <a:extLst>
              <a:ext uri="{FF2B5EF4-FFF2-40B4-BE49-F238E27FC236}">
                <a16:creationId xmlns:a16="http://schemas.microsoft.com/office/drawing/2014/main" id="{BFB9D76D-B3AA-BFB1-3042-41A680C82EED}"/>
              </a:ext>
            </a:extLst>
          </p:cNvPr>
          <p:cNvCxnSpPr>
            <a:cxnSpLocks/>
          </p:cNvCxnSpPr>
          <p:nvPr/>
        </p:nvCxnSpPr>
        <p:spPr bwMode="auto">
          <a:xfrm flipH="1">
            <a:off x="2495600" y="4215102"/>
            <a:ext cx="3240360" cy="115872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B99443A-C661-1A98-4276-E037CC8D6765}"/>
              </a:ext>
            </a:extLst>
          </p:cNvPr>
          <p:cNvCxnSpPr>
            <a:cxnSpLocks/>
          </p:cNvCxnSpPr>
          <p:nvPr/>
        </p:nvCxnSpPr>
        <p:spPr bwMode="auto">
          <a:xfrm flipH="1">
            <a:off x="2351584" y="4871629"/>
            <a:ext cx="3384376" cy="1149659"/>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Tree>
    <p:extLst>
      <p:ext uri="{BB962C8B-B14F-4D97-AF65-F5344CB8AC3E}">
        <p14:creationId xmlns:p14="http://schemas.microsoft.com/office/powerpoint/2010/main" val="32302379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2DABF-733B-1CA3-0C23-F11C7FF903E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9DDEC1-0AC4-540B-6768-4292632733D9}"/>
              </a:ext>
            </a:extLst>
          </p:cNvPr>
          <p:cNvSpPr>
            <a:spLocks noGrp="1"/>
          </p:cNvSpPr>
          <p:nvPr>
            <p:ph type="title"/>
          </p:nvPr>
        </p:nvSpPr>
        <p:spPr>
          <a:xfrm>
            <a:off x="898656" y="260648"/>
            <a:ext cx="10957984" cy="576061"/>
          </a:xfrm>
        </p:spPr>
        <p:txBody>
          <a:bodyPr/>
          <a:lstStyle/>
          <a:p>
            <a:r>
              <a:rPr lang="ja-JP" altLang="en-US" sz="2800">
                <a:solidFill>
                  <a:schemeClr val="tx1"/>
                </a:solidFill>
              </a:rPr>
              <a:t>パラメータファイルの書き方： </a:t>
            </a:r>
            <a:r>
              <a:rPr lang="en-US" altLang="ja-JP" sz="2800">
                <a:solidFill>
                  <a:schemeClr val="tx1"/>
                </a:solidFill>
              </a:rPr>
              <a:t>#CSP#, #CSL# </a:t>
            </a:r>
            <a:r>
              <a:rPr lang="ja-JP" altLang="en-US" sz="2800">
                <a:solidFill>
                  <a:schemeClr val="tx1"/>
                </a:solidFill>
              </a:rPr>
              <a:t>の使用</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A3500BB5-261F-E38A-5622-E7EFC7530725}"/>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40F66ED2-3566-D1D2-4536-94864DFDD807}"/>
              </a:ext>
            </a:extLst>
          </p:cNvPr>
          <p:cNvSpPr>
            <a:spLocks noGrp="1"/>
          </p:cNvSpPr>
          <p:nvPr>
            <p:ph type="sldNum" sz="quarter" idx="12"/>
          </p:nvPr>
        </p:nvSpPr>
        <p:spPr/>
        <p:txBody>
          <a:bodyPr/>
          <a:lstStyle/>
          <a:p>
            <a:fld id="{D2D8002D-B5B0-4BAC-B1F6-782DDCCE6D9C}" type="slidenum">
              <a:rPr kumimoji="1" lang="ja-JP" altLang="en-US" smtClean="0"/>
              <a:t>19</a:t>
            </a:fld>
            <a:endParaRPr kumimoji="1" lang="ja-JP" altLang="en-US"/>
          </a:p>
        </p:txBody>
      </p:sp>
      <p:sp>
        <p:nvSpPr>
          <p:cNvPr id="4" name="テキスト ボックス 3">
            <a:extLst>
              <a:ext uri="{FF2B5EF4-FFF2-40B4-BE49-F238E27FC236}">
                <a16:creationId xmlns:a16="http://schemas.microsoft.com/office/drawing/2014/main" id="{E6E96442-58B5-7BAD-96EA-0DA311E2801F}"/>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#CSL# </a:t>
            </a:r>
            <a:r>
              <a:rPr lang="ja-JP" altLang="en-US" kern="0">
                <a:latin typeface="BIZ UDPゴシック" panose="020B0400000000000000" pitchFamily="50" charset="-128"/>
                <a:ea typeface="BIZ UDPゴシック" panose="020B0400000000000000" pitchFamily="50" charset="-128"/>
              </a:rPr>
              <a:t>または </a:t>
            </a:r>
            <a:r>
              <a:rPr lang="en-US" altLang="ja-JP" kern="0">
                <a:latin typeface="BIZ UDPゴシック" panose="020B0400000000000000" pitchFamily="50" charset="-128"/>
                <a:ea typeface="BIZ UDPゴシック" panose="020B0400000000000000" pitchFamily="50" charset="-128"/>
              </a:rPr>
              <a:t>#CSP# </a:t>
            </a:r>
            <a:r>
              <a:rPr lang="ja-JP" altLang="en-US" kern="0">
                <a:latin typeface="BIZ UDPゴシック" panose="020B0400000000000000" pitchFamily="50" charset="-128"/>
                <a:ea typeface="BIZ UDPゴシック" panose="020B0400000000000000" pitchFamily="50" charset="-128"/>
              </a:rPr>
              <a:t>を使用する場合は、</a:t>
            </a:r>
            <a:r>
              <a:rPr lang="en-US" altLang="ja-JP" kern="0">
                <a:latin typeface="BIZ UDPゴシック" panose="020B0400000000000000" pitchFamily="50" charset="-128"/>
                <a:ea typeface="BIZ UDPゴシック" panose="020B0400000000000000" pitchFamily="50" charset="-128"/>
              </a:rPr>
              <a:t>GENERATING </a:t>
            </a:r>
            <a:r>
              <a:rPr lang="ja-JP" altLang="en-US" kern="0">
                <a:latin typeface="BIZ UDPゴシック" panose="020B0400000000000000" pitchFamily="50" charset="-128"/>
                <a:ea typeface="BIZ UDPゴシック" panose="020B0400000000000000" pitchFamily="50" charset="-128"/>
              </a:rPr>
              <a:t>セクションでその指定を行う</a:t>
            </a:r>
            <a:endParaRPr lang="ja-JP" altLang="en-US" kern="0" dirty="0">
              <a:latin typeface="BIZ UDPゴシック" panose="020B0400000000000000" pitchFamily="50" charset="-128"/>
              <a:ea typeface="BIZ UDPゴシック" panose="020B0400000000000000" pitchFamily="50" charset="-128"/>
            </a:endParaRPr>
          </a:p>
        </p:txBody>
      </p:sp>
      <p:sp>
        <p:nvSpPr>
          <p:cNvPr id="59" name="正方形/長方形 58">
            <a:extLst>
              <a:ext uri="{FF2B5EF4-FFF2-40B4-BE49-F238E27FC236}">
                <a16:creationId xmlns:a16="http://schemas.microsoft.com/office/drawing/2014/main" id="{6D59A1A0-AF76-5777-3071-F088E6F289D1}"/>
              </a:ext>
            </a:extLst>
          </p:cNvPr>
          <p:cNvSpPr/>
          <p:nvPr/>
        </p:nvSpPr>
        <p:spPr bwMode="auto">
          <a:xfrm>
            <a:off x="839416" y="1863874"/>
            <a:ext cx="4472187" cy="4526941"/>
          </a:xfrm>
          <a:prstGeom prst="rect">
            <a:avLst/>
          </a:prstGeom>
          <a:solidFill>
            <a:schemeClr val="bg1"/>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t" anchorCtr="0" compatLnSpc="1">
            <a:prstTxWarp prst="textNoShape">
              <a:avLst/>
            </a:prstTxWarp>
          </a:bodyPr>
          <a:lstStyle/>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VERSION: 1</a:t>
            </a:r>
          </a:p>
          <a:p>
            <a:pPr marL="0" marR="0" indent="0" defTabSz="914400" rtl="0" eaLnBrk="1" fontAlgn="base" latinLnBrk="0" hangingPunct="1">
              <a:lnSpc>
                <a:spcPct val="100000"/>
              </a:lnSpc>
              <a:spcBef>
                <a:spcPct val="0"/>
              </a:spcBef>
              <a:spcAft>
                <a:spcPct val="0"/>
              </a:spcAft>
              <a:buClrTx/>
              <a:buSzTx/>
              <a:buFontTx/>
              <a:buNone/>
              <a:tabLst/>
            </a:pPr>
            <a:r>
              <a:rPr lang="fr-FR" altLang="ja-JP" sz="1200">
                <a:latin typeface="BIZ UDPゴシック" panose="020B0400000000000000" pitchFamily="50" charset="-128"/>
                <a:ea typeface="BIZ UDPゴシック" panose="020B0400000000000000" pitchFamily="50" charset="-128"/>
              </a:rPr>
              <a:t>FOLDER: example/ex1 </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TARGETS:</a:t>
            </a:r>
          </a:p>
          <a:p>
            <a:pPr marL="0" marR="0" indent="0" defTabSz="914400" rtl="0" eaLnBrk="1" fontAlgn="base" latinLnBrk="0" hangingPunct="1">
              <a:lnSpc>
                <a:spcPct val="100000"/>
              </a:lnSpc>
              <a:spcBef>
                <a:spcPct val="0"/>
              </a:spcBef>
              <a:spcAft>
                <a:spcPct val="0"/>
              </a:spcAft>
              <a:buClrTx/>
              <a:buSzTx/>
              <a:buFontTx/>
              <a:buNone/>
              <a:tabLst/>
            </a:pPr>
            <a:r>
              <a:rPr lang="ja-JP" altLang="en-US" sz="1200">
                <a:latin typeface="BIZ UDPゴシック" panose="020B0400000000000000" pitchFamily="50" charset="-128"/>
                <a:ea typeface="BIZ UDPゴシック" panose="020B0400000000000000" pitchFamily="50" charset="-128"/>
              </a:rPr>
              <a:t>  </a:t>
            </a:r>
            <a:r>
              <a:rPr lang="en-US" altLang="ja-JP" sz="1200">
                <a:latin typeface="BIZ UDPゴシック" panose="020B0400000000000000" pitchFamily="50" charset="-128"/>
                <a:ea typeface="BIZ UDPゴシック" panose="020B0400000000000000" pitchFamily="50" charset="-128"/>
              </a:rPr>
              <a:t>A: SourcefileA</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INDEXING:</a:t>
            </a:r>
          </a:p>
          <a:p>
            <a:pPr eaLnBrk="1" hangingPunct="1"/>
            <a:r>
              <a:rPr lang="en-US" altLang="ja-JP" sz="1200">
                <a:latin typeface="BIZ UDPゴシック" panose="020B0400000000000000" pitchFamily="50" charset="-128"/>
                <a:ea typeface="BIZ UDPゴシック" panose="020B0400000000000000" pitchFamily="50" charset="-128"/>
              </a:rPr>
              <a:t>  - INDEX: &lt;A:_index&gt;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GENERATING:</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&lt;A:_</a:t>
            </a:r>
            <a:r>
              <a:rPr lang="ja-JP" altLang="en-US" sz="1200">
                <a:latin typeface="BIZ UDPゴシック" panose="020B0400000000000000" pitchFamily="50" charset="-128"/>
                <a:ea typeface="BIZ UDPゴシック" panose="020B0400000000000000" pitchFamily="50" charset="-128"/>
              </a:rPr>
              <a:t>講師用</a:t>
            </a:r>
            <a:r>
              <a:rPr lang="en-US" altLang="ja-JP" sz="1200">
                <a:latin typeface="BIZ UDPゴシック" panose="020B0400000000000000" pitchFamily="50" charset="-128"/>
                <a:ea typeface="BIZ UDPゴシック" panose="020B0400000000000000" pitchFamily="50" charset="-128"/>
              </a:rPr>
              <a:t>&gt;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endParaRPr lang="en-US" altLang="ja-JP" sz="1200">
              <a:latin typeface="BIZ UDPゴシック" panose="020B0400000000000000" pitchFamily="50" charset="-128"/>
              <a:ea typeface="BIZ UDPゴシック" panose="020B0400000000000000"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GENERATE : &lt;A:_</a:t>
            </a:r>
            <a:r>
              <a:rPr lang="ja-JP" altLang="en-US" sz="1200">
                <a:latin typeface="BIZ UDPゴシック" panose="020B0400000000000000" pitchFamily="50" charset="-128"/>
                <a:ea typeface="BIZ UDPゴシック" panose="020B0400000000000000" pitchFamily="50" charset="-128"/>
              </a:rPr>
              <a:t>受講者用</a:t>
            </a:r>
            <a:r>
              <a:rPr lang="en-US" altLang="ja-JP" sz="1200">
                <a:latin typeface="BIZ UDPゴシック" panose="020B0400000000000000" pitchFamily="50" charset="-128"/>
                <a:ea typeface="BIZ UDPゴシック" panose="020B0400000000000000" pitchFamily="50" charset="-128"/>
              </a:rPr>
              <a:t>&gt;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SOURCE: &lt;A:_source&gt;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INDEX:</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 &lt;A:index&gt;</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CSL: ON</a:t>
            </a:r>
          </a:p>
          <a:p>
            <a:pPr marL="0" marR="0" indent="0" defTabSz="914400" rtl="0" eaLnBrk="1" fontAlgn="base" latinLnBrk="0" hangingPunct="1">
              <a:lnSpc>
                <a:spcPct val="100000"/>
              </a:lnSpc>
              <a:spcBef>
                <a:spcPct val="0"/>
              </a:spcBef>
              <a:spcAft>
                <a:spcPct val="0"/>
              </a:spcAft>
              <a:buClrTx/>
              <a:buSzTx/>
              <a:buFontTx/>
              <a:buNone/>
              <a:tabLst/>
            </a:pPr>
            <a:r>
              <a:rPr lang="en-US" altLang="ja-JP" sz="1200">
                <a:latin typeface="BIZ UDPゴシック" panose="020B0400000000000000" pitchFamily="50" charset="-128"/>
                <a:ea typeface="BIZ UDPゴシック" panose="020B0400000000000000" pitchFamily="50" charset="-128"/>
              </a:rPr>
              <a:t>    CSP: ON</a:t>
            </a:r>
          </a:p>
        </p:txBody>
      </p:sp>
      <p:cxnSp>
        <p:nvCxnSpPr>
          <p:cNvPr id="60" name="直線矢印コネクタ 59">
            <a:extLst>
              <a:ext uri="{FF2B5EF4-FFF2-40B4-BE49-F238E27FC236}">
                <a16:creationId xmlns:a16="http://schemas.microsoft.com/office/drawing/2014/main" id="{5BDDDB5E-FBAA-75F3-0C8C-2910AC3FF47A}"/>
              </a:ext>
            </a:extLst>
          </p:cNvPr>
          <p:cNvCxnSpPr>
            <a:cxnSpLocks/>
          </p:cNvCxnSpPr>
          <p:nvPr/>
        </p:nvCxnSpPr>
        <p:spPr bwMode="auto">
          <a:xfrm flipH="1">
            <a:off x="2927648" y="2981010"/>
            <a:ext cx="2808312" cy="11748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1" name="テキスト ボックス 60">
            <a:extLst>
              <a:ext uri="{FF2B5EF4-FFF2-40B4-BE49-F238E27FC236}">
                <a16:creationId xmlns:a16="http://schemas.microsoft.com/office/drawing/2014/main" id="{B29F5A34-F2FE-05F5-9C60-29C0076848C3}"/>
              </a:ext>
            </a:extLst>
          </p:cNvPr>
          <p:cNvSpPr txBox="1"/>
          <p:nvPr/>
        </p:nvSpPr>
        <p:spPr bwMode="auto">
          <a:xfrm>
            <a:off x="5735960" y="2780909"/>
            <a:ext cx="417646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latin typeface="BIZ UDPゴシック" panose="020B0400000000000000" pitchFamily="50" charset="-128"/>
                <a:ea typeface="BIZ UDPゴシック" panose="020B0400000000000000" pitchFamily="50" charset="-128"/>
              </a:rPr>
              <a:t>ソースが</a:t>
            </a:r>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つなので </a:t>
            </a:r>
            <a:r>
              <a:rPr lang="en-US" altLang="ja-JP" sz="1200">
                <a:latin typeface="BIZ UDPゴシック" panose="020B0400000000000000" pitchFamily="50" charset="-128"/>
                <a:ea typeface="BIZ UDPゴシック" panose="020B0400000000000000" pitchFamily="50" charset="-128"/>
              </a:rPr>
              <a:t>INDEX </a:t>
            </a:r>
            <a:r>
              <a:rPr lang="ja-JP" altLang="en-US" sz="1200">
                <a:latin typeface="BIZ UDPゴシック" panose="020B0400000000000000" pitchFamily="50" charset="-128"/>
                <a:ea typeface="BIZ UDPゴシック" panose="020B0400000000000000" pitchFamily="50" charset="-128"/>
              </a:rPr>
              <a:t>も</a:t>
            </a:r>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a:t>
            </a:r>
            <a:endParaRPr kumimoji="1" lang="ja-JP" altLang="en-US" sz="1200">
              <a:latin typeface="BIZ UDPゴシック" panose="020B0400000000000000" pitchFamily="50" charset="-128"/>
              <a:ea typeface="BIZ UDPゴシック" panose="020B0400000000000000" pitchFamily="50" charset="-128"/>
            </a:endParaRPr>
          </a:p>
        </p:txBody>
      </p:sp>
      <p:cxnSp>
        <p:nvCxnSpPr>
          <p:cNvPr id="68" name="直線矢印コネクタ 67">
            <a:extLst>
              <a:ext uri="{FF2B5EF4-FFF2-40B4-BE49-F238E27FC236}">
                <a16:creationId xmlns:a16="http://schemas.microsoft.com/office/drawing/2014/main" id="{A74E4AD1-9D3D-9414-A3FD-C4C5B8EA6C59}"/>
              </a:ext>
            </a:extLst>
          </p:cNvPr>
          <p:cNvCxnSpPr>
            <a:cxnSpLocks/>
          </p:cNvCxnSpPr>
          <p:nvPr/>
        </p:nvCxnSpPr>
        <p:spPr bwMode="auto">
          <a:xfrm flipH="1">
            <a:off x="3075509" y="3689186"/>
            <a:ext cx="2664296" cy="131283"/>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69" name="テキスト ボックス 68">
            <a:extLst>
              <a:ext uri="{FF2B5EF4-FFF2-40B4-BE49-F238E27FC236}">
                <a16:creationId xmlns:a16="http://schemas.microsoft.com/office/drawing/2014/main" id="{E28DF504-5973-0ED5-21C0-6074B19710DA}"/>
              </a:ext>
            </a:extLst>
          </p:cNvPr>
          <p:cNvSpPr txBox="1"/>
          <p:nvPr/>
        </p:nvSpPr>
        <p:spPr bwMode="auto">
          <a:xfrm>
            <a:off x="5735960" y="3538907"/>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同一のソースで 講師用と受講者用の</a:t>
            </a:r>
            <a:r>
              <a:rPr lang="en-US" altLang="ja-JP" sz="1200">
                <a:solidFill>
                  <a:srgbClr val="FF0000"/>
                </a:solidFill>
                <a:latin typeface="BIZ UDPゴシック" panose="020B0400000000000000" pitchFamily="50" charset="-128"/>
                <a:ea typeface="BIZ UDPゴシック" panose="020B0400000000000000" pitchFamily="50" charset="-128"/>
              </a:rPr>
              <a:t>2</a:t>
            </a:r>
            <a:r>
              <a:rPr lang="ja-JP" altLang="en-US" sz="1200">
                <a:solidFill>
                  <a:srgbClr val="FF0000"/>
                </a:solidFill>
                <a:latin typeface="BIZ UDPゴシック" panose="020B0400000000000000" pitchFamily="50" charset="-128"/>
                <a:ea typeface="BIZ UDPゴシック" panose="020B0400000000000000" pitchFamily="50" charset="-128"/>
              </a:rPr>
              <a:t>つの最終生成物を作る</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72" name="直線矢印コネクタ 71">
            <a:extLst>
              <a:ext uri="{FF2B5EF4-FFF2-40B4-BE49-F238E27FC236}">
                <a16:creationId xmlns:a16="http://schemas.microsoft.com/office/drawing/2014/main" id="{728813FE-8770-7C83-50C8-E700CA9E757F}"/>
              </a:ext>
            </a:extLst>
          </p:cNvPr>
          <p:cNvCxnSpPr>
            <a:cxnSpLocks/>
          </p:cNvCxnSpPr>
          <p:nvPr/>
        </p:nvCxnSpPr>
        <p:spPr bwMode="auto">
          <a:xfrm flipH="1">
            <a:off x="2351584" y="2517817"/>
            <a:ext cx="3312368" cy="72008"/>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73" name="テキスト ボックス 72">
            <a:extLst>
              <a:ext uri="{FF2B5EF4-FFF2-40B4-BE49-F238E27FC236}">
                <a16:creationId xmlns:a16="http://schemas.microsoft.com/office/drawing/2014/main" id="{5EFE98A1-9E38-C0D1-E20F-D0DD4D874482}"/>
              </a:ext>
            </a:extLst>
          </p:cNvPr>
          <p:cNvSpPr txBox="1"/>
          <p:nvPr/>
        </p:nvSpPr>
        <p:spPr bwMode="auto">
          <a:xfrm>
            <a:off x="5735960" y="2303209"/>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latin typeface="BIZ UDPゴシック" panose="020B0400000000000000" pitchFamily="50" charset="-128"/>
                <a:ea typeface="BIZ UDPゴシック" panose="020B0400000000000000" pitchFamily="50" charset="-128"/>
              </a:rPr>
              <a:t>1</a:t>
            </a:r>
            <a:r>
              <a:rPr lang="ja-JP" altLang="en-US" sz="1200">
                <a:latin typeface="BIZ UDPゴシック" panose="020B0400000000000000" pitchFamily="50" charset="-128"/>
                <a:ea typeface="BIZ UDPゴシック" panose="020B0400000000000000" pitchFamily="50" charset="-128"/>
              </a:rPr>
              <a:t>つのソースファイルをもとに講師用と受講者用を生成する想定</a:t>
            </a:r>
            <a:endParaRPr kumimoji="1" lang="ja-JP" altLang="en-US" sz="1200">
              <a:latin typeface="BIZ UDPゴシック" panose="020B0400000000000000" pitchFamily="50" charset="-128"/>
              <a:ea typeface="BIZ UDPゴシック" panose="020B0400000000000000" pitchFamily="50" charset="-128"/>
            </a:endParaRPr>
          </a:p>
        </p:txBody>
      </p:sp>
      <p:sp>
        <p:nvSpPr>
          <p:cNvPr id="89" name="テキスト ボックス 88">
            <a:extLst>
              <a:ext uri="{FF2B5EF4-FFF2-40B4-BE49-F238E27FC236}">
                <a16:creationId xmlns:a16="http://schemas.microsoft.com/office/drawing/2014/main" id="{A4AF6773-A830-E27E-20EB-A184D8DB2AB4}"/>
              </a:ext>
            </a:extLst>
          </p:cNvPr>
          <p:cNvSpPr txBox="1"/>
          <p:nvPr/>
        </p:nvSpPr>
        <p:spPr bwMode="auto">
          <a:xfrm>
            <a:off x="5735960" y="4175680"/>
            <a:ext cx="447218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ja-JP" altLang="en-US" sz="1200">
                <a:solidFill>
                  <a:srgbClr val="FF0000"/>
                </a:solidFill>
                <a:latin typeface="BIZ UDPゴシック" panose="020B0400000000000000" pitchFamily="50" charset="-128"/>
                <a:ea typeface="BIZ UDPゴシック" panose="020B0400000000000000" pitchFamily="50" charset="-128"/>
              </a:rPr>
              <a:t>ソース、インデックスは同一</a:t>
            </a:r>
            <a:endParaRPr kumimoji="1" lang="ja-JP" altLang="en-US" sz="1200">
              <a:solidFill>
                <a:srgbClr val="FF0000"/>
              </a:solidFill>
              <a:latin typeface="BIZ UDPゴシック" panose="020B0400000000000000" pitchFamily="50" charset="-128"/>
              <a:ea typeface="BIZ UDPゴシック" panose="020B0400000000000000" pitchFamily="50" charset="-128"/>
            </a:endParaRPr>
          </a:p>
        </p:txBody>
      </p:sp>
      <p:cxnSp>
        <p:nvCxnSpPr>
          <p:cNvPr id="90" name="直線矢印コネクタ 89">
            <a:extLst>
              <a:ext uri="{FF2B5EF4-FFF2-40B4-BE49-F238E27FC236}">
                <a16:creationId xmlns:a16="http://schemas.microsoft.com/office/drawing/2014/main" id="{3D17C229-41F2-B776-CBC7-A5E0AEF16EAF}"/>
              </a:ext>
            </a:extLst>
          </p:cNvPr>
          <p:cNvCxnSpPr>
            <a:cxnSpLocks/>
          </p:cNvCxnSpPr>
          <p:nvPr/>
        </p:nvCxnSpPr>
        <p:spPr bwMode="auto">
          <a:xfrm flipH="1" flipV="1">
            <a:off x="3075509" y="4042428"/>
            <a:ext cx="2660451" cy="238431"/>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2" name="直線矢印コネクタ 91">
            <a:extLst>
              <a:ext uri="{FF2B5EF4-FFF2-40B4-BE49-F238E27FC236}">
                <a16:creationId xmlns:a16="http://schemas.microsoft.com/office/drawing/2014/main" id="{BFB9D76D-B3AA-BFB1-3042-41A680C82EED}"/>
              </a:ext>
            </a:extLst>
          </p:cNvPr>
          <p:cNvCxnSpPr>
            <a:cxnSpLocks/>
            <a:stCxn id="69" idx="1"/>
          </p:cNvCxnSpPr>
          <p:nvPr/>
        </p:nvCxnSpPr>
        <p:spPr bwMode="auto">
          <a:xfrm flipH="1">
            <a:off x="3215680" y="3677407"/>
            <a:ext cx="2520280" cy="1024790"/>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94" name="直線矢印コネクタ 93">
            <a:extLst>
              <a:ext uri="{FF2B5EF4-FFF2-40B4-BE49-F238E27FC236}">
                <a16:creationId xmlns:a16="http://schemas.microsoft.com/office/drawing/2014/main" id="{AB99443A-C661-1A98-4276-E037CC8D6765}"/>
              </a:ext>
            </a:extLst>
          </p:cNvPr>
          <p:cNvCxnSpPr>
            <a:cxnSpLocks/>
            <a:stCxn id="111" idx="1"/>
          </p:cNvCxnSpPr>
          <p:nvPr/>
        </p:nvCxnSpPr>
        <p:spPr bwMode="auto">
          <a:xfrm flipH="1" flipV="1">
            <a:off x="2135560" y="5589240"/>
            <a:ext cx="3600400" cy="77525"/>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cxnSp>
        <p:nvCxnSpPr>
          <p:cNvPr id="107" name="直線矢印コネクタ 106">
            <a:extLst>
              <a:ext uri="{FF2B5EF4-FFF2-40B4-BE49-F238E27FC236}">
                <a16:creationId xmlns:a16="http://schemas.microsoft.com/office/drawing/2014/main" id="{29E83DD9-6D32-6573-98AB-41F1F1636158}"/>
              </a:ext>
            </a:extLst>
          </p:cNvPr>
          <p:cNvCxnSpPr>
            <a:cxnSpLocks/>
          </p:cNvCxnSpPr>
          <p:nvPr/>
        </p:nvCxnSpPr>
        <p:spPr bwMode="auto">
          <a:xfrm flipH="1">
            <a:off x="3075509" y="4347499"/>
            <a:ext cx="2660451" cy="576657"/>
          </a:xfrm>
          <a:prstGeom prst="straightConnector1">
            <a:avLst/>
          </a:prstGeom>
          <a:solidFill>
            <a:srgbClr val="CCFFFF"/>
          </a:solidFill>
          <a:ln w="12700" cap="flat" cmpd="sng" algn="ctr">
            <a:solidFill>
              <a:schemeClr val="accent2"/>
            </a:solidFill>
            <a:prstDash val="solid"/>
            <a:round/>
            <a:headEnd type="none" w="med" len="med"/>
            <a:tailEnd type="triangle"/>
          </a:ln>
          <a:effectLst/>
        </p:spPr>
      </p:cxnSp>
      <p:sp>
        <p:nvSpPr>
          <p:cNvPr id="111" name="テキスト ボックス 110">
            <a:extLst>
              <a:ext uri="{FF2B5EF4-FFF2-40B4-BE49-F238E27FC236}">
                <a16:creationId xmlns:a16="http://schemas.microsoft.com/office/drawing/2014/main" id="{95475286-5929-DF29-91D2-1C03AF7D8703}"/>
              </a:ext>
            </a:extLst>
          </p:cNvPr>
          <p:cNvSpPr txBox="1"/>
          <p:nvPr/>
        </p:nvSpPr>
        <p:spPr bwMode="auto">
          <a:xfrm>
            <a:off x="5735960" y="5343599"/>
            <a:ext cx="447218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pPr algn="l"/>
            <a:r>
              <a:rPr lang="en-US" altLang="ja-JP" sz="1200">
                <a:solidFill>
                  <a:srgbClr val="FF0000"/>
                </a:solidFill>
                <a:latin typeface="BIZ UDPゴシック" panose="020B0400000000000000" pitchFamily="50" charset="-128"/>
                <a:ea typeface="BIZ UDPゴシック" panose="020B0400000000000000" pitchFamily="50" charset="-128"/>
              </a:rPr>
              <a:t>#CSL#</a:t>
            </a:r>
            <a:r>
              <a:rPr lang="ja-JP" altLang="en-US" sz="1200">
                <a:solidFill>
                  <a:srgbClr val="FF0000"/>
                </a:solidFill>
                <a:latin typeface="BIZ UDPゴシック" panose="020B0400000000000000" pitchFamily="50" charset="-128"/>
                <a:ea typeface="BIZ UDPゴシック" panose="020B0400000000000000" pitchFamily="50" charset="-128"/>
              </a:rPr>
              <a:t>、</a:t>
            </a:r>
            <a:r>
              <a:rPr lang="en-US" altLang="ja-JP" sz="1200">
                <a:solidFill>
                  <a:srgbClr val="FF0000"/>
                </a:solidFill>
                <a:latin typeface="BIZ UDPゴシック" panose="020B0400000000000000" pitchFamily="50" charset="-128"/>
                <a:ea typeface="BIZ UDPゴシック" panose="020B0400000000000000" pitchFamily="50" charset="-128"/>
              </a:rPr>
              <a:t>#CSP# </a:t>
            </a:r>
            <a:r>
              <a:rPr lang="ja-JP" altLang="en-US" sz="1200">
                <a:solidFill>
                  <a:srgbClr val="FF0000"/>
                </a:solidFill>
                <a:latin typeface="BIZ UDPゴシック" panose="020B0400000000000000" pitchFamily="50" charset="-128"/>
                <a:ea typeface="BIZ UDPゴシック" panose="020B0400000000000000" pitchFamily="50" charset="-128"/>
              </a:rPr>
              <a:t>の削除機能を使う場合は </a:t>
            </a:r>
            <a:r>
              <a:rPr lang="en-US" altLang="ja-JP" sz="1200">
                <a:solidFill>
                  <a:srgbClr val="FF0000"/>
                </a:solidFill>
                <a:latin typeface="BIZ UDPゴシック" panose="020B0400000000000000" pitchFamily="50" charset="-128"/>
                <a:ea typeface="BIZ UDPゴシック" panose="020B0400000000000000" pitchFamily="50" charset="-128"/>
              </a:rPr>
              <a:t>GENERATING </a:t>
            </a:r>
            <a:r>
              <a:rPr lang="ja-JP" altLang="en-US" sz="1200">
                <a:solidFill>
                  <a:srgbClr val="FF0000"/>
                </a:solidFill>
                <a:latin typeface="BIZ UDPゴシック" panose="020B0400000000000000" pitchFamily="50" charset="-128"/>
                <a:ea typeface="BIZ UDPゴシック" panose="020B0400000000000000" pitchFamily="50" charset="-128"/>
              </a:rPr>
              <a:t>セクションでその指定を行う。受講者用にだけこれらの指定を入れているので、講師用とは違う内容で生成される。</a:t>
            </a:r>
            <a:endParaRPr lang="en-US" altLang="ja-JP" sz="1200">
              <a:solidFill>
                <a:srgbClr val="FF0000"/>
              </a:solidFill>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39508391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2ADD7-CC78-399E-EA12-1294BFA7DA2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E24742A-D914-663B-A66B-291C67D3BB74}"/>
              </a:ext>
            </a:extLst>
          </p:cNvPr>
          <p:cNvSpPr>
            <a:spLocks noGrp="1"/>
          </p:cNvSpPr>
          <p:nvPr>
            <p:ph type="title"/>
          </p:nvPr>
        </p:nvSpPr>
        <p:spPr>
          <a:xfrm>
            <a:off x="898656" y="260648"/>
            <a:ext cx="10957984" cy="576061"/>
          </a:xfrm>
        </p:spPr>
        <p:txBody>
          <a:bodyPr/>
          <a:lstStyle/>
          <a:p>
            <a:r>
              <a:rPr lang="ja-JP" altLang="en-US" sz="2800">
                <a:solidFill>
                  <a:schemeClr val="tx1"/>
                </a:solidFill>
              </a:rPr>
              <a:t>スクリプトの起動方法</a:t>
            </a:r>
            <a:endParaRPr lang="ja-JP" altLang="en-US" sz="2800" dirty="0">
              <a:solidFill>
                <a:schemeClr val="tx1"/>
              </a:solidFill>
            </a:endParaRPr>
          </a:p>
        </p:txBody>
      </p:sp>
      <p:sp>
        <p:nvSpPr>
          <p:cNvPr id="3" name="フッター プレースホルダー 2">
            <a:extLst>
              <a:ext uri="{FF2B5EF4-FFF2-40B4-BE49-F238E27FC236}">
                <a16:creationId xmlns:a16="http://schemas.microsoft.com/office/drawing/2014/main" id="{CF99D677-B886-A940-50FB-DF98E8427000}"/>
              </a:ext>
            </a:extLst>
          </p:cNvPr>
          <p:cNvSpPr>
            <a:spLocks noGrp="1"/>
          </p:cNvSpPr>
          <p:nvPr>
            <p:ph type="ftr" sz="quarter" idx="11"/>
          </p:nvPr>
        </p:nvSpPr>
        <p:spPr>
          <a:xfrm>
            <a:off x="119336" y="6555804"/>
            <a:ext cx="5048251" cy="252264"/>
          </a:xfrm>
          <a:prstGeom prst="rect">
            <a:avLst/>
          </a:prstGeom>
        </p:spPr>
        <p:txBody>
          <a:bodyPr/>
          <a:lstStyle>
            <a:defPPr>
              <a:defRPr lang="en-US"/>
            </a:defPPr>
            <a:lvl1pPr algn="l" rtl="0" eaLnBrk="0" fontAlgn="base" hangingPunct="0">
              <a:spcBef>
                <a:spcPct val="0"/>
              </a:spcBef>
              <a:spcAft>
                <a:spcPct val="0"/>
              </a:spcAft>
              <a:defRPr kumimoji="1" sz="900" b="1" kern="1200">
                <a:solidFill>
                  <a:schemeClr val="tx1"/>
                </a:solidFill>
                <a:latin typeface="FOT-UD丸ゴ_ラージ Pr6 M" panose="02020400000000000000" pitchFamily="18" charset="-128"/>
                <a:ea typeface="FOT-UD丸ゴ_ラージ Pr6 M" panose="02020400000000000000" pitchFamily="18"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a:lstStyle>
          <a:p>
            <a:r>
              <a:rPr lang="en-US" altLang="ja-JP">
                <a:latin typeface="BIZ UDPゴシック" panose="020B0400000000000000" pitchFamily="50" charset="-128"/>
                <a:ea typeface="BIZ UDPゴシック" panose="020B0400000000000000" pitchFamily="50" charset="-128"/>
              </a:rPr>
              <a:t>Copyright 2025 </a:t>
            </a:r>
            <a:r>
              <a:rPr lang="ja-JP" altLang="en-US">
                <a:latin typeface="BIZ UDPゴシック" panose="020B0400000000000000" pitchFamily="50" charset="-128"/>
                <a:ea typeface="BIZ UDPゴシック" panose="020B0400000000000000" pitchFamily="50" charset="-128"/>
              </a:rPr>
              <a:t>アイデアクラフト </a:t>
            </a:r>
            <a:r>
              <a:rPr lang="en-US" altLang="ja-JP">
                <a:latin typeface="BIZ UDPゴシック" panose="020B0400000000000000" pitchFamily="50" charset="-128"/>
                <a:ea typeface="BIZ UDPゴシック" panose="020B0400000000000000" pitchFamily="50" charset="-128"/>
              </a:rPr>
              <a:t>Kaimai Mizuhiro</a:t>
            </a:r>
            <a:endParaRPr lang="ja-JP" altLang="en-US" dirty="0">
              <a:latin typeface="BIZ UDPゴシック" panose="020B0400000000000000" pitchFamily="50" charset="-128"/>
              <a:ea typeface="BIZ UDPゴシック" panose="020B0400000000000000" pitchFamily="50" charset="-128"/>
            </a:endParaRPr>
          </a:p>
        </p:txBody>
      </p:sp>
      <p:sp>
        <p:nvSpPr>
          <p:cNvPr id="7" name="スライド番号プレースホルダー 6">
            <a:extLst>
              <a:ext uri="{FF2B5EF4-FFF2-40B4-BE49-F238E27FC236}">
                <a16:creationId xmlns:a16="http://schemas.microsoft.com/office/drawing/2014/main" id="{1CA0B6AC-7004-DB5B-23B4-A29F239EE794}"/>
              </a:ext>
            </a:extLst>
          </p:cNvPr>
          <p:cNvSpPr>
            <a:spLocks noGrp="1"/>
          </p:cNvSpPr>
          <p:nvPr>
            <p:ph type="sldNum" sz="quarter" idx="12"/>
          </p:nvPr>
        </p:nvSpPr>
        <p:spPr/>
        <p:txBody>
          <a:bodyPr/>
          <a:lstStyle/>
          <a:p>
            <a:fld id="{D2D8002D-B5B0-4BAC-B1F6-782DDCCE6D9C}" type="slidenum">
              <a:rPr kumimoji="1" lang="ja-JP" altLang="en-US" smtClean="0"/>
              <a:t>20</a:t>
            </a:fld>
            <a:endParaRPr kumimoji="1" lang="ja-JP" altLang="en-US"/>
          </a:p>
        </p:txBody>
      </p:sp>
      <p:sp>
        <p:nvSpPr>
          <p:cNvPr id="4" name="テキスト ボックス 3">
            <a:extLst>
              <a:ext uri="{FF2B5EF4-FFF2-40B4-BE49-F238E27FC236}">
                <a16:creationId xmlns:a16="http://schemas.microsoft.com/office/drawing/2014/main" id="{436D1426-C7F2-2664-C8B5-EB70EC40CE8C}"/>
              </a:ext>
            </a:extLst>
          </p:cNvPr>
          <p:cNvSpPr txBox="1"/>
          <p:nvPr/>
        </p:nvSpPr>
        <p:spPr bwMode="auto">
          <a:xfrm>
            <a:off x="1127453" y="1052736"/>
            <a:ext cx="9577065" cy="70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eaLnBrk="1"/>
            <a:r>
              <a:rPr lang="en-US" altLang="ja-JP" kern="0">
                <a:latin typeface="BIZ UDPゴシック" panose="020B0400000000000000" pitchFamily="50" charset="-128"/>
                <a:ea typeface="BIZ UDPゴシック" panose="020B0400000000000000" pitchFamily="50" charset="-128"/>
              </a:rPr>
              <a:t>PowerPoint </a:t>
            </a:r>
            <a:r>
              <a:rPr lang="ja-JP" altLang="en-US" kern="0">
                <a:latin typeface="BIZ UDPゴシック" panose="020B0400000000000000" pitchFamily="50" charset="-128"/>
                <a:ea typeface="BIZ UDPゴシック" panose="020B0400000000000000" pitchFamily="50" charset="-128"/>
              </a:rPr>
              <a:t>のソースファイルを書き、 </a:t>
            </a:r>
            <a:r>
              <a:rPr lang="en-US" altLang="ja-JP" kern="0">
                <a:latin typeface="BIZ UDPゴシック" panose="020B0400000000000000" pitchFamily="50" charset="-128"/>
                <a:ea typeface="BIZ UDPゴシック" panose="020B0400000000000000" pitchFamily="50" charset="-128"/>
              </a:rPr>
              <a:t>parameter.yaml </a:t>
            </a:r>
            <a:r>
              <a:rPr lang="ja-JP" altLang="en-US" kern="0">
                <a:latin typeface="BIZ UDPゴシック" panose="020B0400000000000000" pitchFamily="50" charset="-128"/>
                <a:ea typeface="BIZ UDPゴシック" panose="020B0400000000000000" pitchFamily="50" charset="-128"/>
              </a:rPr>
              <a:t>を書いたら、以下の手順で処理します。 </a:t>
            </a:r>
            <a:r>
              <a:rPr lang="en-US" altLang="ja-JP" kern="0">
                <a:latin typeface="BIZ UDPゴシック" panose="020B0400000000000000" pitchFamily="50" charset="-128"/>
                <a:ea typeface="BIZ UDPゴシック" panose="020B0400000000000000" pitchFamily="50" charset="-128"/>
              </a:rPr>
              <a:t>(</a:t>
            </a:r>
            <a:r>
              <a:rPr lang="ja-JP" altLang="en-US" kern="0">
                <a:latin typeface="BIZ UDPゴシック" panose="020B0400000000000000" pitchFamily="50" charset="-128"/>
                <a:ea typeface="BIZ UDPゴシック" panose="020B0400000000000000" pitchFamily="50" charset="-128"/>
              </a:rPr>
              <a:t>必要なモジュールは別途インストール要</a:t>
            </a:r>
            <a:r>
              <a:rPr lang="en-US" altLang="ja-JP" kern="0">
                <a:latin typeface="BIZ UDPゴシック" panose="020B0400000000000000" pitchFamily="50" charset="-128"/>
                <a:ea typeface="BIZ UDPゴシック" panose="020B0400000000000000" pitchFamily="50" charset="-128"/>
              </a:rPr>
              <a:t>)</a:t>
            </a:r>
            <a:endParaRPr lang="ja-JP" altLang="en-US" kern="0" dirty="0">
              <a:latin typeface="BIZ UDPゴシック" panose="020B0400000000000000" pitchFamily="50" charset="-128"/>
              <a:ea typeface="BIZ UDPゴシック" panose="020B0400000000000000" pitchFamily="50" charset="-128"/>
            </a:endParaRPr>
          </a:p>
        </p:txBody>
      </p:sp>
      <p:sp>
        <p:nvSpPr>
          <p:cNvPr id="5" name="テキスト ボックス 4">
            <a:extLst>
              <a:ext uri="{FF2B5EF4-FFF2-40B4-BE49-F238E27FC236}">
                <a16:creationId xmlns:a16="http://schemas.microsoft.com/office/drawing/2014/main" id="{E089C623-5F8C-597D-215D-69677F20968F}"/>
              </a:ext>
            </a:extLst>
          </p:cNvPr>
          <p:cNvSpPr txBox="1"/>
          <p:nvPr/>
        </p:nvSpPr>
        <p:spPr bwMode="auto">
          <a:xfrm>
            <a:off x="1631504" y="2822761"/>
            <a:ext cx="813690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 python  ./PpIndexCollector.py   parameter.yaml</a:t>
            </a:r>
            <a:endParaRPr kumimoji="1" lang="ja-JP" altLang="en-US" kern="0">
              <a:latin typeface="BIZ UDPゴシック" panose="020B0400000000000000" pitchFamily="50" charset="-128"/>
              <a:ea typeface="BIZ UDPゴシック" panose="020B0400000000000000" pitchFamily="50" charset="-128"/>
            </a:endParaRPr>
          </a:p>
        </p:txBody>
      </p:sp>
      <p:sp>
        <p:nvSpPr>
          <p:cNvPr id="6" name="テキスト ボックス 5">
            <a:extLst>
              <a:ext uri="{FF2B5EF4-FFF2-40B4-BE49-F238E27FC236}">
                <a16:creationId xmlns:a16="http://schemas.microsoft.com/office/drawing/2014/main" id="{9913ABC3-3636-A590-86F6-5A5FE749A5F1}"/>
              </a:ext>
            </a:extLst>
          </p:cNvPr>
          <p:cNvSpPr txBox="1"/>
          <p:nvPr/>
        </p:nvSpPr>
        <p:spPr bwMode="auto">
          <a:xfrm>
            <a:off x="1631504" y="4069552"/>
            <a:ext cx="813690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 python  ./PpIndexLabeler.py   parameter.yaml</a:t>
            </a:r>
            <a:endParaRPr kumimoji="1" lang="ja-JP" altLang="en-US" kern="0">
              <a:latin typeface="BIZ UDPゴシック" panose="020B0400000000000000" pitchFamily="50" charset="-128"/>
              <a:ea typeface="BIZ UDPゴシック" panose="020B0400000000000000" pitchFamily="50" charset="-128"/>
            </a:endParaRPr>
          </a:p>
        </p:txBody>
      </p:sp>
      <p:sp>
        <p:nvSpPr>
          <p:cNvPr id="8" name="テキスト ボックス 7">
            <a:extLst>
              <a:ext uri="{FF2B5EF4-FFF2-40B4-BE49-F238E27FC236}">
                <a16:creationId xmlns:a16="http://schemas.microsoft.com/office/drawing/2014/main" id="{995B16E3-5007-25B9-021B-0CBBAD538866}"/>
              </a:ext>
            </a:extLst>
          </p:cNvPr>
          <p:cNvSpPr txBox="1"/>
          <p:nvPr/>
        </p:nvSpPr>
        <p:spPr bwMode="auto">
          <a:xfrm>
            <a:off x="1631504" y="2383525"/>
            <a:ext cx="813690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 </a:t>
            </a:r>
            <a:r>
              <a:rPr kumimoji="1" lang="ja-JP" altLang="en-US" kern="0">
                <a:latin typeface="BIZ UDPゴシック" panose="020B0400000000000000" pitchFamily="50" charset="-128"/>
                <a:ea typeface="BIZ UDPゴシック" panose="020B0400000000000000" pitchFamily="50" charset="-128"/>
              </a:rPr>
              <a:t>インデックス生成</a:t>
            </a:r>
          </a:p>
        </p:txBody>
      </p:sp>
      <p:sp>
        <p:nvSpPr>
          <p:cNvPr id="9" name="テキスト ボックス 8">
            <a:extLst>
              <a:ext uri="{FF2B5EF4-FFF2-40B4-BE49-F238E27FC236}">
                <a16:creationId xmlns:a16="http://schemas.microsoft.com/office/drawing/2014/main" id="{41A4CF57-262C-F727-53B6-662223BCCA25}"/>
              </a:ext>
            </a:extLst>
          </p:cNvPr>
          <p:cNvSpPr txBox="1"/>
          <p:nvPr/>
        </p:nvSpPr>
        <p:spPr bwMode="auto">
          <a:xfrm>
            <a:off x="1631504" y="3630316"/>
            <a:ext cx="8136904" cy="4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1" rIns="91440" bIns="45721" numCol="1" rtlCol="0" anchor="t" anchorCtr="0" compatLnSpc="1">
            <a:prstTxWarp prst="textNoShape">
              <a:avLst/>
            </a:prstTxWarp>
            <a:spAutoFit/>
          </a:bodyPr>
          <a:lstStyle/>
          <a:p>
            <a:pPr algn="l" eaLnBrk="1"/>
            <a:r>
              <a:rPr kumimoji="1" lang="en-US" altLang="ja-JP" kern="0">
                <a:latin typeface="BIZ UDPゴシック" panose="020B0400000000000000" pitchFamily="50" charset="-128"/>
                <a:ea typeface="BIZ UDPゴシック" panose="020B0400000000000000" pitchFamily="50" charset="-128"/>
              </a:rPr>
              <a:t># .pptx </a:t>
            </a:r>
            <a:r>
              <a:rPr kumimoji="1" lang="ja-JP" altLang="en-US" kern="0">
                <a:latin typeface="BIZ UDPゴシック" panose="020B0400000000000000" pitchFamily="50" charset="-128"/>
                <a:ea typeface="BIZ UDPゴシック" panose="020B0400000000000000" pitchFamily="50" charset="-128"/>
              </a:rPr>
              <a:t>生成</a:t>
            </a:r>
          </a:p>
        </p:txBody>
      </p:sp>
    </p:spTree>
    <p:extLst>
      <p:ext uri="{BB962C8B-B14F-4D97-AF65-F5344CB8AC3E}">
        <p14:creationId xmlns:p14="http://schemas.microsoft.com/office/powerpoint/2010/main" val="786392863"/>
      </p:ext>
    </p:extLst>
  </p:cSld>
  <p:clrMapOvr>
    <a:masterClrMapping/>
  </p:clrMapOvr>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t" anchorCtr="0" compatLnSpc="1">
        <a:prstTxWarp prst="textNoShape">
          <a:avLst/>
        </a:prstTxWarp>
      </a:bodyPr>
      <a:lstStyle>
        <a:defPPr algn="ctr" defTabSz="914477" eaLnBrk="1" hangingPunct="1">
          <a:defRPr kumimoji="1">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1" rIns="91440" bIns="45721" numCol="1" rtlCol="0" anchor="t" anchorCtr="0" compatLnSpc="1">
        <a:prstTxWarp prst="textNoShape">
          <a:avLst/>
        </a:prstTxWarp>
        <a:spAutoFit/>
      </a:bodyPr>
      <a:lstStyle>
        <a:defPPr algn="l" eaLnBrk="1">
          <a:defRPr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図解技法による分かりやすい資料の作成講座-20181121・講師用</Template>
  <TotalTime>21013</TotalTime>
  <Words>3210</Words>
  <Application>Microsoft Office PowerPoint</Application>
  <PresentationFormat>ワイド画面</PresentationFormat>
  <Paragraphs>505</Paragraphs>
  <Slides>21</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21</vt:i4>
      </vt:variant>
    </vt:vector>
  </HeadingPairs>
  <TitlesOfParts>
    <vt:vector size="29" baseType="lpstr">
      <vt:lpstr>BIZ UDPゴシック</vt:lpstr>
      <vt:lpstr>BIZ UDゴシック</vt:lpstr>
      <vt:lpstr>FOT-UD丸ゴ_ラージ Pr6 M</vt:lpstr>
      <vt:lpstr>游ゴシック</vt:lpstr>
      <vt:lpstr>Arial</vt:lpstr>
      <vt:lpstr>Garamond</vt:lpstr>
      <vt:lpstr>Wingdings</vt:lpstr>
      <vt:lpstr>Edge</vt:lpstr>
      <vt:lpstr>Brief introduction to PowerPoint Indexing Labeler "pptx-indexer" </vt:lpstr>
      <vt:lpstr>PowerPoint 章・節自動ナンバリングとは？</vt:lpstr>
      <vt:lpstr>なぜ自動ナンバリングが必要？</vt:lpstr>
      <vt:lpstr>しくみ：タイトルにつけた特殊タグをpythonで自動変換</vt:lpstr>
      <vt:lpstr>章および章・節番号に対応</vt:lpstr>
      <vt:lpstr>変換例(1)　基本</vt:lpstr>
      <vt:lpstr>変換例(2)　実用ガイドライン</vt:lpstr>
      <vt:lpstr>変換例(3) スライド追加・削除時</vt:lpstr>
      <vt:lpstr>変換例(4) 目次生成</vt:lpstr>
      <vt:lpstr>変換例(5) スライド番号つき目次生成</vt:lpstr>
      <vt:lpstr>変換例(6) DTタグの参照引用が可能</vt:lpstr>
      <vt:lpstr>変換例(7) 引用タグ（R）の使用例</vt:lpstr>
      <vt:lpstr>変換例(8) 複数のpptxでの相互参照が可能</vt:lpstr>
      <vt:lpstr>変換例(9) 一部のシェイプを消去（講師/受講者用ファイル生成）</vt:lpstr>
      <vt:lpstr>変換例(10) スライドごと削除（講師/受講者用ファイル生成）</vt:lpstr>
      <vt:lpstr>使用手順</vt:lpstr>
      <vt:lpstr>パラメータファイルの書き方： スタンダード式</vt:lpstr>
      <vt:lpstr>パラメータファイルの書き方： テンプレート式</vt:lpstr>
      <vt:lpstr>パラメータファイルの書き方： 複数ソースの相互参照</vt:lpstr>
      <vt:lpstr>パラメータファイルの書き方： #CSP#, #CSL# の使用</vt:lpstr>
      <vt:lpstr>スクリプトの起動方法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開米瑞浩</dc:creator>
  <cp:lastModifiedBy>瑞浩 開米</cp:lastModifiedBy>
  <cp:revision>2114</cp:revision>
  <cp:lastPrinted>2024-11-10T09:08:11Z</cp:lastPrinted>
  <dcterms:modified xsi:type="dcterms:W3CDTF">2025-02-20T21:39:19Z</dcterms:modified>
</cp:coreProperties>
</file>